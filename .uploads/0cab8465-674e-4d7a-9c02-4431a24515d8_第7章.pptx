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4"/>
  </p:notesMasterIdLst>
  <p:handoutMasterIdLst>
    <p:handoutMasterId r:id="rId115"/>
  </p:handoutMasterIdLst>
  <p:sldIdLst>
    <p:sldId id="280" r:id="rId2"/>
    <p:sldId id="441" r:id="rId3"/>
    <p:sldId id="442" r:id="rId4"/>
    <p:sldId id="283" r:id="rId5"/>
    <p:sldId id="285" r:id="rId6"/>
    <p:sldId id="419" r:id="rId7"/>
    <p:sldId id="359" r:id="rId8"/>
    <p:sldId id="411" r:id="rId9"/>
    <p:sldId id="433" r:id="rId10"/>
    <p:sldId id="406" r:id="rId11"/>
    <p:sldId id="407" r:id="rId12"/>
    <p:sldId id="408" r:id="rId13"/>
    <p:sldId id="434" r:id="rId14"/>
    <p:sldId id="362" r:id="rId15"/>
    <p:sldId id="420" r:id="rId16"/>
    <p:sldId id="378" r:id="rId17"/>
    <p:sldId id="379" r:id="rId18"/>
    <p:sldId id="380" r:id="rId19"/>
    <p:sldId id="381" r:id="rId20"/>
    <p:sldId id="382" r:id="rId21"/>
    <p:sldId id="377" r:id="rId22"/>
    <p:sldId id="363" r:id="rId23"/>
    <p:sldId id="383" r:id="rId24"/>
    <p:sldId id="435" r:id="rId25"/>
    <p:sldId id="364" r:id="rId26"/>
    <p:sldId id="365" r:id="rId27"/>
    <p:sldId id="437" r:id="rId28"/>
    <p:sldId id="438" r:id="rId29"/>
    <p:sldId id="366" r:id="rId30"/>
    <p:sldId id="367" r:id="rId31"/>
    <p:sldId id="368" r:id="rId32"/>
    <p:sldId id="422" r:id="rId33"/>
    <p:sldId id="370" r:id="rId34"/>
    <p:sldId id="412" r:id="rId35"/>
    <p:sldId id="369" r:id="rId36"/>
    <p:sldId id="371" r:id="rId37"/>
    <p:sldId id="372" r:id="rId38"/>
    <p:sldId id="373" r:id="rId39"/>
    <p:sldId id="416" r:id="rId40"/>
    <p:sldId id="439" r:id="rId41"/>
    <p:sldId id="374" r:id="rId42"/>
    <p:sldId id="375" r:id="rId43"/>
    <p:sldId id="376" r:id="rId44"/>
    <p:sldId id="360" r:id="rId45"/>
    <p:sldId id="385" r:id="rId46"/>
    <p:sldId id="421" r:id="rId47"/>
    <p:sldId id="386" r:id="rId48"/>
    <p:sldId id="387" r:id="rId49"/>
    <p:sldId id="388" r:id="rId50"/>
    <p:sldId id="389" r:id="rId51"/>
    <p:sldId id="444" r:id="rId52"/>
    <p:sldId id="445" r:id="rId53"/>
    <p:sldId id="390" r:id="rId54"/>
    <p:sldId id="391" r:id="rId55"/>
    <p:sldId id="392" r:id="rId56"/>
    <p:sldId id="393" r:id="rId57"/>
    <p:sldId id="394" r:id="rId58"/>
    <p:sldId id="398" r:id="rId59"/>
    <p:sldId id="399" r:id="rId60"/>
    <p:sldId id="400" r:id="rId61"/>
    <p:sldId id="401" r:id="rId62"/>
    <p:sldId id="446" r:id="rId63"/>
    <p:sldId id="448" r:id="rId64"/>
    <p:sldId id="449" r:id="rId65"/>
    <p:sldId id="450" r:id="rId66"/>
    <p:sldId id="402" r:id="rId67"/>
    <p:sldId id="403" r:id="rId68"/>
    <p:sldId id="430" r:id="rId69"/>
    <p:sldId id="431" r:id="rId70"/>
    <p:sldId id="494" r:id="rId71"/>
    <p:sldId id="452" r:id="rId72"/>
    <p:sldId id="451" r:id="rId73"/>
    <p:sldId id="453" r:id="rId74"/>
    <p:sldId id="454" r:id="rId75"/>
    <p:sldId id="455" r:id="rId76"/>
    <p:sldId id="458" r:id="rId77"/>
    <p:sldId id="467" r:id="rId78"/>
    <p:sldId id="468" r:id="rId79"/>
    <p:sldId id="470" r:id="rId80"/>
    <p:sldId id="476" r:id="rId81"/>
    <p:sldId id="475" r:id="rId82"/>
    <p:sldId id="477" r:id="rId83"/>
    <p:sldId id="478" r:id="rId84"/>
    <p:sldId id="479" r:id="rId85"/>
    <p:sldId id="480" r:id="rId86"/>
    <p:sldId id="481" r:id="rId87"/>
    <p:sldId id="482" r:id="rId88"/>
    <p:sldId id="490" r:id="rId89"/>
    <p:sldId id="484" r:id="rId90"/>
    <p:sldId id="485" r:id="rId91"/>
    <p:sldId id="486" r:id="rId92"/>
    <p:sldId id="487" r:id="rId93"/>
    <p:sldId id="488" r:id="rId94"/>
    <p:sldId id="493" r:id="rId95"/>
    <p:sldId id="495" r:id="rId96"/>
    <p:sldId id="590" r:id="rId97"/>
    <p:sldId id="591" r:id="rId98"/>
    <p:sldId id="496" r:id="rId99"/>
    <p:sldId id="593" r:id="rId100"/>
    <p:sldId id="592" r:id="rId101"/>
    <p:sldId id="594" r:id="rId102"/>
    <p:sldId id="595" r:id="rId103"/>
    <p:sldId id="596" r:id="rId104"/>
    <p:sldId id="597" r:id="rId105"/>
    <p:sldId id="600" r:id="rId106"/>
    <p:sldId id="599" r:id="rId107"/>
    <p:sldId id="601" r:id="rId108"/>
    <p:sldId id="489" r:id="rId109"/>
    <p:sldId id="483" r:id="rId110"/>
    <p:sldId id="492" r:id="rId111"/>
    <p:sldId id="491" r:id="rId112"/>
    <p:sldId id="443" r:id="rId1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8BF6"/>
    <a:srgbClr val="0A4CA4"/>
    <a:srgbClr val="052473"/>
    <a:srgbClr val="6382F5"/>
    <a:srgbClr val="A3ABF3"/>
    <a:srgbClr val="0703BF"/>
    <a:srgbClr val="1B7FF7"/>
    <a:srgbClr val="6942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02" y="72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876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12" Type="http://schemas.openxmlformats.org/officeDocument/2006/relationships/image" Target="../media/image27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11" Type="http://schemas.openxmlformats.org/officeDocument/2006/relationships/image" Target="../media/image26.emf"/><Relationship Id="rId5" Type="http://schemas.openxmlformats.org/officeDocument/2006/relationships/image" Target="../media/image20.emf"/><Relationship Id="rId10" Type="http://schemas.openxmlformats.org/officeDocument/2006/relationships/image" Target="../media/image25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42.emf"/><Relationship Id="rId18" Type="http://schemas.openxmlformats.org/officeDocument/2006/relationships/image" Target="../media/image47.wmf"/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12" Type="http://schemas.openxmlformats.org/officeDocument/2006/relationships/image" Target="../media/image41.emf"/><Relationship Id="rId17" Type="http://schemas.openxmlformats.org/officeDocument/2006/relationships/image" Target="../media/image46.emf"/><Relationship Id="rId2" Type="http://schemas.openxmlformats.org/officeDocument/2006/relationships/image" Target="../media/image31.emf"/><Relationship Id="rId16" Type="http://schemas.openxmlformats.org/officeDocument/2006/relationships/image" Target="../media/image45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11" Type="http://schemas.openxmlformats.org/officeDocument/2006/relationships/image" Target="../media/image40.emf"/><Relationship Id="rId5" Type="http://schemas.openxmlformats.org/officeDocument/2006/relationships/image" Target="../media/image34.emf"/><Relationship Id="rId15" Type="http://schemas.openxmlformats.org/officeDocument/2006/relationships/image" Target="../media/image4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Relationship Id="rId14" Type="http://schemas.openxmlformats.org/officeDocument/2006/relationships/image" Target="../media/image43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5.wmf"/><Relationship Id="rId7" Type="http://schemas.openxmlformats.org/officeDocument/2006/relationships/image" Target="../media/image69.emf"/><Relationship Id="rId12" Type="http://schemas.openxmlformats.org/officeDocument/2006/relationships/image" Target="../media/image74.e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9.emf"/><Relationship Id="rId3" Type="http://schemas.openxmlformats.org/officeDocument/2006/relationships/image" Target="../media/image78.emf"/><Relationship Id="rId7" Type="http://schemas.openxmlformats.org/officeDocument/2006/relationships/image" Target="../media/image69.emf"/><Relationship Id="rId12" Type="http://schemas.openxmlformats.org/officeDocument/2006/relationships/image" Target="../media/image74.emf"/><Relationship Id="rId2" Type="http://schemas.openxmlformats.org/officeDocument/2006/relationships/image" Target="../media/image77.emf"/><Relationship Id="rId16" Type="http://schemas.openxmlformats.org/officeDocument/2006/relationships/image" Target="../media/image82.emf"/><Relationship Id="rId1" Type="http://schemas.openxmlformats.org/officeDocument/2006/relationships/image" Target="../media/image76.e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5" Type="http://schemas.openxmlformats.org/officeDocument/2006/relationships/image" Target="../media/image81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Relationship Id="rId14" Type="http://schemas.openxmlformats.org/officeDocument/2006/relationships/image" Target="../media/image8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13" Type="http://schemas.openxmlformats.org/officeDocument/2006/relationships/image" Target="../media/image95.emf"/><Relationship Id="rId3" Type="http://schemas.openxmlformats.org/officeDocument/2006/relationships/image" Target="../media/image85.emf"/><Relationship Id="rId7" Type="http://schemas.openxmlformats.org/officeDocument/2006/relationships/image" Target="../media/image89.emf"/><Relationship Id="rId12" Type="http://schemas.openxmlformats.org/officeDocument/2006/relationships/image" Target="../media/image94.emf"/><Relationship Id="rId2" Type="http://schemas.openxmlformats.org/officeDocument/2006/relationships/image" Target="../media/image84.emf"/><Relationship Id="rId16" Type="http://schemas.openxmlformats.org/officeDocument/2006/relationships/image" Target="../media/image98.w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11" Type="http://schemas.openxmlformats.org/officeDocument/2006/relationships/image" Target="../media/image93.emf"/><Relationship Id="rId5" Type="http://schemas.openxmlformats.org/officeDocument/2006/relationships/image" Target="../media/image87.emf"/><Relationship Id="rId15" Type="http://schemas.openxmlformats.org/officeDocument/2006/relationships/image" Target="../media/image97.emf"/><Relationship Id="rId10" Type="http://schemas.openxmlformats.org/officeDocument/2006/relationships/image" Target="../media/image92.emf"/><Relationship Id="rId4" Type="http://schemas.openxmlformats.org/officeDocument/2006/relationships/image" Target="../media/image86.emf"/><Relationship Id="rId9" Type="http://schemas.openxmlformats.org/officeDocument/2006/relationships/image" Target="../media/image91.emf"/><Relationship Id="rId14" Type="http://schemas.openxmlformats.org/officeDocument/2006/relationships/image" Target="../media/image9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12" Type="http://schemas.openxmlformats.org/officeDocument/2006/relationships/image" Target="../media/image127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11" Type="http://schemas.openxmlformats.org/officeDocument/2006/relationships/image" Target="../media/image126.emf"/><Relationship Id="rId5" Type="http://schemas.openxmlformats.org/officeDocument/2006/relationships/image" Target="../media/image120.emf"/><Relationship Id="rId10" Type="http://schemas.openxmlformats.org/officeDocument/2006/relationships/image" Target="../media/image125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12" Type="http://schemas.openxmlformats.org/officeDocument/2006/relationships/image" Target="../media/image139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11" Type="http://schemas.openxmlformats.org/officeDocument/2006/relationships/image" Target="../media/image138.emf"/><Relationship Id="rId5" Type="http://schemas.openxmlformats.org/officeDocument/2006/relationships/image" Target="../media/image13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3" Type="http://schemas.openxmlformats.org/officeDocument/2006/relationships/image" Target="../media/image153.emf"/><Relationship Id="rId7" Type="http://schemas.openxmlformats.org/officeDocument/2006/relationships/image" Target="../media/image157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Relationship Id="rId6" Type="http://schemas.openxmlformats.org/officeDocument/2006/relationships/image" Target="../media/image156.emf"/><Relationship Id="rId11" Type="http://schemas.openxmlformats.org/officeDocument/2006/relationships/image" Target="../media/image161.emf"/><Relationship Id="rId5" Type="http://schemas.openxmlformats.org/officeDocument/2006/relationships/image" Target="../media/image155.emf"/><Relationship Id="rId10" Type="http://schemas.openxmlformats.org/officeDocument/2006/relationships/image" Target="../media/image160.emf"/><Relationship Id="rId4" Type="http://schemas.openxmlformats.org/officeDocument/2006/relationships/image" Target="../media/image154.emf"/><Relationship Id="rId9" Type="http://schemas.openxmlformats.org/officeDocument/2006/relationships/image" Target="../media/image15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image" Target="../media/image162.emf"/><Relationship Id="rId6" Type="http://schemas.openxmlformats.org/officeDocument/2006/relationships/image" Target="../media/image167.emf"/><Relationship Id="rId5" Type="http://schemas.openxmlformats.org/officeDocument/2006/relationships/image" Target="../media/image166.emf"/><Relationship Id="rId4" Type="http://schemas.openxmlformats.org/officeDocument/2006/relationships/image" Target="../media/image165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7" Type="http://schemas.openxmlformats.org/officeDocument/2006/relationships/image" Target="../media/image174.wmf"/><Relationship Id="rId2" Type="http://schemas.openxmlformats.org/officeDocument/2006/relationships/image" Target="../media/image169.emf"/><Relationship Id="rId1" Type="http://schemas.openxmlformats.org/officeDocument/2006/relationships/image" Target="../media/image168.emf"/><Relationship Id="rId6" Type="http://schemas.openxmlformats.org/officeDocument/2006/relationships/image" Target="../media/image173.emf"/><Relationship Id="rId5" Type="http://schemas.openxmlformats.org/officeDocument/2006/relationships/image" Target="../media/image172.emf"/><Relationship Id="rId4" Type="http://schemas.openxmlformats.org/officeDocument/2006/relationships/image" Target="../media/image171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emf"/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image" Target="../media/image186.emf"/><Relationship Id="rId7" Type="http://schemas.openxmlformats.org/officeDocument/2006/relationships/image" Target="../media/image190.e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Relationship Id="rId6" Type="http://schemas.openxmlformats.org/officeDocument/2006/relationships/image" Target="../media/image189.emf"/><Relationship Id="rId5" Type="http://schemas.openxmlformats.org/officeDocument/2006/relationships/image" Target="../media/image188.emf"/><Relationship Id="rId10" Type="http://schemas.openxmlformats.org/officeDocument/2006/relationships/image" Target="../media/image193.emf"/><Relationship Id="rId4" Type="http://schemas.openxmlformats.org/officeDocument/2006/relationships/image" Target="../media/image187.emf"/><Relationship Id="rId9" Type="http://schemas.openxmlformats.org/officeDocument/2006/relationships/image" Target="../media/image192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4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image" Target="../media/image200.emf"/><Relationship Id="rId7" Type="http://schemas.openxmlformats.org/officeDocument/2006/relationships/image" Target="../media/image204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3" Type="http://schemas.openxmlformats.org/officeDocument/2006/relationships/image" Target="../media/image208.emf"/><Relationship Id="rId7" Type="http://schemas.openxmlformats.org/officeDocument/2006/relationships/image" Target="../media/image212.emf"/><Relationship Id="rId2" Type="http://schemas.openxmlformats.org/officeDocument/2006/relationships/image" Target="../media/image207.emf"/><Relationship Id="rId1" Type="http://schemas.openxmlformats.org/officeDocument/2006/relationships/image" Target="../media/image206.emf"/><Relationship Id="rId6" Type="http://schemas.openxmlformats.org/officeDocument/2006/relationships/image" Target="../media/image211.emf"/><Relationship Id="rId5" Type="http://schemas.openxmlformats.org/officeDocument/2006/relationships/image" Target="../media/image210.emf"/><Relationship Id="rId4" Type="http://schemas.openxmlformats.org/officeDocument/2006/relationships/image" Target="../media/image209.emf"/><Relationship Id="rId9" Type="http://schemas.openxmlformats.org/officeDocument/2006/relationships/image" Target="../media/image214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emf"/><Relationship Id="rId2" Type="http://schemas.openxmlformats.org/officeDocument/2006/relationships/image" Target="../media/image216.emf"/><Relationship Id="rId1" Type="http://schemas.openxmlformats.org/officeDocument/2006/relationships/image" Target="../media/image21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emf"/><Relationship Id="rId2" Type="http://schemas.openxmlformats.org/officeDocument/2006/relationships/image" Target="../media/image223.emf"/><Relationship Id="rId1" Type="http://schemas.openxmlformats.org/officeDocument/2006/relationships/image" Target="../media/image222.emf"/><Relationship Id="rId5" Type="http://schemas.openxmlformats.org/officeDocument/2006/relationships/image" Target="../media/image226.emf"/><Relationship Id="rId4" Type="http://schemas.openxmlformats.org/officeDocument/2006/relationships/image" Target="../media/image22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e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Relationship Id="rId4" Type="http://schemas.openxmlformats.org/officeDocument/2006/relationships/image" Target="../media/image230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emf"/><Relationship Id="rId2" Type="http://schemas.openxmlformats.org/officeDocument/2006/relationships/image" Target="../media/image235.emf"/><Relationship Id="rId1" Type="http://schemas.openxmlformats.org/officeDocument/2006/relationships/image" Target="../media/image234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image" Target="../media/image237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emf"/><Relationship Id="rId2" Type="http://schemas.openxmlformats.org/officeDocument/2006/relationships/image" Target="../media/image240.emf"/><Relationship Id="rId1" Type="http://schemas.openxmlformats.org/officeDocument/2006/relationships/image" Target="../media/image239.emf"/><Relationship Id="rId6" Type="http://schemas.openxmlformats.org/officeDocument/2006/relationships/image" Target="../media/image244.emf"/><Relationship Id="rId5" Type="http://schemas.openxmlformats.org/officeDocument/2006/relationships/image" Target="../media/image243.emf"/><Relationship Id="rId4" Type="http://schemas.openxmlformats.org/officeDocument/2006/relationships/image" Target="../media/image242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emf"/><Relationship Id="rId2" Type="http://schemas.openxmlformats.org/officeDocument/2006/relationships/image" Target="../media/image246.emf"/><Relationship Id="rId1" Type="http://schemas.openxmlformats.org/officeDocument/2006/relationships/image" Target="../media/image245.emf"/><Relationship Id="rId6" Type="http://schemas.openxmlformats.org/officeDocument/2006/relationships/image" Target="../media/image250.emf"/><Relationship Id="rId5" Type="http://schemas.openxmlformats.org/officeDocument/2006/relationships/image" Target="../media/image249.emf"/><Relationship Id="rId4" Type="http://schemas.openxmlformats.org/officeDocument/2006/relationships/image" Target="../media/image248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emf"/><Relationship Id="rId2" Type="http://schemas.openxmlformats.org/officeDocument/2006/relationships/image" Target="../media/image252.emf"/><Relationship Id="rId1" Type="http://schemas.openxmlformats.org/officeDocument/2006/relationships/image" Target="../media/image251.emf"/><Relationship Id="rId5" Type="http://schemas.openxmlformats.org/officeDocument/2006/relationships/image" Target="../media/image255.emf"/><Relationship Id="rId4" Type="http://schemas.openxmlformats.org/officeDocument/2006/relationships/image" Target="../media/image254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emf"/><Relationship Id="rId7" Type="http://schemas.openxmlformats.org/officeDocument/2006/relationships/image" Target="../media/image262.emf"/><Relationship Id="rId2" Type="http://schemas.openxmlformats.org/officeDocument/2006/relationships/image" Target="../media/image257.emf"/><Relationship Id="rId1" Type="http://schemas.openxmlformats.org/officeDocument/2006/relationships/image" Target="../media/image256.emf"/><Relationship Id="rId6" Type="http://schemas.openxmlformats.org/officeDocument/2006/relationships/image" Target="../media/image261.emf"/><Relationship Id="rId5" Type="http://schemas.openxmlformats.org/officeDocument/2006/relationships/image" Target="../media/image260.emf"/><Relationship Id="rId4" Type="http://schemas.openxmlformats.org/officeDocument/2006/relationships/image" Target="../media/image259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emf"/><Relationship Id="rId3" Type="http://schemas.openxmlformats.org/officeDocument/2006/relationships/image" Target="../media/image266.emf"/><Relationship Id="rId7" Type="http://schemas.openxmlformats.org/officeDocument/2006/relationships/image" Target="../media/image270.e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Relationship Id="rId6" Type="http://schemas.openxmlformats.org/officeDocument/2006/relationships/image" Target="../media/image269.emf"/><Relationship Id="rId11" Type="http://schemas.openxmlformats.org/officeDocument/2006/relationships/image" Target="../media/image274.emf"/><Relationship Id="rId5" Type="http://schemas.openxmlformats.org/officeDocument/2006/relationships/image" Target="../media/image268.emf"/><Relationship Id="rId10" Type="http://schemas.openxmlformats.org/officeDocument/2006/relationships/image" Target="../media/image273.emf"/><Relationship Id="rId4" Type="http://schemas.openxmlformats.org/officeDocument/2006/relationships/image" Target="../media/image267.emf"/><Relationship Id="rId9" Type="http://schemas.openxmlformats.org/officeDocument/2006/relationships/image" Target="../media/image272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3" Type="http://schemas.openxmlformats.org/officeDocument/2006/relationships/image" Target="../media/image277.emf"/><Relationship Id="rId7" Type="http://schemas.openxmlformats.org/officeDocument/2006/relationships/image" Target="../media/image281.emf"/><Relationship Id="rId12" Type="http://schemas.openxmlformats.org/officeDocument/2006/relationships/image" Target="../media/image286.emf"/><Relationship Id="rId2" Type="http://schemas.openxmlformats.org/officeDocument/2006/relationships/image" Target="../media/image276.emf"/><Relationship Id="rId1" Type="http://schemas.openxmlformats.org/officeDocument/2006/relationships/image" Target="../media/image275.emf"/><Relationship Id="rId6" Type="http://schemas.openxmlformats.org/officeDocument/2006/relationships/image" Target="../media/image280.emf"/><Relationship Id="rId11" Type="http://schemas.openxmlformats.org/officeDocument/2006/relationships/image" Target="../media/image285.emf"/><Relationship Id="rId5" Type="http://schemas.openxmlformats.org/officeDocument/2006/relationships/image" Target="../media/image279.emf"/><Relationship Id="rId10" Type="http://schemas.openxmlformats.org/officeDocument/2006/relationships/image" Target="../media/image284.emf"/><Relationship Id="rId4" Type="http://schemas.openxmlformats.org/officeDocument/2006/relationships/image" Target="../media/image278.emf"/><Relationship Id="rId9" Type="http://schemas.openxmlformats.org/officeDocument/2006/relationships/image" Target="../media/image283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emf"/><Relationship Id="rId2" Type="http://schemas.openxmlformats.org/officeDocument/2006/relationships/image" Target="../media/image288.emf"/><Relationship Id="rId1" Type="http://schemas.openxmlformats.org/officeDocument/2006/relationships/image" Target="../media/image287.emf"/><Relationship Id="rId4" Type="http://schemas.openxmlformats.org/officeDocument/2006/relationships/image" Target="../media/image29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emf"/><Relationship Id="rId2" Type="http://schemas.openxmlformats.org/officeDocument/2006/relationships/image" Target="../media/image292.emf"/><Relationship Id="rId1" Type="http://schemas.openxmlformats.org/officeDocument/2006/relationships/image" Target="../media/image291.e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3" Type="http://schemas.openxmlformats.org/officeDocument/2006/relationships/image" Target="../media/image296.emf"/><Relationship Id="rId7" Type="http://schemas.openxmlformats.org/officeDocument/2006/relationships/image" Target="../media/image300.emf"/><Relationship Id="rId2" Type="http://schemas.openxmlformats.org/officeDocument/2006/relationships/image" Target="../media/image295.emf"/><Relationship Id="rId1" Type="http://schemas.openxmlformats.org/officeDocument/2006/relationships/image" Target="../media/image294.emf"/><Relationship Id="rId6" Type="http://schemas.openxmlformats.org/officeDocument/2006/relationships/image" Target="../media/image299.emf"/><Relationship Id="rId5" Type="http://schemas.openxmlformats.org/officeDocument/2006/relationships/image" Target="../media/image298.emf"/><Relationship Id="rId10" Type="http://schemas.openxmlformats.org/officeDocument/2006/relationships/image" Target="../media/image303.emf"/><Relationship Id="rId4" Type="http://schemas.openxmlformats.org/officeDocument/2006/relationships/image" Target="../media/image297.emf"/><Relationship Id="rId9" Type="http://schemas.openxmlformats.org/officeDocument/2006/relationships/image" Target="../media/image302.e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emf"/><Relationship Id="rId3" Type="http://schemas.openxmlformats.org/officeDocument/2006/relationships/image" Target="../media/image306.emf"/><Relationship Id="rId7" Type="http://schemas.openxmlformats.org/officeDocument/2006/relationships/image" Target="../media/image310.emf"/><Relationship Id="rId2" Type="http://schemas.openxmlformats.org/officeDocument/2006/relationships/image" Target="../media/image305.emf"/><Relationship Id="rId1" Type="http://schemas.openxmlformats.org/officeDocument/2006/relationships/image" Target="../media/image304.emf"/><Relationship Id="rId6" Type="http://schemas.openxmlformats.org/officeDocument/2006/relationships/image" Target="../media/image309.emf"/><Relationship Id="rId11" Type="http://schemas.openxmlformats.org/officeDocument/2006/relationships/image" Target="../media/image314.emf"/><Relationship Id="rId5" Type="http://schemas.openxmlformats.org/officeDocument/2006/relationships/image" Target="../media/image308.emf"/><Relationship Id="rId10" Type="http://schemas.openxmlformats.org/officeDocument/2006/relationships/image" Target="../media/image313.emf"/><Relationship Id="rId4" Type="http://schemas.openxmlformats.org/officeDocument/2006/relationships/image" Target="../media/image307.emf"/><Relationship Id="rId9" Type="http://schemas.openxmlformats.org/officeDocument/2006/relationships/image" Target="../media/image312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emf"/><Relationship Id="rId7" Type="http://schemas.openxmlformats.org/officeDocument/2006/relationships/image" Target="../media/image321.emf"/><Relationship Id="rId2" Type="http://schemas.openxmlformats.org/officeDocument/2006/relationships/image" Target="../media/image316.emf"/><Relationship Id="rId1" Type="http://schemas.openxmlformats.org/officeDocument/2006/relationships/image" Target="../media/image315.emf"/><Relationship Id="rId6" Type="http://schemas.openxmlformats.org/officeDocument/2006/relationships/image" Target="../media/image320.emf"/><Relationship Id="rId5" Type="http://schemas.openxmlformats.org/officeDocument/2006/relationships/image" Target="../media/image319.emf"/><Relationship Id="rId4" Type="http://schemas.openxmlformats.org/officeDocument/2006/relationships/image" Target="../media/image318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emf"/><Relationship Id="rId2" Type="http://schemas.openxmlformats.org/officeDocument/2006/relationships/image" Target="../media/image323.emf"/><Relationship Id="rId1" Type="http://schemas.openxmlformats.org/officeDocument/2006/relationships/image" Target="../media/image322.emf"/><Relationship Id="rId6" Type="http://schemas.openxmlformats.org/officeDocument/2006/relationships/image" Target="../media/image327.emf"/><Relationship Id="rId5" Type="http://schemas.openxmlformats.org/officeDocument/2006/relationships/image" Target="../media/image326.emf"/><Relationship Id="rId4" Type="http://schemas.openxmlformats.org/officeDocument/2006/relationships/image" Target="../media/image325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emf"/><Relationship Id="rId2" Type="http://schemas.openxmlformats.org/officeDocument/2006/relationships/image" Target="../media/image329.emf"/><Relationship Id="rId1" Type="http://schemas.openxmlformats.org/officeDocument/2006/relationships/image" Target="../media/image328.emf"/><Relationship Id="rId4" Type="http://schemas.openxmlformats.org/officeDocument/2006/relationships/image" Target="../media/image331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emf"/><Relationship Id="rId2" Type="http://schemas.openxmlformats.org/officeDocument/2006/relationships/image" Target="../media/image333.emf"/><Relationship Id="rId1" Type="http://schemas.openxmlformats.org/officeDocument/2006/relationships/image" Target="../media/image332.emf"/><Relationship Id="rId5" Type="http://schemas.openxmlformats.org/officeDocument/2006/relationships/image" Target="../media/image336.emf"/><Relationship Id="rId4" Type="http://schemas.openxmlformats.org/officeDocument/2006/relationships/image" Target="../media/image335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emf"/><Relationship Id="rId13" Type="http://schemas.openxmlformats.org/officeDocument/2006/relationships/image" Target="../media/image349.emf"/><Relationship Id="rId3" Type="http://schemas.openxmlformats.org/officeDocument/2006/relationships/image" Target="../media/image339.emf"/><Relationship Id="rId7" Type="http://schemas.openxmlformats.org/officeDocument/2006/relationships/image" Target="../media/image343.emf"/><Relationship Id="rId12" Type="http://schemas.openxmlformats.org/officeDocument/2006/relationships/image" Target="../media/image348.emf"/><Relationship Id="rId2" Type="http://schemas.openxmlformats.org/officeDocument/2006/relationships/image" Target="../media/image338.emf"/><Relationship Id="rId1" Type="http://schemas.openxmlformats.org/officeDocument/2006/relationships/image" Target="../media/image337.emf"/><Relationship Id="rId6" Type="http://schemas.openxmlformats.org/officeDocument/2006/relationships/image" Target="../media/image342.emf"/><Relationship Id="rId11" Type="http://schemas.openxmlformats.org/officeDocument/2006/relationships/image" Target="../media/image347.emf"/><Relationship Id="rId5" Type="http://schemas.openxmlformats.org/officeDocument/2006/relationships/image" Target="../media/image341.emf"/><Relationship Id="rId15" Type="http://schemas.openxmlformats.org/officeDocument/2006/relationships/image" Target="../media/image351.emf"/><Relationship Id="rId10" Type="http://schemas.openxmlformats.org/officeDocument/2006/relationships/image" Target="../media/image346.emf"/><Relationship Id="rId4" Type="http://schemas.openxmlformats.org/officeDocument/2006/relationships/image" Target="../media/image340.emf"/><Relationship Id="rId9" Type="http://schemas.openxmlformats.org/officeDocument/2006/relationships/image" Target="../media/image345.emf"/><Relationship Id="rId14" Type="http://schemas.openxmlformats.org/officeDocument/2006/relationships/image" Target="../media/image350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emf"/><Relationship Id="rId7" Type="http://schemas.openxmlformats.org/officeDocument/2006/relationships/image" Target="../media/image358.emf"/><Relationship Id="rId2" Type="http://schemas.openxmlformats.org/officeDocument/2006/relationships/image" Target="../media/image353.emf"/><Relationship Id="rId1" Type="http://schemas.openxmlformats.org/officeDocument/2006/relationships/image" Target="../media/image352.emf"/><Relationship Id="rId6" Type="http://schemas.openxmlformats.org/officeDocument/2006/relationships/image" Target="../media/image357.emf"/><Relationship Id="rId5" Type="http://schemas.openxmlformats.org/officeDocument/2006/relationships/image" Target="../media/image356.emf"/><Relationship Id="rId4" Type="http://schemas.openxmlformats.org/officeDocument/2006/relationships/image" Target="../media/image355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emf"/><Relationship Id="rId2" Type="http://schemas.openxmlformats.org/officeDocument/2006/relationships/image" Target="../media/image360.emf"/><Relationship Id="rId1" Type="http://schemas.openxmlformats.org/officeDocument/2006/relationships/image" Target="../media/image359.emf"/><Relationship Id="rId6" Type="http://schemas.openxmlformats.org/officeDocument/2006/relationships/image" Target="../media/image364.wmf"/><Relationship Id="rId5" Type="http://schemas.openxmlformats.org/officeDocument/2006/relationships/image" Target="../media/image363.emf"/><Relationship Id="rId4" Type="http://schemas.openxmlformats.org/officeDocument/2006/relationships/image" Target="../media/image362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emf"/><Relationship Id="rId2" Type="http://schemas.openxmlformats.org/officeDocument/2006/relationships/image" Target="../media/image360.emf"/><Relationship Id="rId1" Type="http://schemas.openxmlformats.org/officeDocument/2006/relationships/image" Target="../media/image362.emf"/><Relationship Id="rId6" Type="http://schemas.openxmlformats.org/officeDocument/2006/relationships/image" Target="../media/image366.wmf"/><Relationship Id="rId5" Type="http://schemas.openxmlformats.org/officeDocument/2006/relationships/image" Target="../media/image365.wmf"/><Relationship Id="rId4" Type="http://schemas.openxmlformats.org/officeDocument/2006/relationships/image" Target="../media/image331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7.wmf"/><Relationship Id="rId1" Type="http://schemas.openxmlformats.org/officeDocument/2006/relationships/image" Target="../media/image331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emf"/><Relationship Id="rId2" Type="http://schemas.openxmlformats.org/officeDocument/2006/relationships/image" Target="../media/image369.emf"/><Relationship Id="rId1" Type="http://schemas.openxmlformats.org/officeDocument/2006/relationships/image" Target="../media/image368.e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wmf"/><Relationship Id="rId1" Type="http://schemas.openxmlformats.org/officeDocument/2006/relationships/image" Target="../media/image371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emf"/><Relationship Id="rId3" Type="http://schemas.openxmlformats.org/officeDocument/2006/relationships/image" Target="../media/image375.emf"/><Relationship Id="rId7" Type="http://schemas.openxmlformats.org/officeDocument/2006/relationships/image" Target="../media/image379.emf"/><Relationship Id="rId2" Type="http://schemas.openxmlformats.org/officeDocument/2006/relationships/image" Target="../media/image374.emf"/><Relationship Id="rId1" Type="http://schemas.openxmlformats.org/officeDocument/2006/relationships/image" Target="../media/image373.emf"/><Relationship Id="rId6" Type="http://schemas.openxmlformats.org/officeDocument/2006/relationships/image" Target="../media/image378.emf"/><Relationship Id="rId5" Type="http://schemas.openxmlformats.org/officeDocument/2006/relationships/image" Target="../media/image377.emf"/><Relationship Id="rId4" Type="http://schemas.openxmlformats.org/officeDocument/2006/relationships/image" Target="../media/image376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emf"/><Relationship Id="rId7" Type="http://schemas.openxmlformats.org/officeDocument/2006/relationships/image" Target="../media/image387.emf"/><Relationship Id="rId2" Type="http://schemas.openxmlformats.org/officeDocument/2006/relationships/image" Target="../media/image382.emf"/><Relationship Id="rId1" Type="http://schemas.openxmlformats.org/officeDocument/2006/relationships/image" Target="../media/image381.emf"/><Relationship Id="rId6" Type="http://schemas.openxmlformats.org/officeDocument/2006/relationships/image" Target="../media/image386.emf"/><Relationship Id="rId5" Type="http://schemas.openxmlformats.org/officeDocument/2006/relationships/image" Target="../media/image385.emf"/><Relationship Id="rId4" Type="http://schemas.openxmlformats.org/officeDocument/2006/relationships/image" Target="../media/image384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emf"/><Relationship Id="rId2" Type="http://schemas.openxmlformats.org/officeDocument/2006/relationships/image" Target="../media/image389.emf"/><Relationship Id="rId1" Type="http://schemas.openxmlformats.org/officeDocument/2006/relationships/image" Target="../media/image388.emf"/><Relationship Id="rId5" Type="http://schemas.openxmlformats.org/officeDocument/2006/relationships/image" Target="../media/image392.emf"/><Relationship Id="rId4" Type="http://schemas.openxmlformats.org/officeDocument/2006/relationships/image" Target="../media/image391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emf"/><Relationship Id="rId2" Type="http://schemas.openxmlformats.org/officeDocument/2006/relationships/image" Target="../media/image394.emf"/><Relationship Id="rId1" Type="http://schemas.openxmlformats.org/officeDocument/2006/relationships/image" Target="../media/image393.emf"/><Relationship Id="rId4" Type="http://schemas.openxmlformats.org/officeDocument/2006/relationships/image" Target="../media/image396.e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emf"/><Relationship Id="rId3" Type="http://schemas.openxmlformats.org/officeDocument/2006/relationships/image" Target="../media/image399.emf"/><Relationship Id="rId7" Type="http://schemas.openxmlformats.org/officeDocument/2006/relationships/image" Target="../media/image403.emf"/><Relationship Id="rId2" Type="http://schemas.openxmlformats.org/officeDocument/2006/relationships/image" Target="../media/image398.emf"/><Relationship Id="rId1" Type="http://schemas.openxmlformats.org/officeDocument/2006/relationships/image" Target="../media/image397.emf"/><Relationship Id="rId6" Type="http://schemas.openxmlformats.org/officeDocument/2006/relationships/image" Target="../media/image402.emf"/><Relationship Id="rId5" Type="http://schemas.openxmlformats.org/officeDocument/2006/relationships/image" Target="../media/image401.emf"/><Relationship Id="rId4" Type="http://schemas.openxmlformats.org/officeDocument/2006/relationships/image" Target="../media/image400.emf"/><Relationship Id="rId9" Type="http://schemas.openxmlformats.org/officeDocument/2006/relationships/image" Target="../media/image405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emf"/><Relationship Id="rId2" Type="http://schemas.openxmlformats.org/officeDocument/2006/relationships/image" Target="../media/image407.emf"/><Relationship Id="rId1" Type="http://schemas.openxmlformats.org/officeDocument/2006/relationships/image" Target="../media/image406.emf"/><Relationship Id="rId5" Type="http://schemas.openxmlformats.org/officeDocument/2006/relationships/image" Target="../media/image410.emf"/><Relationship Id="rId4" Type="http://schemas.openxmlformats.org/officeDocument/2006/relationships/image" Target="../media/image409.e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3.emf"/><Relationship Id="rId2" Type="http://schemas.openxmlformats.org/officeDocument/2006/relationships/image" Target="../media/image412.emf"/><Relationship Id="rId1" Type="http://schemas.openxmlformats.org/officeDocument/2006/relationships/image" Target="../media/image411.emf"/><Relationship Id="rId4" Type="http://schemas.openxmlformats.org/officeDocument/2006/relationships/image" Target="../media/image414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3" Type="http://schemas.openxmlformats.org/officeDocument/2006/relationships/image" Target="../media/image417.emf"/><Relationship Id="rId7" Type="http://schemas.openxmlformats.org/officeDocument/2006/relationships/image" Target="../media/image421.wmf"/><Relationship Id="rId2" Type="http://schemas.openxmlformats.org/officeDocument/2006/relationships/image" Target="../media/image416.emf"/><Relationship Id="rId1" Type="http://schemas.openxmlformats.org/officeDocument/2006/relationships/image" Target="../media/image415.e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e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wmf"/><Relationship Id="rId7" Type="http://schemas.openxmlformats.org/officeDocument/2006/relationships/image" Target="../media/image424.wmf"/><Relationship Id="rId2" Type="http://schemas.openxmlformats.org/officeDocument/2006/relationships/image" Target="../media/image419.wmf"/><Relationship Id="rId1" Type="http://schemas.openxmlformats.org/officeDocument/2006/relationships/image" Target="../media/image415.emf"/><Relationship Id="rId6" Type="http://schemas.openxmlformats.org/officeDocument/2006/relationships/image" Target="../media/image423.wmf"/><Relationship Id="rId5" Type="http://schemas.openxmlformats.org/officeDocument/2006/relationships/image" Target="../media/image422.wmf"/><Relationship Id="rId4" Type="http://schemas.openxmlformats.org/officeDocument/2006/relationships/image" Target="../media/image421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emf"/><Relationship Id="rId3" Type="http://schemas.openxmlformats.org/officeDocument/2006/relationships/image" Target="../media/image427.wmf"/><Relationship Id="rId7" Type="http://schemas.openxmlformats.org/officeDocument/2006/relationships/image" Target="../media/image431.emf"/><Relationship Id="rId2" Type="http://schemas.openxmlformats.org/officeDocument/2006/relationships/image" Target="../media/image426.wmf"/><Relationship Id="rId1" Type="http://schemas.openxmlformats.org/officeDocument/2006/relationships/image" Target="../media/image425.wmf"/><Relationship Id="rId6" Type="http://schemas.openxmlformats.org/officeDocument/2006/relationships/image" Target="../media/image430.emf"/><Relationship Id="rId5" Type="http://schemas.openxmlformats.org/officeDocument/2006/relationships/image" Target="../media/image429.emf"/><Relationship Id="rId10" Type="http://schemas.openxmlformats.org/officeDocument/2006/relationships/image" Target="../media/image434.wmf"/><Relationship Id="rId4" Type="http://schemas.openxmlformats.org/officeDocument/2006/relationships/image" Target="../media/image428.wmf"/><Relationship Id="rId9" Type="http://schemas.openxmlformats.org/officeDocument/2006/relationships/image" Target="../media/image433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emf"/><Relationship Id="rId2" Type="http://schemas.openxmlformats.org/officeDocument/2006/relationships/image" Target="../media/image416.emf"/><Relationship Id="rId1" Type="http://schemas.openxmlformats.org/officeDocument/2006/relationships/image" Target="../media/image415.emf"/><Relationship Id="rId5" Type="http://schemas.openxmlformats.org/officeDocument/2006/relationships/image" Target="../media/image436.wmf"/><Relationship Id="rId4" Type="http://schemas.openxmlformats.org/officeDocument/2006/relationships/image" Target="../media/image435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emf"/><Relationship Id="rId3" Type="http://schemas.openxmlformats.org/officeDocument/2006/relationships/image" Target="../media/image440.emf"/><Relationship Id="rId7" Type="http://schemas.openxmlformats.org/officeDocument/2006/relationships/image" Target="../media/image444.emf"/><Relationship Id="rId2" Type="http://schemas.openxmlformats.org/officeDocument/2006/relationships/image" Target="../media/image439.emf"/><Relationship Id="rId1" Type="http://schemas.openxmlformats.org/officeDocument/2006/relationships/image" Target="../media/image438.emf"/><Relationship Id="rId6" Type="http://schemas.openxmlformats.org/officeDocument/2006/relationships/image" Target="../media/image443.emf"/><Relationship Id="rId5" Type="http://schemas.openxmlformats.org/officeDocument/2006/relationships/image" Target="../media/image442.emf"/><Relationship Id="rId4" Type="http://schemas.openxmlformats.org/officeDocument/2006/relationships/image" Target="../media/image441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emf"/><Relationship Id="rId3" Type="http://schemas.openxmlformats.org/officeDocument/2006/relationships/image" Target="../media/image448.emf"/><Relationship Id="rId7" Type="http://schemas.openxmlformats.org/officeDocument/2006/relationships/image" Target="../media/image452.emf"/><Relationship Id="rId2" Type="http://schemas.openxmlformats.org/officeDocument/2006/relationships/image" Target="../media/image447.emf"/><Relationship Id="rId1" Type="http://schemas.openxmlformats.org/officeDocument/2006/relationships/image" Target="../media/image446.emf"/><Relationship Id="rId6" Type="http://schemas.openxmlformats.org/officeDocument/2006/relationships/image" Target="../media/image451.emf"/><Relationship Id="rId5" Type="http://schemas.openxmlformats.org/officeDocument/2006/relationships/image" Target="../media/image450.emf"/><Relationship Id="rId4" Type="http://schemas.openxmlformats.org/officeDocument/2006/relationships/image" Target="../media/image449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emf"/><Relationship Id="rId3" Type="http://schemas.openxmlformats.org/officeDocument/2006/relationships/image" Target="../media/image456.wmf"/><Relationship Id="rId7" Type="http://schemas.openxmlformats.org/officeDocument/2006/relationships/image" Target="../media/image460.emf"/><Relationship Id="rId2" Type="http://schemas.openxmlformats.org/officeDocument/2006/relationships/image" Target="../media/image455.emf"/><Relationship Id="rId1" Type="http://schemas.openxmlformats.org/officeDocument/2006/relationships/image" Target="../media/image454.emf"/><Relationship Id="rId6" Type="http://schemas.openxmlformats.org/officeDocument/2006/relationships/image" Target="../media/image459.emf"/><Relationship Id="rId5" Type="http://schemas.openxmlformats.org/officeDocument/2006/relationships/image" Target="../media/image458.emf"/><Relationship Id="rId4" Type="http://schemas.openxmlformats.org/officeDocument/2006/relationships/image" Target="../media/image457.e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emf"/><Relationship Id="rId3" Type="http://schemas.openxmlformats.org/officeDocument/2006/relationships/image" Target="../media/image464.wmf"/><Relationship Id="rId7" Type="http://schemas.openxmlformats.org/officeDocument/2006/relationships/image" Target="../media/image468.emf"/><Relationship Id="rId2" Type="http://schemas.openxmlformats.org/officeDocument/2006/relationships/image" Target="../media/image463.wmf"/><Relationship Id="rId1" Type="http://schemas.openxmlformats.org/officeDocument/2006/relationships/image" Target="../media/image462.emf"/><Relationship Id="rId6" Type="http://schemas.openxmlformats.org/officeDocument/2006/relationships/image" Target="../media/image467.emf"/><Relationship Id="rId11" Type="http://schemas.openxmlformats.org/officeDocument/2006/relationships/image" Target="../media/image419.wmf"/><Relationship Id="rId5" Type="http://schemas.openxmlformats.org/officeDocument/2006/relationships/image" Target="../media/image466.emf"/><Relationship Id="rId10" Type="http://schemas.openxmlformats.org/officeDocument/2006/relationships/image" Target="../media/image471.wmf"/><Relationship Id="rId4" Type="http://schemas.openxmlformats.org/officeDocument/2006/relationships/image" Target="../media/image465.wmf"/><Relationship Id="rId9" Type="http://schemas.openxmlformats.org/officeDocument/2006/relationships/image" Target="../media/image470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wmf"/><Relationship Id="rId2" Type="http://schemas.openxmlformats.org/officeDocument/2006/relationships/image" Target="../media/image455.emf"/><Relationship Id="rId1" Type="http://schemas.openxmlformats.org/officeDocument/2006/relationships/image" Target="../media/image454.emf"/><Relationship Id="rId6" Type="http://schemas.openxmlformats.org/officeDocument/2006/relationships/image" Target="../media/image474.wmf"/><Relationship Id="rId5" Type="http://schemas.openxmlformats.org/officeDocument/2006/relationships/image" Target="../media/image473.wmf"/><Relationship Id="rId4" Type="http://schemas.openxmlformats.org/officeDocument/2006/relationships/image" Target="../media/image472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emf"/><Relationship Id="rId2" Type="http://schemas.openxmlformats.org/officeDocument/2006/relationships/image" Target="../media/image288.emf"/><Relationship Id="rId1" Type="http://schemas.openxmlformats.org/officeDocument/2006/relationships/image" Target="../media/image287.emf"/><Relationship Id="rId4" Type="http://schemas.openxmlformats.org/officeDocument/2006/relationships/image" Target="../media/image290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8.wmf"/><Relationship Id="rId2" Type="http://schemas.openxmlformats.org/officeDocument/2006/relationships/image" Target="../media/image477.wmf"/><Relationship Id="rId1" Type="http://schemas.openxmlformats.org/officeDocument/2006/relationships/image" Target="../media/image476.wmf"/><Relationship Id="rId5" Type="http://schemas.openxmlformats.org/officeDocument/2006/relationships/image" Target="../media/image480.wmf"/><Relationship Id="rId4" Type="http://schemas.openxmlformats.org/officeDocument/2006/relationships/image" Target="../media/image479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wmf"/><Relationship Id="rId7" Type="http://schemas.openxmlformats.org/officeDocument/2006/relationships/image" Target="../media/image486.wmf"/><Relationship Id="rId2" Type="http://schemas.openxmlformats.org/officeDocument/2006/relationships/image" Target="../media/image482.wmf"/><Relationship Id="rId1" Type="http://schemas.openxmlformats.org/officeDocument/2006/relationships/image" Target="../media/image481.wmf"/><Relationship Id="rId6" Type="http://schemas.openxmlformats.org/officeDocument/2006/relationships/image" Target="../media/image485.wmf"/><Relationship Id="rId5" Type="http://schemas.openxmlformats.org/officeDocument/2006/relationships/image" Target="../media/image484.wmf"/><Relationship Id="rId4" Type="http://schemas.openxmlformats.org/officeDocument/2006/relationships/image" Target="../media/image483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wmf"/><Relationship Id="rId3" Type="http://schemas.openxmlformats.org/officeDocument/2006/relationships/image" Target="../media/image489.wmf"/><Relationship Id="rId7" Type="http://schemas.openxmlformats.org/officeDocument/2006/relationships/image" Target="../media/image493.wmf"/><Relationship Id="rId2" Type="http://schemas.openxmlformats.org/officeDocument/2006/relationships/image" Target="../media/image488.wmf"/><Relationship Id="rId1" Type="http://schemas.openxmlformats.org/officeDocument/2006/relationships/image" Target="../media/image487.wmf"/><Relationship Id="rId6" Type="http://schemas.openxmlformats.org/officeDocument/2006/relationships/image" Target="../media/image492.wmf"/><Relationship Id="rId5" Type="http://schemas.openxmlformats.org/officeDocument/2006/relationships/image" Target="../media/image491.wmf"/><Relationship Id="rId4" Type="http://schemas.openxmlformats.org/officeDocument/2006/relationships/image" Target="../media/image490.wmf"/><Relationship Id="rId9" Type="http://schemas.openxmlformats.org/officeDocument/2006/relationships/image" Target="../media/image495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7.wmf"/><Relationship Id="rId2" Type="http://schemas.openxmlformats.org/officeDocument/2006/relationships/image" Target="../media/image496.wmf"/><Relationship Id="rId1" Type="http://schemas.openxmlformats.org/officeDocument/2006/relationships/image" Target="../media/image287.emf"/><Relationship Id="rId5" Type="http://schemas.openxmlformats.org/officeDocument/2006/relationships/image" Target="../media/image499.wmf"/><Relationship Id="rId4" Type="http://schemas.openxmlformats.org/officeDocument/2006/relationships/image" Target="../media/image498.wmf"/></Relationships>
</file>

<file path=ppt/drawings/_rels/vmlDrawing7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1.wmf"/><Relationship Id="rId1" Type="http://schemas.openxmlformats.org/officeDocument/2006/relationships/image" Target="../media/image500.w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wmf"/><Relationship Id="rId7" Type="http://schemas.openxmlformats.org/officeDocument/2006/relationships/image" Target="../media/image508.wmf"/><Relationship Id="rId2" Type="http://schemas.openxmlformats.org/officeDocument/2006/relationships/image" Target="../media/image503.wmf"/><Relationship Id="rId1" Type="http://schemas.openxmlformats.org/officeDocument/2006/relationships/image" Target="../media/image502.wmf"/><Relationship Id="rId6" Type="http://schemas.openxmlformats.org/officeDocument/2006/relationships/image" Target="../media/image507.wmf"/><Relationship Id="rId5" Type="http://schemas.openxmlformats.org/officeDocument/2006/relationships/image" Target="../media/image506.wmf"/><Relationship Id="rId4" Type="http://schemas.openxmlformats.org/officeDocument/2006/relationships/image" Target="../media/image505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wmf"/><Relationship Id="rId2" Type="http://schemas.openxmlformats.org/officeDocument/2006/relationships/image" Target="../media/image510.wmf"/><Relationship Id="rId1" Type="http://schemas.openxmlformats.org/officeDocument/2006/relationships/image" Target="../media/image509.w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wmf"/><Relationship Id="rId2" Type="http://schemas.openxmlformats.org/officeDocument/2006/relationships/image" Target="../media/image513.wmf"/><Relationship Id="rId1" Type="http://schemas.openxmlformats.org/officeDocument/2006/relationships/image" Target="../media/image512.wmf"/><Relationship Id="rId6" Type="http://schemas.openxmlformats.org/officeDocument/2006/relationships/image" Target="../media/image517.wmf"/><Relationship Id="rId5" Type="http://schemas.openxmlformats.org/officeDocument/2006/relationships/image" Target="../media/image516.wmf"/><Relationship Id="rId4" Type="http://schemas.openxmlformats.org/officeDocument/2006/relationships/image" Target="../media/image515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wmf"/><Relationship Id="rId2" Type="http://schemas.openxmlformats.org/officeDocument/2006/relationships/image" Target="../media/image519.wmf"/><Relationship Id="rId1" Type="http://schemas.openxmlformats.org/officeDocument/2006/relationships/image" Target="../media/image518.wmf"/><Relationship Id="rId6" Type="http://schemas.openxmlformats.org/officeDocument/2006/relationships/image" Target="../media/image523.wmf"/><Relationship Id="rId5" Type="http://schemas.openxmlformats.org/officeDocument/2006/relationships/image" Target="../media/image522.wmf"/><Relationship Id="rId4" Type="http://schemas.openxmlformats.org/officeDocument/2006/relationships/image" Target="../media/image521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6.wmf"/><Relationship Id="rId2" Type="http://schemas.openxmlformats.org/officeDocument/2006/relationships/image" Target="../media/image525.wmf"/><Relationship Id="rId1" Type="http://schemas.openxmlformats.org/officeDocument/2006/relationships/image" Target="../media/image524.wmf"/><Relationship Id="rId5" Type="http://schemas.openxmlformats.org/officeDocument/2006/relationships/image" Target="../media/image528.wmf"/><Relationship Id="rId4" Type="http://schemas.openxmlformats.org/officeDocument/2006/relationships/image" Target="../media/image527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wmf"/><Relationship Id="rId2" Type="http://schemas.openxmlformats.org/officeDocument/2006/relationships/image" Target="../media/image530.wmf"/><Relationship Id="rId1" Type="http://schemas.openxmlformats.org/officeDocument/2006/relationships/image" Target="../media/image529.wmf"/><Relationship Id="rId5" Type="http://schemas.openxmlformats.org/officeDocument/2006/relationships/image" Target="../media/image533.wmf"/><Relationship Id="rId4" Type="http://schemas.openxmlformats.org/officeDocument/2006/relationships/image" Target="../media/image532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wmf"/><Relationship Id="rId2" Type="http://schemas.openxmlformats.org/officeDocument/2006/relationships/image" Target="../media/image535.wmf"/><Relationship Id="rId1" Type="http://schemas.openxmlformats.org/officeDocument/2006/relationships/image" Target="../media/image534.wmf"/><Relationship Id="rId4" Type="http://schemas.openxmlformats.org/officeDocument/2006/relationships/image" Target="../media/image537.w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9.wmf"/><Relationship Id="rId2" Type="http://schemas.openxmlformats.org/officeDocument/2006/relationships/image" Target="../media/image538.wmf"/><Relationship Id="rId1" Type="http://schemas.openxmlformats.org/officeDocument/2006/relationships/image" Target="../media/image496.wmf"/><Relationship Id="rId6" Type="http://schemas.openxmlformats.org/officeDocument/2006/relationships/image" Target="../media/image542.wmf"/><Relationship Id="rId5" Type="http://schemas.openxmlformats.org/officeDocument/2006/relationships/image" Target="../media/image541.wmf"/><Relationship Id="rId4" Type="http://schemas.openxmlformats.org/officeDocument/2006/relationships/image" Target="../media/image540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8.wmf"/><Relationship Id="rId2" Type="http://schemas.openxmlformats.org/officeDocument/2006/relationships/image" Target="../media/image535.wmf"/><Relationship Id="rId1" Type="http://schemas.openxmlformats.org/officeDocument/2006/relationships/image" Target="../media/image543.wmf"/><Relationship Id="rId5" Type="http://schemas.openxmlformats.org/officeDocument/2006/relationships/image" Target="../media/image545.wmf"/><Relationship Id="rId4" Type="http://schemas.openxmlformats.org/officeDocument/2006/relationships/image" Target="../media/image544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8.wmf"/><Relationship Id="rId2" Type="http://schemas.openxmlformats.org/officeDocument/2006/relationships/image" Target="../media/image546.wmf"/><Relationship Id="rId1" Type="http://schemas.openxmlformats.org/officeDocument/2006/relationships/image" Target="../media/image496.w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wmf"/><Relationship Id="rId2" Type="http://schemas.openxmlformats.org/officeDocument/2006/relationships/image" Target="../media/image548.wmf"/><Relationship Id="rId1" Type="http://schemas.openxmlformats.org/officeDocument/2006/relationships/image" Target="../media/image547.wmf"/></Relationships>
</file>

<file path=ppt/drawings/_rels/vmlDrawing8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2.emf"/><Relationship Id="rId7" Type="http://schemas.openxmlformats.org/officeDocument/2006/relationships/image" Target="../media/image556.emf"/><Relationship Id="rId2" Type="http://schemas.openxmlformats.org/officeDocument/2006/relationships/image" Target="../media/image551.emf"/><Relationship Id="rId1" Type="http://schemas.openxmlformats.org/officeDocument/2006/relationships/image" Target="../media/image550.emf"/><Relationship Id="rId6" Type="http://schemas.openxmlformats.org/officeDocument/2006/relationships/image" Target="../media/image555.emf"/><Relationship Id="rId5" Type="http://schemas.openxmlformats.org/officeDocument/2006/relationships/image" Target="../media/image554.emf"/><Relationship Id="rId4" Type="http://schemas.openxmlformats.org/officeDocument/2006/relationships/image" Target="../media/image553.emf"/></Relationships>
</file>

<file path=ppt/drawings/_rels/vmlDrawing8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emf"/><Relationship Id="rId3" Type="http://schemas.openxmlformats.org/officeDocument/2006/relationships/image" Target="../media/image559.emf"/><Relationship Id="rId7" Type="http://schemas.openxmlformats.org/officeDocument/2006/relationships/image" Target="../media/image563.emf"/><Relationship Id="rId12" Type="http://schemas.openxmlformats.org/officeDocument/2006/relationships/image" Target="../media/image568.emf"/><Relationship Id="rId2" Type="http://schemas.openxmlformats.org/officeDocument/2006/relationships/image" Target="../media/image558.emf"/><Relationship Id="rId1" Type="http://schemas.openxmlformats.org/officeDocument/2006/relationships/image" Target="../media/image557.emf"/><Relationship Id="rId6" Type="http://schemas.openxmlformats.org/officeDocument/2006/relationships/image" Target="../media/image562.emf"/><Relationship Id="rId11" Type="http://schemas.openxmlformats.org/officeDocument/2006/relationships/image" Target="../media/image567.emf"/><Relationship Id="rId5" Type="http://schemas.openxmlformats.org/officeDocument/2006/relationships/image" Target="../media/image561.emf"/><Relationship Id="rId10" Type="http://schemas.openxmlformats.org/officeDocument/2006/relationships/image" Target="../media/image566.emf"/><Relationship Id="rId4" Type="http://schemas.openxmlformats.org/officeDocument/2006/relationships/image" Target="../media/image560.emf"/><Relationship Id="rId9" Type="http://schemas.openxmlformats.org/officeDocument/2006/relationships/image" Target="../media/image565.emf"/></Relationships>
</file>

<file path=ppt/drawings/_rels/vmlDrawing8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6.emf"/><Relationship Id="rId3" Type="http://schemas.openxmlformats.org/officeDocument/2006/relationships/image" Target="../media/image571.emf"/><Relationship Id="rId7" Type="http://schemas.openxmlformats.org/officeDocument/2006/relationships/image" Target="../media/image575.emf"/><Relationship Id="rId2" Type="http://schemas.openxmlformats.org/officeDocument/2006/relationships/image" Target="../media/image570.emf"/><Relationship Id="rId1" Type="http://schemas.openxmlformats.org/officeDocument/2006/relationships/image" Target="../media/image569.emf"/><Relationship Id="rId6" Type="http://schemas.openxmlformats.org/officeDocument/2006/relationships/image" Target="../media/image574.emf"/><Relationship Id="rId5" Type="http://schemas.openxmlformats.org/officeDocument/2006/relationships/image" Target="../media/image573.emf"/><Relationship Id="rId4" Type="http://schemas.openxmlformats.org/officeDocument/2006/relationships/image" Target="../media/image572.emf"/><Relationship Id="rId9" Type="http://schemas.openxmlformats.org/officeDocument/2006/relationships/image" Target="../media/image577.emf"/></Relationships>
</file>

<file path=ppt/drawings/_rels/vmlDrawing8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5.emf"/><Relationship Id="rId3" Type="http://schemas.openxmlformats.org/officeDocument/2006/relationships/image" Target="../media/image580.emf"/><Relationship Id="rId7" Type="http://schemas.openxmlformats.org/officeDocument/2006/relationships/image" Target="../media/image584.emf"/><Relationship Id="rId12" Type="http://schemas.openxmlformats.org/officeDocument/2006/relationships/image" Target="../media/image589.emf"/><Relationship Id="rId2" Type="http://schemas.openxmlformats.org/officeDocument/2006/relationships/image" Target="../media/image579.emf"/><Relationship Id="rId1" Type="http://schemas.openxmlformats.org/officeDocument/2006/relationships/image" Target="../media/image578.emf"/><Relationship Id="rId6" Type="http://schemas.openxmlformats.org/officeDocument/2006/relationships/image" Target="../media/image583.emf"/><Relationship Id="rId11" Type="http://schemas.openxmlformats.org/officeDocument/2006/relationships/image" Target="../media/image588.emf"/><Relationship Id="rId5" Type="http://schemas.openxmlformats.org/officeDocument/2006/relationships/image" Target="../media/image582.emf"/><Relationship Id="rId10" Type="http://schemas.openxmlformats.org/officeDocument/2006/relationships/image" Target="../media/image587.emf"/><Relationship Id="rId4" Type="http://schemas.openxmlformats.org/officeDocument/2006/relationships/image" Target="../media/image581.emf"/><Relationship Id="rId9" Type="http://schemas.openxmlformats.org/officeDocument/2006/relationships/image" Target="../media/image586.emf"/></Relationships>
</file>

<file path=ppt/drawings/_rels/vmlDrawing8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emf"/><Relationship Id="rId3" Type="http://schemas.openxmlformats.org/officeDocument/2006/relationships/image" Target="../media/image592.emf"/><Relationship Id="rId7" Type="http://schemas.openxmlformats.org/officeDocument/2006/relationships/image" Target="../media/image596.emf"/><Relationship Id="rId12" Type="http://schemas.openxmlformats.org/officeDocument/2006/relationships/image" Target="../media/image601.emf"/><Relationship Id="rId2" Type="http://schemas.openxmlformats.org/officeDocument/2006/relationships/image" Target="../media/image591.emf"/><Relationship Id="rId1" Type="http://schemas.openxmlformats.org/officeDocument/2006/relationships/image" Target="../media/image590.emf"/><Relationship Id="rId6" Type="http://schemas.openxmlformats.org/officeDocument/2006/relationships/image" Target="../media/image595.emf"/><Relationship Id="rId11" Type="http://schemas.openxmlformats.org/officeDocument/2006/relationships/image" Target="../media/image600.emf"/><Relationship Id="rId5" Type="http://schemas.openxmlformats.org/officeDocument/2006/relationships/image" Target="../media/image594.emf"/><Relationship Id="rId10" Type="http://schemas.openxmlformats.org/officeDocument/2006/relationships/image" Target="../media/image599.emf"/><Relationship Id="rId4" Type="http://schemas.openxmlformats.org/officeDocument/2006/relationships/image" Target="../media/image593.emf"/><Relationship Id="rId9" Type="http://schemas.openxmlformats.org/officeDocument/2006/relationships/image" Target="../media/image598.emf"/></Relationships>
</file>

<file path=ppt/drawings/_rels/vmlDrawing8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4.wmf"/><Relationship Id="rId7" Type="http://schemas.openxmlformats.org/officeDocument/2006/relationships/image" Target="../media/image608.wmf"/><Relationship Id="rId2" Type="http://schemas.openxmlformats.org/officeDocument/2006/relationships/image" Target="../media/image603.wmf"/><Relationship Id="rId1" Type="http://schemas.openxmlformats.org/officeDocument/2006/relationships/image" Target="../media/image602.wmf"/><Relationship Id="rId6" Type="http://schemas.openxmlformats.org/officeDocument/2006/relationships/image" Target="../media/image607.wmf"/><Relationship Id="rId5" Type="http://schemas.openxmlformats.org/officeDocument/2006/relationships/image" Target="../media/image606.wmf"/><Relationship Id="rId4" Type="http://schemas.openxmlformats.org/officeDocument/2006/relationships/image" Target="../media/image605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wmf"/><Relationship Id="rId2" Type="http://schemas.openxmlformats.org/officeDocument/2006/relationships/image" Target="../media/image611.wmf"/><Relationship Id="rId1" Type="http://schemas.openxmlformats.org/officeDocument/2006/relationships/image" Target="../media/image610.w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6.wmf"/><Relationship Id="rId2" Type="http://schemas.openxmlformats.org/officeDocument/2006/relationships/image" Target="../media/image615.wmf"/><Relationship Id="rId1" Type="http://schemas.openxmlformats.org/officeDocument/2006/relationships/image" Target="../media/image614.wmf"/><Relationship Id="rId6" Type="http://schemas.openxmlformats.org/officeDocument/2006/relationships/image" Target="../media/image619.wmf"/><Relationship Id="rId5" Type="http://schemas.openxmlformats.org/officeDocument/2006/relationships/image" Target="../media/image618.wmf"/><Relationship Id="rId4" Type="http://schemas.openxmlformats.org/officeDocument/2006/relationships/image" Target="../media/image617.wmf"/></Relationships>
</file>

<file path=ppt/drawings/_rels/vmlDrawing9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wmf"/><Relationship Id="rId3" Type="http://schemas.openxmlformats.org/officeDocument/2006/relationships/image" Target="../media/image621.wmf"/><Relationship Id="rId7" Type="http://schemas.openxmlformats.org/officeDocument/2006/relationships/image" Target="../media/image615.wmf"/><Relationship Id="rId2" Type="http://schemas.openxmlformats.org/officeDocument/2006/relationships/image" Target="../media/image620.wmf"/><Relationship Id="rId1" Type="http://schemas.openxmlformats.org/officeDocument/2006/relationships/image" Target="../media/image619.wmf"/><Relationship Id="rId6" Type="http://schemas.openxmlformats.org/officeDocument/2006/relationships/image" Target="../media/image624.wmf"/><Relationship Id="rId5" Type="http://schemas.openxmlformats.org/officeDocument/2006/relationships/image" Target="../media/image623.wmf"/><Relationship Id="rId4" Type="http://schemas.openxmlformats.org/officeDocument/2006/relationships/image" Target="../media/image622.wmf"/><Relationship Id="rId9" Type="http://schemas.openxmlformats.org/officeDocument/2006/relationships/image" Target="../media/image625.w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7.wmf"/><Relationship Id="rId7" Type="http://schemas.openxmlformats.org/officeDocument/2006/relationships/image" Target="../media/image630.wmf"/><Relationship Id="rId2" Type="http://schemas.openxmlformats.org/officeDocument/2006/relationships/image" Target="../media/image615.wmf"/><Relationship Id="rId1" Type="http://schemas.openxmlformats.org/officeDocument/2006/relationships/image" Target="../media/image626.wmf"/><Relationship Id="rId6" Type="http://schemas.openxmlformats.org/officeDocument/2006/relationships/image" Target="../media/image629.wmf"/><Relationship Id="rId5" Type="http://schemas.openxmlformats.org/officeDocument/2006/relationships/image" Target="../media/image628.wmf"/><Relationship Id="rId4" Type="http://schemas.openxmlformats.org/officeDocument/2006/relationships/image" Target="../media/image625.w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wmf"/><Relationship Id="rId2" Type="http://schemas.openxmlformats.org/officeDocument/2006/relationships/image" Target="../media/image611.wmf"/><Relationship Id="rId1" Type="http://schemas.openxmlformats.org/officeDocument/2006/relationships/image" Target="../media/image610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3.wmf"/><Relationship Id="rId2" Type="http://schemas.openxmlformats.org/officeDocument/2006/relationships/image" Target="../media/image632.wmf"/><Relationship Id="rId1" Type="http://schemas.openxmlformats.org/officeDocument/2006/relationships/image" Target="../media/image631.wmf"/></Relationships>
</file>

<file path=ppt/drawings/_rels/vmlDrawing9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4.wmf"/><Relationship Id="rId1" Type="http://schemas.openxmlformats.org/officeDocument/2006/relationships/image" Target="../media/image631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7.wmf"/><Relationship Id="rId2" Type="http://schemas.openxmlformats.org/officeDocument/2006/relationships/image" Target="../media/image636.wmf"/><Relationship Id="rId1" Type="http://schemas.openxmlformats.org/officeDocument/2006/relationships/image" Target="../media/image635.wmf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8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3.wmf"/><Relationship Id="rId2" Type="http://schemas.openxmlformats.org/officeDocument/2006/relationships/image" Target="../media/image632.wmf"/><Relationship Id="rId1" Type="http://schemas.openxmlformats.org/officeDocument/2006/relationships/image" Target="../media/image631.wmf"/><Relationship Id="rId6" Type="http://schemas.openxmlformats.org/officeDocument/2006/relationships/image" Target="../media/image641.wmf"/><Relationship Id="rId5" Type="http://schemas.openxmlformats.org/officeDocument/2006/relationships/image" Target="../media/image640.wmf"/><Relationship Id="rId4" Type="http://schemas.openxmlformats.org/officeDocument/2006/relationships/image" Target="../media/image639.w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wmf"/><Relationship Id="rId2" Type="http://schemas.openxmlformats.org/officeDocument/2006/relationships/image" Target="../media/image548.wmf"/><Relationship Id="rId1" Type="http://schemas.openxmlformats.org/officeDocument/2006/relationships/image" Target="../media/image547.wmf"/></Relationships>
</file>

<file path=ppt/drawings/_rels/vmlDrawing10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3.wmf"/><Relationship Id="rId1" Type="http://schemas.openxmlformats.org/officeDocument/2006/relationships/image" Target="../media/image642.wmf"/></Relationships>
</file>

<file path=ppt/drawings/_rels/vmlDrawing10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emf"/><Relationship Id="rId2" Type="http://schemas.openxmlformats.org/officeDocument/2006/relationships/image" Target="../media/image288.emf"/><Relationship Id="rId1" Type="http://schemas.openxmlformats.org/officeDocument/2006/relationships/image" Target="../media/image287.emf"/><Relationship Id="rId4" Type="http://schemas.openxmlformats.org/officeDocument/2006/relationships/image" Target="../media/image290.w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6.wmf"/><Relationship Id="rId2" Type="http://schemas.openxmlformats.org/officeDocument/2006/relationships/image" Target="../media/image645.wmf"/><Relationship Id="rId1" Type="http://schemas.openxmlformats.org/officeDocument/2006/relationships/image" Target="../media/image644.wmf"/></Relationships>
</file>

<file path=ppt/drawings/_rels/vmlDrawing10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6.wmf"/><Relationship Id="rId1" Type="http://schemas.openxmlformats.org/officeDocument/2006/relationships/image" Target="../media/image644.w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emf"/><Relationship Id="rId2" Type="http://schemas.openxmlformats.org/officeDocument/2006/relationships/image" Target="../media/image216.emf"/><Relationship Id="rId1" Type="http://schemas.openxmlformats.org/officeDocument/2006/relationships/image" Target="../media/image2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1F33FFF-0447-4807-B586-70A1AFCFDB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CC791B8-E2A1-49CF-8495-672151D4D1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9C40B24-BEF6-4010-99F3-402A981A5B0C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Phi</a:t>
            </a:r>
            <a:r>
              <a:rPr lang="zh-CN" altLang="en-US"/>
              <a:t>， </a:t>
            </a:r>
            <a:r>
              <a:rPr lang="en-US" altLang="zh-CN"/>
              <a:t>psi</a:t>
            </a: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E8C1A0-4C0C-49EE-8B1B-451C0E6C86FC}" type="slidenum">
              <a:rPr lang="en-US" altLang="zh-CN" sz="1200" smtClean="0"/>
              <a:pPr/>
              <a:t>44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psi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C791B8-E2A1-49CF-8495-672151D4D18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66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0C2286-0E3B-45D0-877A-C54B1ADBE6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3951912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030BA-9E06-426E-A9D6-E936FA0518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023947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4F13A-9E25-47BF-B551-63B95C90F4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9629437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0A630-37AD-485F-B745-2FF3C95357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756634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EB8DE-1A42-44D2-A7EC-A8EFA6756F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7253321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453AA-F95C-4DE3-A766-C8A264C8D3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2485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rgbClr val="052473"/>
            </a:gs>
            <a:gs pos="100000">
              <a:schemeClr val="accent3">
                <a:lumMod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7A55F-106D-407F-B507-86512189F0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8816334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584B7-0D7E-40D9-A90F-F8385826C4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313155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91350-9329-434A-AB8E-22DBC0F897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8972955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2A5D9-7B37-4DBE-B4B5-C6E63C3D9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453387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9AF37-E17E-4DC9-B757-2A4EB26CB0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7810345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52473"/>
            </a:gs>
            <a:gs pos="100000">
              <a:schemeClr val="accent3">
                <a:lumMod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B9EEC1B5-8EAB-4926-853B-2055C5A7C6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14.xml"/><Relationship Id="rId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slide" Target="slide5.xml"/><Relationship Id="rId11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10" Type="http://schemas.openxmlformats.org/officeDocument/2006/relationships/image" Target="../media/image7.e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2.emf"/><Relationship Id="rId26" Type="http://schemas.openxmlformats.org/officeDocument/2006/relationships/image" Target="../media/image26.emf"/><Relationship Id="rId3" Type="http://schemas.openxmlformats.org/officeDocument/2006/relationships/image" Target="../media/image28.png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.emf"/><Relationship Id="rId20" Type="http://schemas.openxmlformats.org/officeDocument/2006/relationships/image" Target="../media/image23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5.e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28" Type="http://schemas.openxmlformats.org/officeDocument/2006/relationships/image" Target="../media/image27.emf"/><Relationship Id="rId10" Type="http://schemas.openxmlformats.org/officeDocument/2006/relationships/image" Target="../media/image18.e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29.png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emf"/><Relationship Id="rId22" Type="http://schemas.openxmlformats.org/officeDocument/2006/relationships/image" Target="../media/image24.emf"/><Relationship Id="rId27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7.emf"/><Relationship Id="rId26" Type="http://schemas.openxmlformats.org/officeDocument/2006/relationships/image" Target="../media/image41.emf"/><Relationship Id="rId39" Type="http://schemas.openxmlformats.org/officeDocument/2006/relationships/image" Target="../media/image48.png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45.e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emf"/><Relationship Id="rId20" Type="http://schemas.openxmlformats.org/officeDocument/2006/relationships/image" Target="../media/image38.emf"/><Relationship Id="rId29" Type="http://schemas.openxmlformats.org/officeDocument/2006/relationships/oleObject" Target="../embeddings/oleObject3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40.emf"/><Relationship Id="rId32" Type="http://schemas.openxmlformats.org/officeDocument/2006/relationships/image" Target="../media/image44.emf"/><Relationship Id="rId37" Type="http://schemas.openxmlformats.org/officeDocument/2006/relationships/oleObject" Target="../embeddings/oleObject41.bin"/><Relationship Id="rId40" Type="http://schemas.openxmlformats.org/officeDocument/2006/relationships/image" Target="../media/image49.png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42.emf"/><Relationship Id="rId36" Type="http://schemas.openxmlformats.org/officeDocument/2006/relationships/image" Target="../media/image46.emf"/><Relationship Id="rId10" Type="http://schemas.openxmlformats.org/officeDocument/2006/relationships/image" Target="../media/image33.e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" Type="http://schemas.openxmlformats.org/officeDocument/2006/relationships/image" Target="../media/image30.e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5.emf"/><Relationship Id="rId22" Type="http://schemas.openxmlformats.org/officeDocument/2006/relationships/image" Target="../media/image39.e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43.emf"/><Relationship Id="rId35" Type="http://schemas.openxmlformats.org/officeDocument/2006/relationships/oleObject" Target="../embeddings/oleObject40.bin"/><Relationship Id="rId8" Type="http://schemas.openxmlformats.org/officeDocument/2006/relationships/image" Target="../media/image32.emf"/><Relationship Id="rId3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7.emf"/><Relationship Id="rId26" Type="http://schemas.openxmlformats.org/officeDocument/2006/relationships/image" Target="../media/image61.e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4.e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emf"/><Relationship Id="rId20" Type="http://schemas.openxmlformats.org/officeDocument/2006/relationships/image" Target="../media/image58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60.e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62.emf"/><Relationship Id="rId10" Type="http://schemas.openxmlformats.org/officeDocument/2006/relationships/image" Target="../media/image53.emf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50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5.emf"/><Relationship Id="rId22" Type="http://schemas.openxmlformats.org/officeDocument/2006/relationships/image" Target="../media/image59.emf"/><Relationship Id="rId27" Type="http://schemas.openxmlformats.org/officeDocument/2006/relationships/oleObject" Target="../embeddings/oleObject5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70.emf"/><Relationship Id="rId26" Type="http://schemas.openxmlformats.org/officeDocument/2006/relationships/image" Target="../media/image74.e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7.e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emf"/><Relationship Id="rId20" Type="http://schemas.openxmlformats.org/officeDocument/2006/relationships/image" Target="../media/image71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73.e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66.e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8.emf"/><Relationship Id="rId22" Type="http://schemas.openxmlformats.org/officeDocument/2006/relationships/image" Target="../media/image72.emf"/><Relationship Id="rId27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emf"/><Relationship Id="rId18" Type="http://schemas.openxmlformats.org/officeDocument/2006/relationships/oleObject" Target="../embeddings/oleObject62.bin"/><Relationship Id="rId26" Type="http://schemas.openxmlformats.org/officeDocument/2006/relationships/oleObject" Target="../embeddings/oleObject66.bin"/><Relationship Id="rId3" Type="http://schemas.openxmlformats.org/officeDocument/2006/relationships/image" Target="../media/image75.png"/><Relationship Id="rId21" Type="http://schemas.openxmlformats.org/officeDocument/2006/relationships/image" Target="../media/image71.emf"/><Relationship Id="rId34" Type="http://schemas.openxmlformats.org/officeDocument/2006/relationships/oleObject" Target="../embeddings/oleObject73.bin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59.bin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33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1.bin"/><Relationship Id="rId20" Type="http://schemas.openxmlformats.org/officeDocument/2006/relationships/oleObject" Target="../embeddings/oleObject63.bin"/><Relationship Id="rId29" Type="http://schemas.openxmlformats.org/officeDocument/2006/relationships/image" Target="../media/image79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65.bin"/><Relationship Id="rId32" Type="http://schemas.openxmlformats.org/officeDocument/2006/relationships/oleObject" Target="../embeddings/oleObject72.bin"/><Relationship Id="rId5" Type="http://schemas.openxmlformats.org/officeDocument/2006/relationships/image" Target="../media/image76.emf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28" Type="http://schemas.openxmlformats.org/officeDocument/2006/relationships/oleObject" Target="../embeddings/oleObject70.bin"/><Relationship Id="rId10" Type="http://schemas.openxmlformats.org/officeDocument/2006/relationships/oleObject" Target="../embeddings/oleObject58.bin"/><Relationship Id="rId19" Type="http://schemas.openxmlformats.org/officeDocument/2006/relationships/image" Target="../media/image70.emf"/><Relationship Id="rId31" Type="http://schemas.openxmlformats.org/officeDocument/2006/relationships/image" Target="../media/image80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60.bin"/><Relationship Id="rId22" Type="http://schemas.openxmlformats.org/officeDocument/2006/relationships/oleObject" Target="../embeddings/oleObject64.bin"/><Relationship Id="rId27" Type="http://schemas.openxmlformats.org/officeDocument/2006/relationships/image" Target="../media/image74.emf"/><Relationship Id="rId30" Type="http://schemas.openxmlformats.org/officeDocument/2006/relationships/oleObject" Target="../embeddings/oleObject71.bin"/><Relationship Id="rId35" Type="http://schemas.openxmlformats.org/officeDocument/2006/relationships/image" Target="../media/image82.emf"/><Relationship Id="rId8" Type="http://schemas.openxmlformats.org/officeDocument/2006/relationships/oleObject" Target="../embeddings/oleObject69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image" Target="../media/image90.emf"/><Relationship Id="rId26" Type="http://schemas.openxmlformats.org/officeDocument/2006/relationships/image" Target="../media/image94.e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34" Type="http://schemas.openxmlformats.org/officeDocument/2006/relationships/image" Target="../media/image98.w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7.e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33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emf"/><Relationship Id="rId20" Type="http://schemas.openxmlformats.org/officeDocument/2006/relationships/image" Target="../media/image91.emf"/><Relationship Id="rId29" Type="http://schemas.openxmlformats.org/officeDocument/2006/relationships/oleObject" Target="../embeddings/oleObject8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93.emf"/><Relationship Id="rId32" Type="http://schemas.openxmlformats.org/officeDocument/2006/relationships/image" Target="../media/image97.e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95.emf"/><Relationship Id="rId10" Type="http://schemas.openxmlformats.org/officeDocument/2006/relationships/image" Target="../media/image86.e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8.bin"/><Relationship Id="rId4" Type="http://schemas.openxmlformats.org/officeDocument/2006/relationships/image" Target="../media/image83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8.emf"/><Relationship Id="rId22" Type="http://schemas.openxmlformats.org/officeDocument/2006/relationships/image" Target="../media/image92.e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96.emf"/><Relationship Id="rId8" Type="http://schemas.openxmlformats.org/officeDocument/2006/relationships/image" Target="../media/image8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0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oleObject" Target="../embeddings/oleObject96.bin"/><Relationship Id="rId7" Type="http://schemas.openxmlformats.org/officeDocument/2006/relationships/image" Target="../media/image10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10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13.emf"/><Relationship Id="rId3" Type="http://schemas.openxmlformats.org/officeDocument/2006/relationships/image" Target="../media/image115.png"/><Relationship Id="rId7" Type="http://schemas.openxmlformats.org/officeDocument/2006/relationships/image" Target="../media/image110.emf"/><Relationship Id="rId12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12.emf"/><Relationship Id="rId5" Type="http://schemas.openxmlformats.org/officeDocument/2006/relationships/image" Target="../media/image109.emf"/><Relationship Id="rId15" Type="http://schemas.openxmlformats.org/officeDocument/2006/relationships/image" Target="../media/image114.e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11.emf"/><Relationship Id="rId14" Type="http://schemas.openxmlformats.org/officeDocument/2006/relationships/oleObject" Target="../embeddings/oleObject10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123.emf"/><Relationship Id="rId26" Type="http://schemas.openxmlformats.org/officeDocument/2006/relationships/image" Target="../media/image127.emf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126.e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12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35.emf"/><Relationship Id="rId26" Type="http://schemas.openxmlformats.org/officeDocument/2006/relationships/image" Target="../media/image139.e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32.e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4.emf"/><Relationship Id="rId20" Type="http://schemas.openxmlformats.org/officeDocument/2006/relationships/image" Target="../media/image136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9.emf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38.emf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10" Type="http://schemas.openxmlformats.org/officeDocument/2006/relationships/image" Target="../media/image131.e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33.emf"/><Relationship Id="rId22" Type="http://schemas.openxmlformats.org/officeDocument/2006/relationships/image" Target="../media/image13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47.e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50.e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58.e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55.e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emf"/><Relationship Id="rId20" Type="http://schemas.openxmlformats.org/officeDocument/2006/relationships/image" Target="../media/image159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2.e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61.e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10" Type="http://schemas.openxmlformats.org/officeDocument/2006/relationships/image" Target="../media/image154.e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51.e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56.emf"/><Relationship Id="rId22" Type="http://schemas.openxmlformats.org/officeDocument/2006/relationships/image" Target="../media/image16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3.e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65.emf"/><Relationship Id="rId4" Type="http://schemas.openxmlformats.org/officeDocument/2006/relationships/image" Target="../media/image162.e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67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7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9.e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71.emf"/><Relationship Id="rId4" Type="http://schemas.openxmlformats.org/officeDocument/2006/relationships/image" Target="../media/image168.e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7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3" Type="http://schemas.openxmlformats.org/officeDocument/2006/relationships/image" Target="../media/image178.png"/><Relationship Id="rId7" Type="http://schemas.openxmlformats.org/officeDocument/2006/relationships/image" Target="../media/image1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4.bin"/><Relationship Id="rId5" Type="http://schemas.openxmlformats.org/officeDocument/2006/relationships/image" Target="../media/image175.e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7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0.e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83.png"/><Relationship Id="rId4" Type="http://schemas.openxmlformats.org/officeDocument/2006/relationships/image" Target="../media/image179.emf"/><Relationship Id="rId9" Type="http://schemas.openxmlformats.org/officeDocument/2006/relationships/image" Target="../media/image1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91.e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88.e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emf"/><Relationship Id="rId20" Type="http://schemas.openxmlformats.org/officeDocument/2006/relationships/image" Target="../media/image192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5.e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187.e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89.emf"/><Relationship Id="rId22" Type="http://schemas.openxmlformats.org/officeDocument/2006/relationships/image" Target="../media/image19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oleObject" Target="../embeddings/oleObject179.bin"/><Relationship Id="rId7" Type="http://schemas.openxmlformats.org/officeDocument/2006/relationships/image" Target="../media/image19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94.emf"/><Relationship Id="rId9" Type="http://schemas.openxmlformats.org/officeDocument/2006/relationships/image" Target="../media/image19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205.e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202.emf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20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213.e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210.emf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2.emf"/><Relationship Id="rId20" Type="http://schemas.openxmlformats.org/officeDocument/2006/relationships/image" Target="../media/image214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7.e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10" Type="http://schemas.openxmlformats.org/officeDocument/2006/relationships/image" Target="../media/image209.e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21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e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6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1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226.emf"/><Relationship Id="rId3" Type="http://schemas.openxmlformats.org/officeDocument/2006/relationships/slide" Target="slide8.xml"/><Relationship Id="rId7" Type="http://schemas.openxmlformats.org/officeDocument/2006/relationships/image" Target="../media/image223.emf"/><Relationship Id="rId12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225.emf"/><Relationship Id="rId5" Type="http://schemas.openxmlformats.org/officeDocument/2006/relationships/image" Target="../media/image222.emf"/><Relationship Id="rId10" Type="http://schemas.openxmlformats.org/officeDocument/2006/relationships/oleObject" Target="../embeddings/oleObject205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22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8.emf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230.emf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21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e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32.e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3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5.e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23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8.e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3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emf"/><Relationship Id="rId13" Type="http://schemas.openxmlformats.org/officeDocument/2006/relationships/oleObject" Target="../embeddings/oleObject224.bin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4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40.e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0" Type="http://schemas.openxmlformats.org/officeDocument/2006/relationships/image" Target="../media/image242.emf"/><Relationship Id="rId4" Type="http://schemas.openxmlformats.org/officeDocument/2006/relationships/image" Target="../media/image239.e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4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emf"/><Relationship Id="rId13" Type="http://schemas.openxmlformats.org/officeDocument/2006/relationships/oleObject" Target="../embeddings/oleObject230.bin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4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46.e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248.emf"/><Relationship Id="rId4" Type="http://schemas.openxmlformats.org/officeDocument/2006/relationships/image" Target="../media/image245.e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50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e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5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52.e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54.emf"/><Relationship Id="rId4" Type="http://schemas.openxmlformats.org/officeDocument/2006/relationships/image" Target="../media/image251.emf"/><Relationship Id="rId9" Type="http://schemas.openxmlformats.org/officeDocument/2006/relationships/oleObject" Target="../embeddings/oleObject23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emf"/><Relationship Id="rId13" Type="http://schemas.openxmlformats.org/officeDocument/2006/relationships/oleObject" Target="../embeddings/oleObject241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60.emf"/><Relationship Id="rId17" Type="http://schemas.openxmlformats.org/officeDocument/2006/relationships/image" Target="../media/image26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e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57.e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59.emf"/><Relationship Id="rId4" Type="http://schemas.openxmlformats.org/officeDocument/2006/relationships/image" Target="../media/image256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6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13" Type="http://schemas.openxmlformats.org/officeDocument/2006/relationships/oleObject" Target="../embeddings/oleObject248.bin"/><Relationship Id="rId18" Type="http://schemas.openxmlformats.org/officeDocument/2006/relationships/image" Target="../media/image271.emf"/><Relationship Id="rId3" Type="http://schemas.openxmlformats.org/officeDocument/2006/relationships/oleObject" Target="../embeddings/oleObject243.bin"/><Relationship Id="rId21" Type="http://schemas.openxmlformats.org/officeDocument/2006/relationships/oleObject" Target="../embeddings/oleObject252.bin"/><Relationship Id="rId7" Type="http://schemas.openxmlformats.org/officeDocument/2006/relationships/oleObject" Target="../embeddings/oleObject245.bin"/><Relationship Id="rId12" Type="http://schemas.openxmlformats.org/officeDocument/2006/relationships/image" Target="../media/image268.emf"/><Relationship Id="rId17" Type="http://schemas.openxmlformats.org/officeDocument/2006/relationships/oleObject" Target="../embeddings/oleObject2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0.emf"/><Relationship Id="rId20" Type="http://schemas.openxmlformats.org/officeDocument/2006/relationships/image" Target="../media/image272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65.emf"/><Relationship Id="rId11" Type="http://schemas.openxmlformats.org/officeDocument/2006/relationships/oleObject" Target="../embeddings/oleObject247.bin"/><Relationship Id="rId24" Type="http://schemas.openxmlformats.org/officeDocument/2006/relationships/image" Target="../media/image274.emf"/><Relationship Id="rId5" Type="http://schemas.openxmlformats.org/officeDocument/2006/relationships/oleObject" Target="../embeddings/oleObject244.bin"/><Relationship Id="rId15" Type="http://schemas.openxmlformats.org/officeDocument/2006/relationships/oleObject" Target="../embeddings/oleObject249.bin"/><Relationship Id="rId23" Type="http://schemas.openxmlformats.org/officeDocument/2006/relationships/oleObject" Target="../embeddings/oleObject253.bin"/><Relationship Id="rId10" Type="http://schemas.openxmlformats.org/officeDocument/2006/relationships/image" Target="../media/image267.emf"/><Relationship Id="rId19" Type="http://schemas.openxmlformats.org/officeDocument/2006/relationships/oleObject" Target="../embeddings/oleObject251.bin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69.emf"/><Relationship Id="rId22" Type="http://schemas.openxmlformats.org/officeDocument/2006/relationships/image" Target="../media/image273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82.emf"/><Relationship Id="rId26" Type="http://schemas.openxmlformats.org/officeDocument/2006/relationships/image" Target="../media/image286.e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79.e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1.emf"/><Relationship Id="rId20" Type="http://schemas.openxmlformats.org/officeDocument/2006/relationships/image" Target="../media/image283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6.e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85.e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10" Type="http://schemas.openxmlformats.org/officeDocument/2006/relationships/image" Target="../media/image278.emf"/><Relationship Id="rId19" Type="http://schemas.openxmlformats.org/officeDocument/2006/relationships/oleObject" Target="../embeddings/oleObject262.bin"/><Relationship Id="rId4" Type="http://schemas.openxmlformats.org/officeDocument/2006/relationships/image" Target="../media/image275.e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80.emf"/><Relationship Id="rId22" Type="http://schemas.openxmlformats.org/officeDocument/2006/relationships/image" Target="../media/image284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slide" Target="slide14.xml"/><Relationship Id="rId7" Type="http://schemas.openxmlformats.org/officeDocument/2006/relationships/image" Target="../media/image2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90.wmf"/><Relationship Id="rId5" Type="http://schemas.openxmlformats.org/officeDocument/2006/relationships/image" Target="../media/image287.e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89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3" Type="http://schemas.openxmlformats.org/officeDocument/2006/relationships/slide" Target="slide14.xml"/><Relationship Id="rId7" Type="http://schemas.openxmlformats.org/officeDocument/2006/relationships/image" Target="../media/image29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71.bin"/><Relationship Id="rId5" Type="http://schemas.openxmlformats.org/officeDocument/2006/relationships/image" Target="../media/image291.emf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93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emf"/><Relationship Id="rId13" Type="http://schemas.openxmlformats.org/officeDocument/2006/relationships/oleObject" Target="../embeddings/oleObject278.bin"/><Relationship Id="rId18" Type="http://schemas.openxmlformats.org/officeDocument/2006/relationships/image" Target="../media/image301.emf"/><Relationship Id="rId3" Type="http://schemas.openxmlformats.org/officeDocument/2006/relationships/oleObject" Target="../embeddings/oleObject273.bin"/><Relationship Id="rId21" Type="http://schemas.openxmlformats.org/officeDocument/2006/relationships/oleObject" Target="../embeddings/oleObject282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98.emf"/><Relationship Id="rId17" Type="http://schemas.openxmlformats.org/officeDocument/2006/relationships/oleObject" Target="../embeddings/oleObject2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0.emf"/><Relationship Id="rId20" Type="http://schemas.openxmlformats.org/officeDocument/2006/relationships/image" Target="../media/image302.e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5.e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97.emf"/><Relationship Id="rId19" Type="http://schemas.openxmlformats.org/officeDocument/2006/relationships/oleObject" Target="../embeddings/oleObject281.bin"/><Relationship Id="rId4" Type="http://schemas.openxmlformats.org/officeDocument/2006/relationships/image" Target="../media/image294.e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99.emf"/><Relationship Id="rId22" Type="http://schemas.openxmlformats.org/officeDocument/2006/relationships/image" Target="../media/image30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13" Type="http://schemas.openxmlformats.org/officeDocument/2006/relationships/oleObject" Target="../embeddings/oleObject288.bin"/><Relationship Id="rId18" Type="http://schemas.openxmlformats.org/officeDocument/2006/relationships/image" Target="../media/image311.emf"/><Relationship Id="rId3" Type="http://schemas.openxmlformats.org/officeDocument/2006/relationships/oleObject" Target="../embeddings/oleObject283.bin"/><Relationship Id="rId21" Type="http://schemas.openxmlformats.org/officeDocument/2006/relationships/oleObject" Target="../embeddings/oleObject292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308.emf"/><Relationship Id="rId17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0.emf"/><Relationship Id="rId20" Type="http://schemas.openxmlformats.org/officeDocument/2006/relationships/image" Target="../media/image312.e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05.emf"/><Relationship Id="rId11" Type="http://schemas.openxmlformats.org/officeDocument/2006/relationships/oleObject" Target="../embeddings/oleObject287.bin"/><Relationship Id="rId24" Type="http://schemas.openxmlformats.org/officeDocument/2006/relationships/image" Target="../media/image314.emf"/><Relationship Id="rId5" Type="http://schemas.openxmlformats.org/officeDocument/2006/relationships/oleObject" Target="../embeddings/oleObject284.bin"/><Relationship Id="rId15" Type="http://schemas.openxmlformats.org/officeDocument/2006/relationships/oleObject" Target="../embeddings/oleObject289.bin"/><Relationship Id="rId23" Type="http://schemas.openxmlformats.org/officeDocument/2006/relationships/oleObject" Target="../embeddings/oleObject293.bin"/><Relationship Id="rId10" Type="http://schemas.openxmlformats.org/officeDocument/2006/relationships/image" Target="../media/image307.emf"/><Relationship Id="rId19" Type="http://schemas.openxmlformats.org/officeDocument/2006/relationships/oleObject" Target="../embeddings/oleObject291.bin"/><Relationship Id="rId4" Type="http://schemas.openxmlformats.org/officeDocument/2006/relationships/image" Target="../media/image304.emf"/><Relationship Id="rId9" Type="http://schemas.openxmlformats.org/officeDocument/2006/relationships/oleObject" Target="../embeddings/oleObject286.bin"/><Relationship Id="rId14" Type="http://schemas.openxmlformats.org/officeDocument/2006/relationships/image" Target="../media/image309.emf"/><Relationship Id="rId22" Type="http://schemas.openxmlformats.org/officeDocument/2006/relationships/image" Target="../media/image31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13" Type="http://schemas.openxmlformats.org/officeDocument/2006/relationships/image" Target="../media/image319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6.emf"/><Relationship Id="rId12" Type="http://schemas.openxmlformats.org/officeDocument/2006/relationships/oleObject" Target="../embeddings/oleObject298.bin"/><Relationship Id="rId17" Type="http://schemas.openxmlformats.org/officeDocument/2006/relationships/image" Target="../media/image32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0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295.bin"/><Relationship Id="rId11" Type="http://schemas.openxmlformats.org/officeDocument/2006/relationships/image" Target="../media/image318.emf"/><Relationship Id="rId5" Type="http://schemas.openxmlformats.org/officeDocument/2006/relationships/image" Target="../media/image315.emf"/><Relationship Id="rId15" Type="http://schemas.openxmlformats.org/officeDocument/2006/relationships/image" Target="../media/image320.emf"/><Relationship Id="rId10" Type="http://schemas.openxmlformats.org/officeDocument/2006/relationships/oleObject" Target="../embeddings/oleObject297.bin"/><Relationship Id="rId4" Type="http://schemas.openxmlformats.org/officeDocument/2006/relationships/oleObject" Target="../embeddings/oleObject294.bin"/><Relationship Id="rId9" Type="http://schemas.openxmlformats.org/officeDocument/2006/relationships/image" Target="../media/image317.emf"/><Relationship Id="rId14" Type="http://schemas.openxmlformats.org/officeDocument/2006/relationships/oleObject" Target="../embeddings/oleObject29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emf"/><Relationship Id="rId13" Type="http://schemas.openxmlformats.org/officeDocument/2006/relationships/oleObject" Target="../embeddings/oleObject306.bin"/><Relationship Id="rId3" Type="http://schemas.openxmlformats.org/officeDocument/2006/relationships/oleObject" Target="../embeddings/oleObject301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3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23.emf"/><Relationship Id="rId11" Type="http://schemas.openxmlformats.org/officeDocument/2006/relationships/oleObject" Target="../embeddings/oleObject305.bin"/><Relationship Id="rId5" Type="http://schemas.openxmlformats.org/officeDocument/2006/relationships/oleObject" Target="../embeddings/oleObject302.bin"/><Relationship Id="rId10" Type="http://schemas.openxmlformats.org/officeDocument/2006/relationships/image" Target="../media/image325.emf"/><Relationship Id="rId4" Type="http://schemas.openxmlformats.org/officeDocument/2006/relationships/image" Target="../media/image322.e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27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e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29.emf"/><Relationship Id="rId5" Type="http://schemas.openxmlformats.org/officeDocument/2006/relationships/oleObject" Target="../embeddings/oleObject308.bin"/><Relationship Id="rId10" Type="http://schemas.openxmlformats.org/officeDocument/2006/relationships/image" Target="../media/image331.emf"/><Relationship Id="rId4" Type="http://schemas.openxmlformats.org/officeDocument/2006/relationships/image" Target="../media/image328.emf"/><Relationship Id="rId9" Type="http://schemas.openxmlformats.org/officeDocument/2006/relationships/oleObject" Target="../embeddings/oleObject31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emf"/><Relationship Id="rId3" Type="http://schemas.openxmlformats.org/officeDocument/2006/relationships/oleObject" Target="../embeddings/oleObject311.bin"/><Relationship Id="rId7" Type="http://schemas.openxmlformats.org/officeDocument/2006/relationships/oleObject" Target="../embeddings/oleObject313.bin"/><Relationship Id="rId12" Type="http://schemas.openxmlformats.org/officeDocument/2006/relationships/image" Target="../media/image33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33.emf"/><Relationship Id="rId11" Type="http://schemas.openxmlformats.org/officeDocument/2006/relationships/oleObject" Target="../embeddings/oleObject315.bin"/><Relationship Id="rId5" Type="http://schemas.openxmlformats.org/officeDocument/2006/relationships/oleObject" Target="../embeddings/oleObject312.bin"/><Relationship Id="rId10" Type="http://schemas.openxmlformats.org/officeDocument/2006/relationships/image" Target="../media/image335.emf"/><Relationship Id="rId4" Type="http://schemas.openxmlformats.org/officeDocument/2006/relationships/image" Target="../media/image332.emf"/><Relationship Id="rId9" Type="http://schemas.openxmlformats.org/officeDocument/2006/relationships/oleObject" Target="../embeddings/oleObject31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emf"/><Relationship Id="rId13" Type="http://schemas.openxmlformats.org/officeDocument/2006/relationships/oleObject" Target="../embeddings/oleObject321.bin"/><Relationship Id="rId18" Type="http://schemas.openxmlformats.org/officeDocument/2006/relationships/image" Target="../media/image344.emf"/><Relationship Id="rId26" Type="http://schemas.openxmlformats.org/officeDocument/2006/relationships/image" Target="../media/image348.emf"/><Relationship Id="rId3" Type="http://schemas.openxmlformats.org/officeDocument/2006/relationships/oleObject" Target="../embeddings/oleObject316.bin"/><Relationship Id="rId21" Type="http://schemas.openxmlformats.org/officeDocument/2006/relationships/oleObject" Target="../embeddings/oleObject325.bin"/><Relationship Id="rId7" Type="http://schemas.openxmlformats.org/officeDocument/2006/relationships/oleObject" Target="../embeddings/oleObject318.bin"/><Relationship Id="rId12" Type="http://schemas.openxmlformats.org/officeDocument/2006/relationships/image" Target="../media/image341.emf"/><Relationship Id="rId17" Type="http://schemas.openxmlformats.org/officeDocument/2006/relationships/oleObject" Target="../embeddings/oleObject323.bin"/><Relationship Id="rId25" Type="http://schemas.openxmlformats.org/officeDocument/2006/relationships/oleObject" Target="../embeddings/oleObject3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emf"/><Relationship Id="rId20" Type="http://schemas.openxmlformats.org/officeDocument/2006/relationships/image" Target="../media/image345.emf"/><Relationship Id="rId29" Type="http://schemas.openxmlformats.org/officeDocument/2006/relationships/oleObject" Target="../embeddings/oleObject329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38.emf"/><Relationship Id="rId11" Type="http://schemas.openxmlformats.org/officeDocument/2006/relationships/oleObject" Target="../embeddings/oleObject320.bin"/><Relationship Id="rId24" Type="http://schemas.openxmlformats.org/officeDocument/2006/relationships/image" Target="../media/image347.emf"/><Relationship Id="rId32" Type="http://schemas.openxmlformats.org/officeDocument/2006/relationships/image" Target="../media/image351.emf"/><Relationship Id="rId5" Type="http://schemas.openxmlformats.org/officeDocument/2006/relationships/oleObject" Target="../embeddings/oleObject317.bin"/><Relationship Id="rId15" Type="http://schemas.openxmlformats.org/officeDocument/2006/relationships/oleObject" Target="../embeddings/oleObject322.bin"/><Relationship Id="rId23" Type="http://schemas.openxmlformats.org/officeDocument/2006/relationships/oleObject" Target="../embeddings/oleObject326.bin"/><Relationship Id="rId28" Type="http://schemas.openxmlformats.org/officeDocument/2006/relationships/image" Target="../media/image349.emf"/><Relationship Id="rId10" Type="http://schemas.openxmlformats.org/officeDocument/2006/relationships/image" Target="../media/image340.emf"/><Relationship Id="rId19" Type="http://schemas.openxmlformats.org/officeDocument/2006/relationships/oleObject" Target="../embeddings/oleObject324.bin"/><Relationship Id="rId31" Type="http://schemas.openxmlformats.org/officeDocument/2006/relationships/oleObject" Target="../embeddings/oleObject330.bin"/><Relationship Id="rId4" Type="http://schemas.openxmlformats.org/officeDocument/2006/relationships/image" Target="../media/image337.emf"/><Relationship Id="rId9" Type="http://schemas.openxmlformats.org/officeDocument/2006/relationships/oleObject" Target="../embeddings/oleObject319.bin"/><Relationship Id="rId14" Type="http://schemas.openxmlformats.org/officeDocument/2006/relationships/image" Target="../media/image342.emf"/><Relationship Id="rId22" Type="http://schemas.openxmlformats.org/officeDocument/2006/relationships/image" Target="../media/image346.emf"/><Relationship Id="rId27" Type="http://schemas.openxmlformats.org/officeDocument/2006/relationships/oleObject" Target="../embeddings/oleObject328.bin"/><Relationship Id="rId30" Type="http://schemas.openxmlformats.org/officeDocument/2006/relationships/image" Target="../media/image350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emf"/><Relationship Id="rId13" Type="http://schemas.openxmlformats.org/officeDocument/2006/relationships/oleObject" Target="../embeddings/oleObject336.bin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5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8.e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53.e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5" Type="http://schemas.openxmlformats.org/officeDocument/2006/relationships/oleObject" Target="../embeddings/oleObject337.bin"/><Relationship Id="rId10" Type="http://schemas.openxmlformats.org/officeDocument/2006/relationships/image" Target="../media/image355.emf"/><Relationship Id="rId4" Type="http://schemas.openxmlformats.org/officeDocument/2006/relationships/image" Target="../media/image352.emf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57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emf"/><Relationship Id="rId13" Type="http://schemas.openxmlformats.org/officeDocument/2006/relationships/oleObject" Target="../embeddings/oleObject343.bin"/><Relationship Id="rId3" Type="http://schemas.openxmlformats.org/officeDocument/2006/relationships/oleObject" Target="../embeddings/oleObject338.bin"/><Relationship Id="rId7" Type="http://schemas.openxmlformats.org/officeDocument/2006/relationships/oleObject" Target="../embeddings/oleObject340.bin"/><Relationship Id="rId12" Type="http://schemas.openxmlformats.org/officeDocument/2006/relationships/image" Target="../media/image36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60.emf"/><Relationship Id="rId11" Type="http://schemas.openxmlformats.org/officeDocument/2006/relationships/oleObject" Target="../embeddings/oleObject342.bin"/><Relationship Id="rId5" Type="http://schemas.openxmlformats.org/officeDocument/2006/relationships/oleObject" Target="../embeddings/oleObject339.bin"/><Relationship Id="rId15" Type="http://schemas.openxmlformats.org/officeDocument/2006/relationships/image" Target="../media/image364.png"/><Relationship Id="rId10" Type="http://schemas.openxmlformats.org/officeDocument/2006/relationships/image" Target="../media/image362.emf"/><Relationship Id="rId4" Type="http://schemas.openxmlformats.org/officeDocument/2006/relationships/image" Target="../media/image359.emf"/><Relationship Id="rId9" Type="http://schemas.openxmlformats.org/officeDocument/2006/relationships/oleObject" Target="../embeddings/oleObject341.bin"/><Relationship Id="rId14" Type="http://schemas.openxmlformats.org/officeDocument/2006/relationships/image" Target="../media/image364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13" Type="http://schemas.openxmlformats.org/officeDocument/2006/relationships/image" Target="../media/image365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60.emf"/><Relationship Id="rId12" Type="http://schemas.openxmlformats.org/officeDocument/2006/relationships/oleObject" Target="../embeddings/oleObject3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344.bin"/><Relationship Id="rId11" Type="http://schemas.openxmlformats.org/officeDocument/2006/relationships/image" Target="../media/image331.emf"/><Relationship Id="rId5" Type="http://schemas.openxmlformats.org/officeDocument/2006/relationships/image" Target="../media/image362.emf"/><Relationship Id="rId15" Type="http://schemas.openxmlformats.org/officeDocument/2006/relationships/image" Target="../media/image366.wmf"/><Relationship Id="rId10" Type="http://schemas.openxmlformats.org/officeDocument/2006/relationships/oleObject" Target="../embeddings/oleObject310.bin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61.emf"/><Relationship Id="rId14" Type="http://schemas.openxmlformats.org/officeDocument/2006/relationships/oleObject" Target="../embeddings/oleObject34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67.wmf"/><Relationship Id="rId5" Type="http://schemas.openxmlformats.org/officeDocument/2006/relationships/oleObject" Target="../embeddings/oleObject347.bin"/><Relationship Id="rId4" Type="http://schemas.openxmlformats.org/officeDocument/2006/relationships/image" Target="../media/image331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emf"/><Relationship Id="rId3" Type="http://schemas.openxmlformats.org/officeDocument/2006/relationships/oleObject" Target="../embeddings/oleObject348.bin"/><Relationship Id="rId7" Type="http://schemas.openxmlformats.org/officeDocument/2006/relationships/oleObject" Target="../embeddings/oleObject3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69.emf"/><Relationship Id="rId5" Type="http://schemas.openxmlformats.org/officeDocument/2006/relationships/oleObject" Target="../embeddings/oleObject349.bin"/><Relationship Id="rId4" Type="http://schemas.openxmlformats.org/officeDocument/2006/relationships/image" Target="../media/image36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52.bin"/><Relationship Id="rId4" Type="http://schemas.openxmlformats.org/officeDocument/2006/relationships/image" Target="../media/image371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emf"/><Relationship Id="rId13" Type="http://schemas.openxmlformats.org/officeDocument/2006/relationships/oleObject" Target="../embeddings/oleObject358.bin"/><Relationship Id="rId18" Type="http://schemas.openxmlformats.org/officeDocument/2006/relationships/image" Target="../media/image380.emf"/><Relationship Id="rId3" Type="http://schemas.openxmlformats.org/officeDocument/2006/relationships/oleObject" Target="../embeddings/oleObject353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77.emf"/><Relationship Id="rId17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9.e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74.emf"/><Relationship Id="rId11" Type="http://schemas.openxmlformats.org/officeDocument/2006/relationships/oleObject" Target="../embeddings/oleObject357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10" Type="http://schemas.openxmlformats.org/officeDocument/2006/relationships/image" Target="../media/image376.emf"/><Relationship Id="rId4" Type="http://schemas.openxmlformats.org/officeDocument/2006/relationships/image" Target="../media/image373.e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7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emf"/><Relationship Id="rId13" Type="http://schemas.openxmlformats.org/officeDocument/2006/relationships/oleObject" Target="../embeddings/oleObject366.bin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8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7.e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82.e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10" Type="http://schemas.openxmlformats.org/officeDocument/2006/relationships/image" Target="../media/image384.emf"/><Relationship Id="rId4" Type="http://schemas.openxmlformats.org/officeDocument/2006/relationships/image" Target="../media/image381.e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86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emf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0.bin"/><Relationship Id="rId12" Type="http://schemas.openxmlformats.org/officeDocument/2006/relationships/image" Target="../media/image39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89.emf"/><Relationship Id="rId11" Type="http://schemas.openxmlformats.org/officeDocument/2006/relationships/oleObject" Target="../embeddings/oleObject372.bin"/><Relationship Id="rId5" Type="http://schemas.openxmlformats.org/officeDocument/2006/relationships/oleObject" Target="../embeddings/oleObject369.bin"/><Relationship Id="rId10" Type="http://schemas.openxmlformats.org/officeDocument/2006/relationships/image" Target="../media/image391.emf"/><Relationship Id="rId4" Type="http://schemas.openxmlformats.org/officeDocument/2006/relationships/image" Target="../media/image388.emf"/><Relationship Id="rId9" Type="http://schemas.openxmlformats.org/officeDocument/2006/relationships/oleObject" Target="../embeddings/oleObject371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emf"/><Relationship Id="rId3" Type="http://schemas.openxmlformats.org/officeDocument/2006/relationships/oleObject" Target="../embeddings/oleObject373.bin"/><Relationship Id="rId7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94.emf"/><Relationship Id="rId5" Type="http://schemas.openxmlformats.org/officeDocument/2006/relationships/oleObject" Target="../embeddings/oleObject374.bin"/><Relationship Id="rId10" Type="http://schemas.openxmlformats.org/officeDocument/2006/relationships/image" Target="../media/image396.emf"/><Relationship Id="rId4" Type="http://schemas.openxmlformats.org/officeDocument/2006/relationships/image" Target="../media/image393.emf"/><Relationship Id="rId9" Type="http://schemas.openxmlformats.org/officeDocument/2006/relationships/oleObject" Target="../embeddings/oleObject376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emf"/><Relationship Id="rId13" Type="http://schemas.openxmlformats.org/officeDocument/2006/relationships/oleObject" Target="../embeddings/oleObject382.bin"/><Relationship Id="rId18" Type="http://schemas.openxmlformats.org/officeDocument/2006/relationships/image" Target="../media/image404.emf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401.emf"/><Relationship Id="rId17" Type="http://schemas.openxmlformats.org/officeDocument/2006/relationships/oleObject" Target="../embeddings/oleObject3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3.emf"/><Relationship Id="rId20" Type="http://schemas.openxmlformats.org/officeDocument/2006/relationships/image" Target="../media/image405.e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98.e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5" Type="http://schemas.openxmlformats.org/officeDocument/2006/relationships/oleObject" Target="../embeddings/oleObject383.bin"/><Relationship Id="rId10" Type="http://schemas.openxmlformats.org/officeDocument/2006/relationships/image" Target="../media/image400.emf"/><Relationship Id="rId19" Type="http://schemas.openxmlformats.org/officeDocument/2006/relationships/oleObject" Target="../embeddings/oleObject385.bin"/><Relationship Id="rId4" Type="http://schemas.openxmlformats.org/officeDocument/2006/relationships/image" Target="../media/image397.emf"/><Relationship Id="rId9" Type="http://schemas.openxmlformats.org/officeDocument/2006/relationships/oleObject" Target="../embeddings/oleObject380.bin"/><Relationship Id="rId14" Type="http://schemas.openxmlformats.org/officeDocument/2006/relationships/image" Target="../media/image402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emf"/><Relationship Id="rId3" Type="http://schemas.openxmlformats.org/officeDocument/2006/relationships/oleObject" Target="../embeddings/oleObject386.bin"/><Relationship Id="rId7" Type="http://schemas.openxmlformats.org/officeDocument/2006/relationships/oleObject" Target="../embeddings/oleObject388.bin"/><Relationship Id="rId12" Type="http://schemas.openxmlformats.org/officeDocument/2006/relationships/image" Target="../media/image41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07.emf"/><Relationship Id="rId11" Type="http://schemas.openxmlformats.org/officeDocument/2006/relationships/oleObject" Target="../embeddings/oleObject390.bin"/><Relationship Id="rId5" Type="http://schemas.openxmlformats.org/officeDocument/2006/relationships/oleObject" Target="../embeddings/oleObject387.bin"/><Relationship Id="rId10" Type="http://schemas.openxmlformats.org/officeDocument/2006/relationships/image" Target="../media/image409.emf"/><Relationship Id="rId4" Type="http://schemas.openxmlformats.org/officeDocument/2006/relationships/image" Target="../media/image406.emf"/><Relationship Id="rId9" Type="http://schemas.openxmlformats.org/officeDocument/2006/relationships/oleObject" Target="../embeddings/oleObject389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emf"/><Relationship Id="rId3" Type="http://schemas.openxmlformats.org/officeDocument/2006/relationships/oleObject" Target="../embeddings/oleObject391.bin"/><Relationship Id="rId7" Type="http://schemas.openxmlformats.org/officeDocument/2006/relationships/oleObject" Target="../embeddings/oleObject3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12.emf"/><Relationship Id="rId5" Type="http://schemas.openxmlformats.org/officeDocument/2006/relationships/oleObject" Target="../embeddings/oleObject392.bin"/><Relationship Id="rId10" Type="http://schemas.openxmlformats.org/officeDocument/2006/relationships/image" Target="../media/image414.emf"/><Relationship Id="rId4" Type="http://schemas.openxmlformats.org/officeDocument/2006/relationships/image" Target="../media/image411.emf"/><Relationship Id="rId9" Type="http://schemas.openxmlformats.org/officeDocument/2006/relationships/oleObject" Target="../embeddings/oleObject394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emf"/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422.wmf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419.wmf"/><Relationship Id="rId17" Type="http://schemas.openxmlformats.org/officeDocument/2006/relationships/oleObject" Target="../embeddings/oleObject4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1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16.emf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10" Type="http://schemas.openxmlformats.org/officeDocument/2006/relationships/image" Target="../media/image418.emf"/><Relationship Id="rId4" Type="http://schemas.openxmlformats.org/officeDocument/2006/relationships/image" Target="../media/image415.e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420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wmf"/><Relationship Id="rId13" Type="http://schemas.openxmlformats.org/officeDocument/2006/relationships/oleObject" Target="../embeddings/oleObject407.bin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404.bin"/><Relationship Id="rId12" Type="http://schemas.openxmlformats.org/officeDocument/2006/relationships/image" Target="../media/image42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4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419.wmf"/><Relationship Id="rId11" Type="http://schemas.openxmlformats.org/officeDocument/2006/relationships/oleObject" Target="../embeddings/oleObject406.bin"/><Relationship Id="rId5" Type="http://schemas.openxmlformats.org/officeDocument/2006/relationships/oleObject" Target="../embeddings/oleObject403.bin"/><Relationship Id="rId15" Type="http://schemas.openxmlformats.org/officeDocument/2006/relationships/oleObject" Target="../embeddings/oleObject408.bin"/><Relationship Id="rId10" Type="http://schemas.openxmlformats.org/officeDocument/2006/relationships/image" Target="../media/image421.wmf"/><Relationship Id="rId4" Type="http://schemas.openxmlformats.org/officeDocument/2006/relationships/image" Target="../media/image415.emf"/><Relationship Id="rId9" Type="http://schemas.openxmlformats.org/officeDocument/2006/relationships/oleObject" Target="../embeddings/oleObject405.bin"/><Relationship Id="rId14" Type="http://schemas.openxmlformats.org/officeDocument/2006/relationships/image" Target="../media/image423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wmf"/><Relationship Id="rId13" Type="http://schemas.openxmlformats.org/officeDocument/2006/relationships/oleObject" Target="../embeddings/oleObject414.bin"/><Relationship Id="rId18" Type="http://schemas.openxmlformats.org/officeDocument/2006/relationships/image" Target="../media/image432.emf"/><Relationship Id="rId3" Type="http://schemas.openxmlformats.org/officeDocument/2006/relationships/oleObject" Target="../embeddings/oleObject409.bin"/><Relationship Id="rId21" Type="http://schemas.openxmlformats.org/officeDocument/2006/relationships/oleObject" Target="../embeddings/oleObject418.bin"/><Relationship Id="rId7" Type="http://schemas.openxmlformats.org/officeDocument/2006/relationships/oleObject" Target="../embeddings/oleObject411.bin"/><Relationship Id="rId12" Type="http://schemas.openxmlformats.org/officeDocument/2006/relationships/image" Target="../media/image429.emf"/><Relationship Id="rId17" Type="http://schemas.openxmlformats.org/officeDocument/2006/relationships/oleObject" Target="../embeddings/oleObject4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1.emf"/><Relationship Id="rId20" Type="http://schemas.openxmlformats.org/officeDocument/2006/relationships/image" Target="../media/image433.e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26.wmf"/><Relationship Id="rId11" Type="http://schemas.openxmlformats.org/officeDocument/2006/relationships/oleObject" Target="../embeddings/oleObject413.bin"/><Relationship Id="rId5" Type="http://schemas.openxmlformats.org/officeDocument/2006/relationships/oleObject" Target="../embeddings/oleObject410.bin"/><Relationship Id="rId15" Type="http://schemas.openxmlformats.org/officeDocument/2006/relationships/oleObject" Target="../embeddings/oleObject415.bin"/><Relationship Id="rId10" Type="http://schemas.openxmlformats.org/officeDocument/2006/relationships/image" Target="../media/image428.wmf"/><Relationship Id="rId19" Type="http://schemas.openxmlformats.org/officeDocument/2006/relationships/oleObject" Target="../embeddings/oleObject417.bin"/><Relationship Id="rId4" Type="http://schemas.openxmlformats.org/officeDocument/2006/relationships/image" Target="../media/image425.wmf"/><Relationship Id="rId9" Type="http://schemas.openxmlformats.org/officeDocument/2006/relationships/oleObject" Target="../embeddings/oleObject412.bin"/><Relationship Id="rId14" Type="http://schemas.openxmlformats.org/officeDocument/2006/relationships/image" Target="../media/image430.emf"/><Relationship Id="rId22" Type="http://schemas.openxmlformats.org/officeDocument/2006/relationships/image" Target="../media/image434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emf"/><Relationship Id="rId13" Type="http://schemas.openxmlformats.org/officeDocument/2006/relationships/image" Target="../media/image437.png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4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416.e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396.bin"/><Relationship Id="rId10" Type="http://schemas.openxmlformats.org/officeDocument/2006/relationships/image" Target="../media/image435.wmf"/><Relationship Id="rId4" Type="http://schemas.openxmlformats.org/officeDocument/2006/relationships/image" Target="../media/image415.emf"/><Relationship Id="rId9" Type="http://schemas.openxmlformats.org/officeDocument/2006/relationships/oleObject" Target="../embeddings/oleObject419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emf"/><Relationship Id="rId13" Type="http://schemas.openxmlformats.org/officeDocument/2006/relationships/oleObject" Target="../embeddings/oleObject426.bin"/><Relationship Id="rId18" Type="http://schemas.openxmlformats.org/officeDocument/2006/relationships/image" Target="../media/image445.emf"/><Relationship Id="rId3" Type="http://schemas.openxmlformats.org/officeDocument/2006/relationships/oleObject" Target="../embeddings/oleObject421.bin"/><Relationship Id="rId7" Type="http://schemas.openxmlformats.org/officeDocument/2006/relationships/oleObject" Target="../embeddings/oleObject423.bin"/><Relationship Id="rId12" Type="http://schemas.openxmlformats.org/officeDocument/2006/relationships/image" Target="../media/image442.emf"/><Relationship Id="rId17" Type="http://schemas.openxmlformats.org/officeDocument/2006/relationships/oleObject" Target="../embeddings/oleObject4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4.e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439.emf"/><Relationship Id="rId11" Type="http://schemas.openxmlformats.org/officeDocument/2006/relationships/oleObject" Target="../embeddings/oleObject425.bin"/><Relationship Id="rId5" Type="http://schemas.openxmlformats.org/officeDocument/2006/relationships/oleObject" Target="../embeddings/oleObject422.bin"/><Relationship Id="rId15" Type="http://schemas.openxmlformats.org/officeDocument/2006/relationships/oleObject" Target="../embeddings/oleObject427.bin"/><Relationship Id="rId10" Type="http://schemas.openxmlformats.org/officeDocument/2006/relationships/image" Target="../media/image441.wmf"/><Relationship Id="rId4" Type="http://schemas.openxmlformats.org/officeDocument/2006/relationships/image" Target="../media/image438.emf"/><Relationship Id="rId9" Type="http://schemas.openxmlformats.org/officeDocument/2006/relationships/oleObject" Target="../embeddings/oleObject424.bin"/><Relationship Id="rId14" Type="http://schemas.openxmlformats.org/officeDocument/2006/relationships/image" Target="../media/image443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emf"/><Relationship Id="rId13" Type="http://schemas.openxmlformats.org/officeDocument/2006/relationships/oleObject" Target="../embeddings/oleObject434.bin"/><Relationship Id="rId18" Type="http://schemas.openxmlformats.org/officeDocument/2006/relationships/image" Target="../media/image453.emf"/><Relationship Id="rId3" Type="http://schemas.openxmlformats.org/officeDocument/2006/relationships/oleObject" Target="../embeddings/oleObject429.bin"/><Relationship Id="rId7" Type="http://schemas.openxmlformats.org/officeDocument/2006/relationships/oleObject" Target="../embeddings/oleObject431.bin"/><Relationship Id="rId12" Type="http://schemas.openxmlformats.org/officeDocument/2006/relationships/image" Target="../media/image450.emf"/><Relationship Id="rId17" Type="http://schemas.openxmlformats.org/officeDocument/2006/relationships/oleObject" Target="../embeddings/oleObject4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2.e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47.emf"/><Relationship Id="rId11" Type="http://schemas.openxmlformats.org/officeDocument/2006/relationships/oleObject" Target="../embeddings/oleObject433.bin"/><Relationship Id="rId5" Type="http://schemas.openxmlformats.org/officeDocument/2006/relationships/oleObject" Target="../embeddings/oleObject430.bin"/><Relationship Id="rId15" Type="http://schemas.openxmlformats.org/officeDocument/2006/relationships/oleObject" Target="../embeddings/oleObject435.bin"/><Relationship Id="rId10" Type="http://schemas.openxmlformats.org/officeDocument/2006/relationships/image" Target="../media/image449.wmf"/><Relationship Id="rId4" Type="http://schemas.openxmlformats.org/officeDocument/2006/relationships/image" Target="../media/image446.emf"/><Relationship Id="rId9" Type="http://schemas.openxmlformats.org/officeDocument/2006/relationships/oleObject" Target="../embeddings/oleObject432.bin"/><Relationship Id="rId14" Type="http://schemas.openxmlformats.org/officeDocument/2006/relationships/image" Target="../media/image451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13" Type="http://schemas.openxmlformats.org/officeDocument/2006/relationships/oleObject" Target="../embeddings/oleObject442.bin"/><Relationship Id="rId18" Type="http://schemas.openxmlformats.org/officeDocument/2006/relationships/image" Target="../media/image461.emf"/><Relationship Id="rId3" Type="http://schemas.openxmlformats.org/officeDocument/2006/relationships/oleObject" Target="../embeddings/oleObject437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458.emf"/><Relationship Id="rId17" Type="http://schemas.openxmlformats.org/officeDocument/2006/relationships/oleObject" Target="../embeddings/oleObject4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0.e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455.emf"/><Relationship Id="rId11" Type="http://schemas.openxmlformats.org/officeDocument/2006/relationships/oleObject" Target="../embeddings/oleObject441.bin"/><Relationship Id="rId5" Type="http://schemas.openxmlformats.org/officeDocument/2006/relationships/oleObject" Target="../embeddings/oleObject438.bin"/><Relationship Id="rId15" Type="http://schemas.openxmlformats.org/officeDocument/2006/relationships/oleObject" Target="../embeddings/oleObject443.bin"/><Relationship Id="rId10" Type="http://schemas.openxmlformats.org/officeDocument/2006/relationships/image" Target="../media/image457.emf"/><Relationship Id="rId4" Type="http://schemas.openxmlformats.org/officeDocument/2006/relationships/image" Target="../media/image454.emf"/><Relationship Id="rId9" Type="http://schemas.openxmlformats.org/officeDocument/2006/relationships/oleObject" Target="../embeddings/oleObject440.bin"/><Relationship Id="rId14" Type="http://schemas.openxmlformats.org/officeDocument/2006/relationships/image" Target="../media/image459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wmf"/><Relationship Id="rId13" Type="http://schemas.openxmlformats.org/officeDocument/2006/relationships/oleObject" Target="../embeddings/oleObject450.bin"/><Relationship Id="rId18" Type="http://schemas.openxmlformats.org/officeDocument/2006/relationships/image" Target="../media/image469.emf"/><Relationship Id="rId3" Type="http://schemas.openxmlformats.org/officeDocument/2006/relationships/oleObject" Target="../embeddings/oleObject445.bin"/><Relationship Id="rId21" Type="http://schemas.openxmlformats.org/officeDocument/2006/relationships/oleObject" Target="../embeddings/oleObject454.bin"/><Relationship Id="rId7" Type="http://schemas.openxmlformats.org/officeDocument/2006/relationships/oleObject" Target="../embeddings/oleObject447.bin"/><Relationship Id="rId12" Type="http://schemas.openxmlformats.org/officeDocument/2006/relationships/image" Target="../media/image466.emf"/><Relationship Id="rId17" Type="http://schemas.openxmlformats.org/officeDocument/2006/relationships/oleObject" Target="../embeddings/oleObject4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8.emf"/><Relationship Id="rId20" Type="http://schemas.openxmlformats.org/officeDocument/2006/relationships/image" Target="../media/image470.w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63.wmf"/><Relationship Id="rId11" Type="http://schemas.openxmlformats.org/officeDocument/2006/relationships/oleObject" Target="../embeddings/oleObject449.bin"/><Relationship Id="rId24" Type="http://schemas.openxmlformats.org/officeDocument/2006/relationships/image" Target="../media/image419.wmf"/><Relationship Id="rId5" Type="http://schemas.openxmlformats.org/officeDocument/2006/relationships/oleObject" Target="../embeddings/oleObject446.bin"/><Relationship Id="rId15" Type="http://schemas.openxmlformats.org/officeDocument/2006/relationships/oleObject" Target="../embeddings/oleObject451.bin"/><Relationship Id="rId23" Type="http://schemas.openxmlformats.org/officeDocument/2006/relationships/oleObject" Target="../embeddings/oleObject455.bin"/><Relationship Id="rId10" Type="http://schemas.openxmlformats.org/officeDocument/2006/relationships/image" Target="../media/image465.wmf"/><Relationship Id="rId19" Type="http://schemas.openxmlformats.org/officeDocument/2006/relationships/oleObject" Target="../embeddings/oleObject453.bin"/><Relationship Id="rId4" Type="http://schemas.openxmlformats.org/officeDocument/2006/relationships/image" Target="../media/image462.emf"/><Relationship Id="rId9" Type="http://schemas.openxmlformats.org/officeDocument/2006/relationships/oleObject" Target="../embeddings/oleObject448.bin"/><Relationship Id="rId14" Type="http://schemas.openxmlformats.org/officeDocument/2006/relationships/image" Target="../media/image467.emf"/><Relationship Id="rId22" Type="http://schemas.openxmlformats.org/officeDocument/2006/relationships/image" Target="../media/image471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13" Type="http://schemas.openxmlformats.org/officeDocument/2006/relationships/oleObject" Target="../embeddings/oleObject459.bin"/><Relationship Id="rId3" Type="http://schemas.openxmlformats.org/officeDocument/2006/relationships/oleObject" Target="../embeddings/oleObject456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4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55.emf"/><Relationship Id="rId11" Type="http://schemas.openxmlformats.org/officeDocument/2006/relationships/oleObject" Target="../embeddings/oleObject458.bin"/><Relationship Id="rId5" Type="http://schemas.openxmlformats.org/officeDocument/2006/relationships/oleObject" Target="../embeddings/oleObject438.bin"/><Relationship Id="rId10" Type="http://schemas.openxmlformats.org/officeDocument/2006/relationships/image" Target="../media/image472.wmf"/><Relationship Id="rId4" Type="http://schemas.openxmlformats.org/officeDocument/2006/relationships/image" Target="../media/image454.emf"/><Relationship Id="rId9" Type="http://schemas.openxmlformats.org/officeDocument/2006/relationships/oleObject" Target="../embeddings/oleObject457.bin"/><Relationship Id="rId14" Type="http://schemas.openxmlformats.org/officeDocument/2006/relationships/image" Target="../media/image474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slide" Target="slide14.xml"/><Relationship Id="rId7" Type="http://schemas.openxmlformats.org/officeDocument/2006/relationships/image" Target="../media/image2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90.wmf"/><Relationship Id="rId5" Type="http://schemas.openxmlformats.org/officeDocument/2006/relationships/image" Target="../media/image287.e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89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wmf"/><Relationship Id="rId3" Type="http://schemas.openxmlformats.org/officeDocument/2006/relationships/oleObject" Target="../embeddings/oleObject460.bin"/><Relationship Id="rId7" Type="http://schemas.openxmlformats.org/officeDocument/2006/relationships/oleObject" Target="../embeddings/oleObject462.bin"/><Relationship Id="rId12" Type="http://schemas.openxmlformats.org/officeDocument/2006/relationships/image" Target="../media/image4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77.wmf"/><Relationship Id="rId11" Type="http://schemas.openxmlformats.org/officeDocument/2006/relationships/oleObject" Target="../embeddings/oleObject464.bin"/><Relationship Id="rId5" Type="http://schemas.openxmlformats.org/officeDocument/2006/relationships/oleObject" Target="../embeddings/oleObject461.bin"/><Relationship Id="rId10" Type="http://schemas.openxmlformats.org/officeDocument/2006/relationships/image" Target="../media/image479.wmf"/><Relationship Id="rId4" Type="http://schemas.openxmlformats.org/officeDocument/2006/relationships/image" Target="../media/image476.wmf"/><Relationship Id="rId9" Type="http://schemas.openxmlformats.org/officeDocument/2006/relationships/oleObject" Target="../embeddings/oleObject463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wmf"/><Relationship Id="rId13" Type="http://schemas.openxmlformats.org/officeDocument/2006/relationships/oleObject" Target="../embeddings/oleObject470.bin"/><Relationship Id="rId3" Type="http://schemas.openxmlformats.org/officeDocument/2006/relationships/oleObject" Target="../embeddings/oleObject465.bin"/><Relationship Id="rId7" Type="http://schemas.openxmlformats.org/officeDocument/2006/relationships/oleObject" Target="../embeddings/oleObject467.bin"/><Relationship Id="rId12" Type="http://schemas.openxmlformats.org/officeDocument/2006/relationships/image" Target="../media/image48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6.w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482.wmf"/><Relationship Id="rId11" Type="http://schemas.openxmlformats.org/officeDocument/2006/relationships/oleObject" Target="../embeddings/oleObject469.bin"/><Relationship Id="rId5" Type="http://schemas.openxmlformats.org/officeDocument/2006/relationships/oleObject" Target="../embeddings/oleObject466.bin"/><Relationship Id="rId15" Type="http://schemas.openxmlformats.org/officeDocument/2006/relationships/oleObject" Target="../embeddings/oleObject471.bin"/><Relationship Id="rId10" Type="http://schemas.openxmlformats.org/officeDocument/2006/relationships/image" Target="../media/image483.wmf"/><Relationship Id="rId4" Type="http://schemas.openxmlformats.org/officeDocument/2006/relationships/image" Target="../media/image481.wmf"/><Relationship Id="rId9" Type="http://schemas.openxmlformats.org/officeDocument/2006/relationships/oleObject" Target="../embeddings/oleObject468.bin"/><Relationship Id="rId14" Type="http://schemas.openxmlformats.org/officeDocument/2006/relationships/image" Target="../media/image485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9.wmf"/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494.wmf"/><Relationship Id="rId3" Type="http://schemas.openxmlformats.org/officeDocument/2006/relationships/oleObject" Target="../embeddings/oleObject472.bin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491.wmf"/><Relationship Id="rId17" Type="http://schemas.openxmlformats.org/officeDocument/2006/relationships/oleObject" Target="../embeddings/oleObject4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3.wmf"/><Relationship Id="rId20" Type="http://schemas.openxmlformats.org/officeDocument/2006/relationships/image" Target="../media/image495.w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488.wmf"/><Relationship Id="rId11" Type="http://schemas.openxmlformats.org/officeDocument/2006/relationships/oleObject" Target="../embeddings/oleObject476.bin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10" Type="http://schemas.openxmlformats.org/officeDocument/2006/relationships/image" Target="../media/image490.wmf"/><Relationship Id="rId19" Type="http://schemas.openxmlformats.org/officeDocument/2006/relationships/oleObject" Target="../embeddings/oleObject480.bin"/><Relationship Id="rId4" Type="http://schemas.openxmlformats.org/officeDocument/2006/relationships/image" Target="../media/image487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492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482.bin"/><Relationship Id="rId12" Type="http://schemas.openxmlformats.org/officeDocument/2006/relationships/image" Target="../media/image4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96.wmf"/><Relationship Id="rId11" Type="http://schemas.openxmlformats.org/officeDocument/2006/relationships/oleObject" Target="../embeddings/oleObject484.bin"/><Relationship Id="rId5" Type="http://schemas.openxmlformats.org/officeDocument/2006/relationships/oleObject" Target="../embeddings/oleObject481.bin"/><Relationship Id="rId10" Type="http://schemas.openxmlformats.org/officeDocument/2006/relationships/image" Target="../media/image498.wmf"/><Relationship Id="rId4" Type="http://schemas.openxmlformats.org/officeDocument/2006/relationships/image" Target="../media/image287.emf"/><Relationship Id="rId9" Type="http://schemas.openxmlformats.org/officeDocument/2006/relationships/oleObject" Target="../embeddings/oleObject483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501.wmf"/><Relationship Id="rId5" Type="http://schemas.openxmlformats.org/officeDocument/2006/relationships/oleObject" Target="../embeddings/oleObject486.bin"/><Relationship Id="rId4" Type="http://schemas.openxmlformats.org/officeDocument/2006/relationships/image" Target="../media/image500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4.wmf"/><Relationship Id="rId13" Type="http://schemas.openxmlformats.org/officeDocument/2006/relationships/oleObject" Target="../embeddings/oleObject492.bin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50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8.w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503.wmf"/><Relationship Id="rId11" Type="http://schemas.openxmlformats.org/officeDocument/2006/relationships/oleObject" Target="../embeddings/oleObject491.bin"/><Relationship Id="rId5" Type="http://schemas.openxmlformats.org/officeDocument/2006/relationships/oleObject" Target="../embeddings/oleObject488.bin"/><Relationship Id="rId15" Type="http://schemas.openxmlformats.org/officeDocument/2006/relationships/oleObject" Target="../embeddings/oleObject493.bin"/><Relationship Id="rId10" Type="http://schemas.openxmlformats.org/officeDocument/2006/relationships/image" Target="../media/image505.wmf"/><Relationship Id="rId4" Type="http://schemas.openxmlformats.org/officeDocument/2006/relationships/image" Target="../media/image502.wmf"/><Relationship Id="rId9" Type="http://schemas.openxmlformats.org/officeDocument/2006/relationships/oleObject" Target="../embeddings/oleObject490.bin"/><Relationship Id="rId14" Type="http://schemas.openxmlformats.org/officeDocument/2006/relationships/image" Target="../media/image507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wmf"/><Relationship Id="rId3" Type="http://schemas.openxmlformats.org/officeDocument/2006/relationships/oleObject" Target="../embeddings/oleObject494.bin"/><Relationship Id="rId7" Type="http://schemas.openxmlformats.org/officeDocument/2006/relationships/oleObject" Target="../embeddings/oleObject4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510.wmf"/><Relationship Id="rId5" Type="http://schemas.openxmlformats.org/officeDocument/2006/relationships/oleObject" Target="../embeddings/oleObject495.bin"/><Relationship Id="rId10" Type="http://schemas.openxmlformats.org/officeDocument/2006/relationships/image" Target="../media/image561.png"/><Relationship Id="rId4" Type="http://schemas.openxmlformats.org/officeDocument/2006/relationships/image" Target="../media/image509.wmf"/><Relationship Id="rId9" Type="http://schemas.openxmlformats.org/officeDocument/2006/relationships/image" Target="../media/image56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wmf"/><Relationship Id="rId13" Type="http://schemas.openxmlformats.org/officeDocument/2006/relationships/oleObject" Target="../embeddings/oleObject502.bin"/><Relationship Id="rId3" Type="http://schemas.openxmlformats.org/officeDocument/2006/relationships/oleObject" Target="../embeddings/oleObject497.bin"/><Relationship Id="rId7" Type="http://schemas.openxmlformats.org/officeDocument/2006/relationships/oleObject" Target="../embeddings/oleObject499.bin"/><Relationship Id="rId12" Type="http://schemas.openxmlformats.org/officeDocument/2006/relationships/image" Target="../media/image5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513.wmf"/><Relationship Id="rId11" Type="http://schemas.openxmlformats.org/officeDocument/2006/relationships/oleObject" Target="../embeddings/oleObject501.bin"/><Relationship Id="rId5" Type="http://schemas.openxmlformats.org/officeDocument/2006/relationships/oleObject" Target="../embeddings/oleObject498.bin"/><Relationship Id="rId10" Type="http://schemas.openxmlformats.org/officeDocument/2006/relationships/image" Target="../media/image515.wmf"/><Relationship Id="rId4" Type="http://schemas.openxmlformats.org/officeDocument/2006/relationships/image" Target="../media/image512.wmf"/><Relationship Id="rId9" Type="http://schemas.openxmlformats.org/officeDocument/2006/relationships/oleObject" Target="../embeddings/oleObject500.bin"/><Relationship Id="rId14" Type="http://schemas.openxmlformats.org/officeDocument/2006/relationships/image" Target="../media/image517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wmf"/><Relationship Id="rId13" Type="http://schemas.openxmlformats.org/officeDocument/2006/relationships/oleObject" Target="../embeddings/oleObject508.bin"/><Relationship Id="rId3" Type="http://schemas.openxmlformats.org/officeDocument/2006/relationships/oleObject" Target="../embeddings/oleObject503.bin"/><Relationship Id="rId7" Type="http://schemas.openxmlformats.org/officeDocument/2006/relationships/oleObject" Target="../embeddings/oleObject505.bin"/><Relationship Id="rId12" Type="http://schemas.openxmlformats.org/officeDocument/2006/relationships/image" Target="../media/image5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519.wmf"/><Relationship Id="rId11" Type="http://schemas.openxmlformats.org/officeDocument/2006/relationships/oleObject" Target="../embeddings/oleObject507.bin"/><Relationship Id="rId5" Type="http://schemas.openxmlformats.org/officeDocument/2006/relationships/oleObject" Target="../embeddings/oleObject504.bin"/><Relationship Id="rId10" Type="http://schemas.openxmlformats.org/officeDocument/2006/relationships/image" Target="../media/image521.wmf"/><Relationship Id="rId4" Type="http://schemas.openxmlformats.org/officeDocument/2006/relationships/image" Target="../media/image518.wmf"/><Relationship Id="rId9" Type="http://schemas.openxmlformats.org/officeDocument/2006/relationships/oleObject" Target="../embeddings/oleObject506.bin"/><Relationship Id="rId14" Type="http://schemas.openxmlformats.org/officeDocument/2006/relationships/image" Target="../media/image523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wmf"/><Relationship Id="rId3" Type="http://schemas.openxmlformats.org/officeDocument/2006/relationships/oleObject" Target="../embeddings/oleObject509.bin"/><Relationship Id="rId7" Type="http://schemas.openxmlformats.org/officeDocument/2006/relationships/oleObject" Target="../embeddings/oleObject511.bin"/><Relationship Id="rId12" Type="http://schemas.openxmlformats.org/officeDocument/2006/relationships/image" Target="../media/image5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525.wmf"/><Relationship Id="rId11" Type="http://schemas.openxmlformats.org/officeDocument/2006/relationships/oleObject" Target="../embeddings/oleObject513.bin"/><Relationship Id="rId5" Type="http://schemas.openxmlformats.org/officeDocument/2006/relationships/oleObject" Target="../embeddings/oleObject510.bin"/><Relationship Id="rId10" Type="http://schemas.openxmlformats.org/officeDocument/2006/relationships/image" Target="../media/image527.wmf"/><Relationship Id="rId4" Type="http://schemas.openxmlformats.org/officeDocument/2006/relationships/image" Target="../media/image524.wmf"/><Relationship Id="rId9" Type="http://schemas.openxmlformats.org/officeDocument/2006/relationships/oleObject" Target="../embeddings/oleObject512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.wmf"/><Relationship Id="rId13" Type="http://schemas.openxmlformats.org/officeDocument/2006/relationships/oleObject" Target="../embeddings/oleObject519.bin"/><Relationship Id="rId3" Type="http://schemas.openxmlformats.org/officeDocument/2006/relationships/oleObject" Target="../embeddings/oleObject514.bin"/><Relationship Id="rId7" Type="http://schemas.openxmlformats.org/officeDocument/2006/relationships/oleObject" Target="../embeddings/oleObject516.bin"/><Relationship Id="rId12" Type="http://schemas.openxmlformats.org/officeDocument/2006/relationships/image" Target="../media/image5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530.wmf"/><Relationship Id="rId11" Type="http://schemas.openxmlformats.org/officeDocument/2006/relationships/oleObject" Target="../embeddings/oleObject518.bin"/><Relationship Id="rId5" Type="http://schemas.openxmlformats.org/officeDocument/2006/relationships/oleObject" Target="../embeddings/oleObject515.bin"/><Relationship Id="rId10" Type="http://schemas.openxmlformats.org/officeDocument/2006/relationships/image" Target="../media/image532.wmf"/><Relationship Id="rId4" Type="http://schemas.openxmlformats.org/officeDocument/2006/relationships/image" Target="../media/image529.wmf"/><Relationship Id="rId9" Type="http://schemas.openxmlformats.org/officeDocument/2006/relationships/oleObject" Target="../embeddings/oleObject517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6.wmf"/><Relationship Id="rId3" Type="http://schemas.openxmlformats.org/officeDocument/2006/relationships/oleObject" Target="../embeddings/oleObject520.bin"/><Relationship Id="rId7" Type="http://schemas.openxmlformats.org/officeDocument/2006/relationships/oleObject" Target="../embeddings/oleObject5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535.wmf"/><Relationship Id="rId5" Type="http://schemas.openxmlformats.org/officeDocument/2006/relationships/oleObject" Target="../embeddings/oleObject521.bin"/><Relationship Id="rId10" Type="http://schemas.openxmlformats.org/officeDocument/2006/relationships/image" Target="../media/image537.wmf"/><Relationship Id="rId4" Type="http://schemas.openxmlformats.org/officeDocument/2006/relationships/image" Target="../media/image534.wmf"/><Relationship Id="rId9" Type="http://schemas.openxmlformats.org/officeDocument/2006/relationships/oleObject" Target="../embeddings/oleObject523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9.wmf"/><Relationship Id="rId13" Type="http://schemas.openxmlformats.org/officeDocument/2006/relationships/oleObject" Target="../embeddings/oleObject528.bin"/><Relationship Id="rId3" Type="http://schemas.openxmlformats.org/officeDocument/2006/relationships/oleObject" Target="../embeddings/oleObject481.bin"/><Relationship Id="rId7" Type="http://schemas.openxmlformats.org/officeDocument/2006/relationships/oleObject" Target="../embeddings/oleObject525.bin"/><Relationship Id="rId12" Type="http://schemas.openxmlformats.org/officeDocument/2006/relationships/image" Target="../media/image5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538.wmf"/><Relationship Id="rId11" Type="http://schemas.openxmlformats.org/officeDocument/2006/relationships/oleObject" Target="../embeddings/oleObject527.bin"/><Relationship Id="rId5" Type="http://schemas.openxmlformats.org/officeDocument/2006/relationships/oleObject" Target="../embeddings/oleObject524.bin"/><Relationship Id="rId10" Type="http://schemas.openxmlformats.org/officeDocument/2006/relationships/image" Target="../media/image540.wmf"/><Relationship Id="rId4" Type="http://schemas.openxmlformats.org/officeDocument/2006/relationships/image" Target="../media/image496.wmf"/><Relationship Id="rId9" Type="http://schemas.openxmlformats.org/officeDocument/2006/relationships/oleObject" Target="../embeddings/oleObject526.bin"/><Relationship Id="rId14" Type="http://schemas.openxmlformats.org/officeDocument/2006/relationships/image" Target="../media/image542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wmf"/><Relationship Id="rId3" Type="http://schemas.openxmlformats.org/officeDocument/2006/relationships/oleObject" Target="../embeddings/oleObject529.bin"/><Relationship Id="rId7" Type="http://schemas.openxmlformats.org/officeDocument/2006/relationships/oleObject" Target="../embeddings/oleObject531.bin"/><Relationship Id="rId12" Type="http://schemas.openxmlformats.org/officeDocument/2006/relationships/image" Target="../media/image5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535.wmf"/><Relationship Id="rId11" Type="http://schemas.openxmlformats.org/officeDocument/2006/relationships/oleObject" Target="../embeddings/oleObject533.bin"/><Relationship Id="rId5" Type="http://schemas.openxmlformats.org/officeDocument/2006/relationships/oleObject" Target="../embeddings/oleObject530.bin"/><Relationship Id="rId10" Type="http://schemas.openxmlformats.org/officeDocument/2006/relationships/image" Target="../media/image544.wmf"/><Relationship Id="rId4" Type="http://schemas.openxmlformats.org/officeDocument/2006/relationships/image" Target="../media/image543.wmf"/><Relationship Id="rId9" Type="http://schemas.openxmlformats.org/officeDocument/2006/relationships/oleObject" Target="../embeddings/oleObject532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wmf"/><Relationship Id="rId3" Type="http://schemas.openxmlformats.org/officeDocument/2006/relationships/oleObject" Target="../embeddings/oleObject481.bin"/><Relationship Id="rId7" Type="http://schemas.openxmlformats.org/officeDocument/2006/relationships/oleObject" Target="../embeddings/oleObject5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546.wmf"/><Relationship Id="rId5" Type="http://schemas.openxmlformats.org/officeDocument/2006/relationships/oleObject" Target="../embeddings/oleObject534.bin"/><Relationship Id="rId4" Type="http://schemas.openxmlformats.org/officeDocument/2006/relationships/image" Target="../media/image496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9.wmf"/><Relationship Id="rId3" Type="http://schemas.openxmlformats.org/officeDocument/2006/relationships/oleObject" Target="../embeddings/oleObject536.bin"/><Relationship Id="rId7" Type="http://schemas.openxmlformats.org/officeDocument/2006/relationships/oleObject" Target="../embeddings/oleObject5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548.wmf"/><Relationship Id="rId5" Type="http://schemas.openxmlformats.org/officeDocument/2006/relationships/oleObject" Target="../embeddings/oleObject537.bin"/><Relationship Id="rId4" Type="http://schemas.openxmlformats.org/officeDocument/2006/relationships/image" Target="../media/image547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2.emf"/><Relationship Id="rId13" Type="http://schemas.openxmlformats.org/officeDocument/2006/relationships/oleObject" Target="../embeddings/oleObject544.bin"/><Relationship Id="rId3" Type="http://schemas.openxmlformats.org/officeDocument/2006/relationships/oleObject" Target="../embeddings/oleObject539.bin"/><Relationship Id="rId7" Type="http://schemas.openxmlformats.org/officeDocument/2006/relationships/oleObject" Target="../embeddings/oleObject541.bin"/><Relationship Id="rId12" Type="http://schemas.openxmlformats.org/officeDocument/2006/relationships/image" Target="../media/image55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6.emf"/><Relationship Id="rId1" Type="http://schemas.openxmlformats.org/officeDocument/2006/relationships/vmlDrawing" Target="../drawings/vmlDrawing84.vml"/><Relationship Id="rId6" Type="http://schemas.openxmlformats.org/officeDocument/2006/relationships/image" Target="../media/image551.emf"/><Relationship Id="rId11" Type="http://schemas.openxmlformats.org/officeDocument/2006/relationships/oleObject" Target="../embeddings/oleObject543.bin"/><Relationship Id="rId5" Type="http://schemas.openxmlformats.org/officeDocument/2006/relationships/oleObject" Target="../embeddings/oleObject540.bin"/><Relationship Id="rId15" Type="http://schemas.openxmlformats.org/officeDocument/2006/relationships/oleObject" Target="../embeddings/oleObject545.bin"/><Relationship Id="rId10" Type="http://schemas.openxmlformats.org/officeDocument/2006/relationships/image" Target="../media/image553.emf"/><Relationship Id="rId4" Type="http://schemas.openxmlformats.org/officeDocument/2006/relationships/image" Target="../media/image550.emf"/><Relationship Id="rId9" Type="http://schemas.openxmlformats.org/officeDocument/2006/relationships/oleObject" Target="../embeddings/oleObject542.bin"/><Relationship Id="rId14" Type="http://schemas.openxmlformats.org/officeDocument/2006/relationships/image" Target="../media/image555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9.emf"/><Relationship Id="rId13" Type="http://schemas.openxmlformats.org/officeDocument/2006/relationships/oleObject" Target="../embeddings/oleObject551.bin"/><Relationship Id="rId18" Type="http://schemas.openxmlformats.org/officeDocument/2006/relationships/image" Target="../media/image564.emf"/><Relationship Id="rId26" Type="http://schemas.openxmlformats.org/officeDocument/2006/relationships/image" Target="../media/image568.emf"/><Relationship Id="rId3" Type="http://schemas.openxmlformats.org/officeDocument/2006/relationships/oleObject" Target="../embeddings/oleObject546.bin"/><Relationship Id="rId21" Type="http://schemas.openxmlformats.org/officeDocument/2006/relationships/oleObject" Target="../embeddings/oleObject555.bin"/><Relationship Id="rId7" Type="http://schemas.openxmlformats.org/officeDocument/2006/relationships/oleObject" Target="../embeddings/oleObject548.bin"/><Relationship Id="rId12" Type="http://schemas.openxmlformats.org/officeDocument/2006/relationships/image" Target="../media/image561.emf"/><Relationship Id="rId17" Type="http://schemas.openxmlformats.org/officeDocument/2006/relationships/oleObject" Target="../embeddings/oleObject553.bin"/><Relationship Id="rId25" Type="http://schemas.openxmlformats.org/officeDocument/2006/relationships/oleObject" Target="../embeddings/oleObject5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3.emf"/><Relationship Id="rId20" Type="http://schemas.openxmlformats.org/officeDocument/2006/relationships/image" Target="../media/image565.emf"/><Relationship Id="rId1" Type="http://schemas.openxmlformats.org/officeDocument/2006/relationships/vmlDrawing" Target="../drawings/vmlDrawing85.vml"/><Relationship Id="rId6" Type="http://schemas.openxmlformats.org/officeDocument/2006/relationships/image" Target="../media/image558.emf"/><Relationship Id="rId11" Type="http://schemas.openxmlformats.org/officeDocument/2006/relationships/oleObject" Target="../embeddings/oleObject550.bin"/><Relationship Id="rId24" Type="http://schemas.openxmlformats.org/officeDocument/2006/relationships/image" Target="../media/image567.emf"/><Relationship Id="rId5" Type="http://schemas.openxmlformats.org/officeDocument/2006/relationships/oleObject" Target="../embeddings/oleObject547.bin"/><Relationship Id="rId15" Type="http://schemas.openxmlformats.org/officeDocument/2006/relationships/oleObject" Target="../embeddings/oleObject552.bin"/><Relationship Id="rId23" Type="http://schemas.openxmlformats.org/officeDocument/2006/relationships/oleObject" Target="../embeddings/oleObject556.bin"/><Relationship Id="rId10" Type="http://schemas.openxmlformats.org/officeDocument/2006/relationships/image" Target="../media/image560.emf"/><Relationship Id="rId19" Type="http://schemas.openxmlformats.org/officeDocument/2006/relationships/oleObject" Target="../embeddings/oleObject554.bin"/><Relationship Id="rId4" Type="http://schemas.openxmlformats.org/officeDocument/2006/relationships/image" Target="../media/image557.emf"/><Relationship Id="rId9" Type="http://schemas.openxmlformats.org/officeDocument/2006/relationships/oleObject" Target="../embeddings/oleObject549.bin"/><Relationship Id="rId14" Type="http://schemas.openxmlformats.org/officeDocument/2006/relationships/image" Target="../media/image562.emf"/><Relationship Id="rId22" Type="http://schemas.openxmlformats.org/officeDocument/2006/relationships/image" Target="../media/image566.e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1.emf"/><Relationship Id="rId13" Type="http://schemas.openxmlformats.org/officeDocument/2006/relationships/oleObject" Target="../embeddings/oleObject563.bin"/><Relationship Id="rId18" Type="http://schemas.openxmlformats.org/officeDocument/2006/relationships/image" Target="../media/image576.emf"/><Relationship Id="rId3" Type="http://schemas.openxmlformats.org/officeDocument/2006/relationships/oleObject" Target="../embeddings/oleObject558.bin"/><Relationship Id="rId7" Type="http://schemas.openxmlformats.org/officeDocument/2006/relationships/oleObject" Target="../embeddings/oleObject560.bin"/><Relationship Id="rId12" Type="http://schemas.openxmlformats.org/officeDocument/2006/relationships/image" Target="../media/image573.emf"/><Relationship Id="rId17" Type="http://schemas.openxmlformats.org/officeDocument/2006/relationships/oleObject" Target="../embeddings/oleObject5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5.emf"/><Relationship Id="rId20" Type="http://schemas.openxmlformats.org/officeDocument/2006/relationships/image" Target="../media/image577.emf"/><Relationship Id="rId1" Type="http://schemas.openxmlformats.org/officeDocument/2006/relationships/vmlDrawing" Target="../drawings/vmlDrawing86.vml"/><Relationship Id="rId6" Type="http://schemas.openxmlformats.org/officeDocument/2006/relationships/image" Target="../media/image570.emf"/><Relationship Id="rId11" Type="http://schemas.openxmlformats.org/officeDocument/2006/relationships/oleObject" Target="../embeddings/oleObject562.bin"/><Relationship Id="rId5" Type="http://schemas.openxmlformats.org/officeDocument/2006/relationships/oleObject" Target="../embeddings/oleObject559.bin"/><Relationship Id="rId15" Type="http://schemas.openxmlformats.org/officeDocument/2006/relationships/oleObject" Target="../embeddings/oleObject564.bin"/><Relationship Id="rId10" Type="http://schemas.openxmlformats.org/officeDocument/2006/relationships/image" Target="../media/image572.emf"/><Relationship Id="rId19" Type="http://schemas.openxmlformats.org/officeDocument/2006/relationships/oleObject" Target="../embeddings/oleObject566.bin"/><Relationship Id="rId4" Type="http://schemas.openxmlformats.org/officeDocument/2006/relationships/image" Target="../media/image569.emf"/><Relationship Id="rId9" Type="http://schemas.openxmlformats.org/officeDocument/2006/relationships/oleObject" Target="../embeddings/oleObject561.bin"/><Relationship Id="rId14" Type="http://schemas.openxmlformats.org/officeDocument/2006/relationships/image" Target="../media/image574.e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emf"/><Relationship Id="rId13" Type="http://schemas.openxmlformats.org/officeDocument/2006/relationships/oleObject" Target="../embeddings/oleObject572.bin"/><Relationship Id="rId18" Type="http://schemas.openxmlformats.org/officeDocument/2006/relationships/image" Target="../media/image585.emf"/><Relationship Id="rId26" Type="http://schemas.openxmlformats.org/officeDocument/2006/relationships/image" Target="../media/image589.emf"/><Relationship Id="rId3" Type="http://schemas.openxmlformats.org/officeDocument/2006/relationships/oleObject" Target="../embeddings/oleObject567.bin"/><Relationship Id="rId21" Type="http://schemas.openxmlformats.org/officeDocument/2006/relationships/oleObject" Target="../embeddings/oleObject576.bin"/><Relationship Id="rId7" Type="http://schemas.openxmlformats.org/officeDocument/2006/relationships/oleObject" Target="../embeddings/oleObject569.bin"/><Relationship Id="rId12" Type="http://schemas.openxmlformats.org/officeDocument/2006/relationships/image" Target="../media/image582.emf"/><Relationship Id="rId17" Type="http://schemas.openxmlformats.org/officeDocument/2006/relationships/oleObject" Target="../embeddings/oleObject574.bin"/><Relationship Id="rId25" Type="http://schemas.openxmlformats.org/officeDocument/2006/relationships/oleObject" Target="../embeddings/oleObject5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4.emf"/><Relationship Id="rId20" Type="http://schemas.openxmlformats.org/officeDocument/2006/relationships/image" Target="../media/image586.emf"/><Relationship Id="rId1" Type="http://schemas.openxmlformats.org/officeDocument/2006/relationships/vmlDrawing" Target="../drawings/vmlDrawing87.vml"/><Relationship Id="rId6" Type="http://schemas.openxmlformats.org/officeDocument/2006/relationships/image" Target="../media/image579.emf"/><Relationship Id="rId11" Type="http://schemas.openxmlformats.org/officeDocument/2006/relationships/oleObject" Target="../embeddings/oleObject571.bin"/><Relationship Id="rId24" Type="http://schemas.openxmlformats.org/officeDocument/2006/relationships/image" Target="../media/image588.emf"/><Relationship Id="rId5" Type="http://schemas.openxmlformats.org/officeDocument/2006/relationships/oleObject" Target="../embeddings/oleObject568.bin"/><Relationship Id="rId15" Type="http://schemas.openxmlformats.org/officeDocument/2006/relationships/oleObject" Target="../embeddings/oleObject573.bin"/><Relationship Id="rId23" Type="http://schemas.openxmlformats.org/officeDocument/2006/relationships/oleObject" Target="../embeddings/oleObject577.bin"/><Relationship Id="rId10" Type="http://schemas.openxmlformats.org/officeDocument/2006/relationships/image" Target="../media/image581.emf"/><Relationship Id="rId19" Type="http://schemas.openxmlformats.org/officeDocument/2006/relationships/oleObject" Target="../embeddings/oleObject575.bin"/><Relationship Id="rId4" Type="http://schemas.openxmlformats.org/officeDocument/2006/relationships/image" Target="../media/image578.emf"/><Relationship Id="rId9" Type="http://schemas.openxmlformats.org/officeDocument/2006/relationships/oleObject" Target="../embeddings/oleObject570.bin"/><Relationship Id="rId14" Type="http://schemas.openxmlformats.org/officeDocument/2006/relationships/image" Target="../media/image583.emf"/><Relationship Id="rId22" Type="http://schemas.openxmlformats.org/officeDocument/2006/relationships/image" Target="../media/image587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emf"/><Relationship Id="rId13" Type="http://schemas.openxmlformats.org/officeDocument/2006/relationships/oleObject" Target="../embeddings/oleObject584.bin"/><Relationship Id="rId18" Type="http://schemas.openxmlformats.org/officeDocument/2006/relationships/image" Target="../media/image597.emf"/><Relationship Id="rId26" Type="http://schemas.openxmlformats.org/officeDocument/2006/relationships/image" Target="../media/image601.emf"/><Relationship Id="rId3" Type="http://schemas.openxmlformats.org/officeDocument/2006/relationships/oleObject" Target="../embeddings/oleObject579.bin"/><Relationship Id="rId21" Type="http://schemas.openxmlformats.org/officeDocument/2006/relationships/oleObject" Target="../embeddings/oleObject588.bin"/><Relationship Id="rId7" Type="http://schemas.openxmlformats.org/officeDocument/2006/relationships/oleObject" Target="../embeddings/oleObject581.bin"/><Relationship Id="rId12" Type="http://schemas.openxmlformats.org/officeDocument/2006/relationships/image" Target="../media/image594.emf"/><Relationship Id="rId17" Type="http://schemas.openxmlformats.org/officeDocument/2006/relationships/oleObject" Target="../embeddings/oleObject586.bin"/><Relationship Id="rId25" Type="http://schemas.openxmlformats.org/officeDocument/2006/relationships/oleObject" Target="../embeddings/oleObject5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6.emf"/><Relationship Id="rId20" Type="http://schemas.openxmlformats.org/officeDocument/2006/relationships/image" Target="../media/image598.emf"/><Relationship Id="rId1" Type="http://schemas.openxmlformats.org/officeDocument/2006/relationships/vmlDrawing" Target="../drawings/vmlDrawing88.vml"/><Relationship Id="rId6" Type="http://schemas.openxmlformats.org/officeDocument/2006/relationships/image" Target="../media/image591.emf"/><Relationship Id="rId11" Type="http://schemas.openxmlformats.org/officeDocument/2006/relationships/oleObject" Target="../embeddings/oleObject583.bin"/><Relationship Id="rId24" Type="http://schemas.openxmlformats.org/officeDocument/2006/relationships/image" Target="../media/image600.emf"/><Relationship Id="rId5" Type="http://schemas.openxmlformats.org/officeDocument/2006/relationships/oleObject" Target="../embeddings/oleObject580.bin"/><Relationship Id="rId15" Type="http://schemas.openxmlformats.org/officeDocument/2006/relationships/oleObject" Target="../embeddings/oleObject585.bin"/><Relationship Id="rId23" Type="http://schemas.openxmlformats.org/officeDocument/2006/relationships/oleObject" Target="../embeddings/oleObject589.bin"/><Relationship Id="rId10" Type="http://schemas.openxmlformats.org/officeDocument/2006/relationships/image" Target="../media/image593.emf"/><Relationship Id="rId19" Type="http://schemas.openxmlformats.org/officeDocument/2006/relationships/oleObject" Target="../embeddings/oleObject587.bin"/><Relationship Id="rId4" Type="http://schemas.openxmlformats.org/officeDocument/2006/relationships/image" Target="../media/image590.emf"/><Relationship Id="rId9" Type="http://schemas.openxmlformats.org/officeDocument/2006/relationships/oleObject" Target="../embeddings/oleObject582.bin"/><Relationship Id="rId14" Type="http://schemas.openxmlformats.org/officeDocument/2006/relationships/image" Target="../media/image595.emf"/><Relationship Id="rId22" Type="http://schemas.openxmlformats.org/officeDocument/2006/relationships/image" Target="../media/image599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3.bin"/><Relationship Id="rId13" Type="http://schemas.openxmlformats.org/officeDocument/2006/relationships/image" Target="../media/image606.wmf"/><Relationship Id="rId3" Type="http://schemas.openxmlformats.org/officeDocument/2006/relationships/image" Target="../media/image609.png"/><Relationship Id="rId7" Type="http://schemas.openxmlformats.org/officeDocument/2006/relationships/image" Target="../media/image603.wmf"/><Relationship Id="rId12" Type="http://schemas.openxmlformats.org/officeDocument/2006/relationships/oleObject" Target="../embeddings/oleObject595.bin"/><Relationship Id="rId17" Type="http://schemas.openxmlformats.org/officeDocument/2006/relationships/image" Target="../media/image6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97.bin"/><Relationship Id="rId1" Type="http://schemas.openxmlformats.org/officeDocument/2006/relationships/vmlDrawing" Target="../drawings/vmlDrawing89.vml"/><Relationship Id="rId6" Type="http://schemas.openxmlformats.org/officeDocument/2006/relationships/oleObject" Target="../embeddings/oleObject592.bin"/><Relationship Id="rId11" Type="http://schemas.openxmlformats.org/officeDocument/2006/relationships/image" Target="../media/image605.wmf"/><Relationship Id="rId5" Type="http://schemas.openxmlformats.org/officeDocument/2006/relationships/image" Target="../media/image602.wmf"/><Relationship Id="rId15" Type="http://schemas.openxmlformats.org/officeDocument/2006/relationships/image" Target="../media/image607.wmf"/><Relationship Id="rId10" Type="http://schemas.openxmlformats.org/officeDocument/2006/relationships/oleObject" Target="../embeddings/oleObject594.bin"/><Relationship Id="rId4" Type="http://schemas.openxmlformats.org/officeDocument/2006/relationships/oleObject" Target="../embeddings/oleObject591.bin"/><Relationship Id="rId9" Type="http://schemas.openxmlformats.org/officeDocument/2006/relationships/image" Target="../media/image604.wmf"/><Relationship Id="rId14" Type="http://schemas.openxmlformats.org/officeDocument/2006/relationships/oleObject" Target="../embeddings/oleObject596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wmf"/><Relationship Id="rId3" Type="http://schemas.openxmlformats.org/officeDocument/2006/relationships/oleObject" Target="../embeddings/oleObject598.bin"/><Relationship Id="rId7" Type="http://schemas.openxmlformats.org/officeDocument/2006/relationships/oleObject" Target="../embeddings/oleObject6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611.wmf"/><Relationship Id="rId5" Type="http://schemas.openxmlformats.org/officeDocument/2006/relationships/oleObject" Target="../embeddings/oleObject599.bin"/><Relationship Id="rId4" Type="http://schemas.openxmlformats.org/officeDocument/2006/relationships/image" Target="../media/image610.wmf"/><Relationship Id="rId9" Type="http://schemas.openxmlformats.org/officeDocument/2006/relationships/image" Target="../media/image613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6.wmf"/><Relationship Id="rId13" Type="http://schemas.openxmlformats.org/officeDocument/2006/relationships/oleObject" Target="../embeddings/oleObject606.bin"/><Relationship Id="rId3" Type="http://schemas.openxmlformats.org/officeDocument/2006/relationships/oleObject" Target="../embeddings/oleObject601.bin"/><Relationship Id="rId7" Type="http://schemas.openxmlformats.org/officeDocument/2006/relationships/oleObject" Target="../embeddings/oleObject603.bin"/><Relationship Id="rId12" Type="http://schemas.openxmlformats.org/officeDocument/2006/relationships/image" Target="../media/image61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615.wmf"/><Relationship Id="rId11" Type="http://schemas.openxmlformats.org/officeDocument/2006/relationships/oleObject" Target="../embeddings/oleObject605.bin"/><Relationship Id="rId5" Type="http://schemas.openxmlformats.org/officeDocument/2006/relationships/oleObject" Target="../embeddings/oleObject602.bin"/><Relationship Id="rId10" Type="http://schemas.openxmlformats.org/officeDocument/2006/relationships/image" Target="../media/image617.wmf"/><Relationship Id="rId4" Type="http://schemas.openxmlformats.org/officeDocument/2006/relationships/image" Target="../media/image614.wmf"/><Relationship Id="rId9" Type="http://schemas.openxmlformats.org/officeDocument/2006/relationships/oleObject" Target="../embeddings/oleObject604.bin"/><Relationship Id="rId14" Type="http://schemas.openxmlformats.org/officeDocument/2006/relationships/image" Target="../media/image619.w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1.wmf"/><Relationship Id="rId13" Type="http://schemas.openxmlformats.org/officeDocument/2006/relationships/oleObject" Target="../embeddings/oleObject612.bin"/><Relationship Id="rId18" Type="http://schemas.openxmlformats.org/officeDocument/2006/relationships/oleObject" Target="../embeddings/oleObject615.bin"/><Relationship Id="rId3" Type="http://schemas.openxmlformats.org/officeDocument/2006/relationships/oleObject" Target="../embeddings/oleObject607.bin"/><Relationship Id="rId21" Type="http://schemas.openxmlformats.org/officeDocument/2006/relationships/image" Target="../media/image625.wmf"/><Relationship Id="rId7" Type="http://schemas.openxmlformats.org/officeDocument/2006/relationships/oleObject" Target="../embeddings/oleObject609.bin"/><Relationship Id="rId12" Type="http://schemas.openxmlformats.org/officeDocument/2006/relationships/image" Target="../media/image623.wmf"/><Relationship Id="rId17" Type="http://schemas.openxmlformats.org/officeDocument/2006/relationships/oleObject" Target="../embeddings/oleObject61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15.wmf"/><Relationship Id="rId20" Type="http://schemas.openxmlformats.org/officeDocument/2006/relationships/oleObject" Target="../embeddings/oleObject616.bin"/><Relationship Id="rId1" Type="http://schemas.openxmlformats.org/officeDocument/2006/relationships/vmlDrawing" Target="../drawings/vmlDrawing92.vml"/><Relationship Id="rId6" Type="http://schemas.openxmlformats.org/officeDocument/2006/relationships/image" Target="../media/image620.wmf"/><Relationship Id="rId11" Type="http://schemas.openxmlformats.org/officeDocument/2006/relationships/oleObject" Target="../embeddings/oleObject611.bin"/><Relationship Id="rId5" Type="http://schemas.openxmlformats.org/officeDocument/2006/relationships/oleObject" Target="../embeddings/oleObject608.bin"/><Relationship Id="rId15" Type="http://schemas.openxmlformats.org/officeDocument/2006/relationships/oleObject" Target="../embeddings/oleObject613.bin"/><Relationship Id="rId10" Type="http://schemas.openxmlformats.org/officeDocument/2006/relationships/image" Target="../media/image622.wmf"/><Relationship Id="rId19" Type="http://schemas.openxmlformats.org/officeDocument/2006/relationships/image" Target="../media/image614.wmf"/><Relationship Id="rId4" Type="http://schemas.openxmlformats.org/officeDocument/2006/relationships/image" Target="../media/image619.wmf"/><Relationship Id="rId9" Type="http://schemas.openxmlformats.org/officeDocument/2006/relationships/oleObject" Target="../embeddings/oleObject610.bin"/><Relationship Id="rId14" Type="http://schemas.openxmlformats.org/officeDocument/2006/relationships/image" Target="../media/image624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7.wmf"/><Relationship Id="rId13" Type="http://schemas.openxmlformats.org/officeDocument/2006/relationships/oleObject" Target="../embeddings/oleObject620.bin"/><Relationship Id="rId3" Type="http://schemas.openxmlformats.org/officeDocument/2006/relationships/oleObject" Target="../embeddings/oleObject617.bin"/><Relationship Id="rId7" Type="http://schemas.openxmlformats.org/officeDocument/2006/relationships/oleObject" Target="../embeddings/oleObject618.bin"/><Relationship Id="rId12" Type="http://schemas.openxmlformats.org/officeDocument/2006/relationships/image" Target="../media/image62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0.wmf"/><Relationship Id="rId1" Type="http://schemas.openxmlformats.org/officeDocument/2006/relationships/vmlDrawing" Target="../drawings/vmlDrawing93.vml"/><Relationship Id="rId6" Type="http://schemas.openxmlformats.org/officeDocument/2006/relationships/image" Target="../media/image615.wmf"/><Relationship Id="rId11" Type="http://schemas.openxmlformats.org/officeDocument/2006/relationships/oleObject" Target="../embeddings/oleObject619.bin"/><Relationship Id="rId5" Type="http://schemas.openxmlformats.org/officeDocument/2006/relationships/oleObject" Target="../embeddings/oleObject613.bin"/><Relationship Id="rId15" Type="http://schemas.openxmlformats.org/officeDocument/2006/relationships/oleObject" Target="../embeddings/oleObject621.bin"/><Relationship Id="rId10" Type="http://schemas.openxmlformats.org/officeDocument/2006/relationships/image" Target="../media/image625.wmf"/><Relationship Id="rId4" Type="http://schemas.openxmlformats.org/officeDocument/2006/relationships/image" Target="../media/image626.wmf"/><Relationship Id="rId9" Type="http://schemas.openxmlformats.org/officeDocument/2006/relationships/oleObject" Target="../embeddings/oleObject616.bin"/><Relationship Id="rId14" Type="http://schemas.openxmlformats.org/officeDocument/2006/relationships/image" Target="../media/image629.wmf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wmf"/><Relationship Id="rId3" Type="http://schemas.openxmlformats.org/officeDocument/2006/relationships/oleObject" Target="../embeddings/oleObject598.bin"/><Relationship Id="rId7" Type="http://schemas.openxmlformats.org/officeDocument/2006/relationships/oleObject" Target="../embeddings/oleObject6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611.wmf"/><Relationship Id="rId5" Type="http://schemas.openxmlformats.org/officeDocument/2006/relationships/oleObject" Target="../embeddings/oleObject599.bin"/><Relationship Id="rId4" Type="http://schemas.openxmlformats.org/officeDocument/2006/relationships/image" Target="../media/image610.wmf"/><Relationship Id="rId9" Type="http://schemas.openxmlformats.org/officeDocument/2006/relationships/image" Target="../media/image613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3.wmf"/><Relationship Id="rId3" Type="http://schemas.openxmlformats.org/officeDocument/2006/relationships/oleObject" Target="../embeddings/oleObject622.bin"/><Relationship Id="rId7" Type="http://schemas.openxmlformats.org/officeDocument/2006/relationships/oleObject" Target="../embeddings/oleObject6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632.wmf"/><Relationship Id="rId5" Type="http://schemas.openxmlformats.org/officeDocument/2006/relationships/oleObject" Target="../embeddings/oleObject623.bin"/><Relationship Id="rId4" Type="http://schemas.openxmlformats.org/officeDocument/2006/relationships/image" Target="../media/image631.w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6.vml"/><Relationship Id="rId6" Type="http://schemas.openxmlformats.org/officeDocument/2006/relationships/image" Target="../media/image634.wmf"/><Relationship Id="rId5" Type="http://schemas.openxmlformats.org/officeDocument/2006/relationships/oleObject" Target="../embeddings/oleObject626.bin"/><Relationship Id="rId4" Type="http://schemas.openxmlformats.org/officeDocument/2006/relationships/image" Target="../media/image631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7.wmf"/><Relationship Id="rId3" Type="http://schemas.openxmlformats.org/officeDocument/2006/relationships/oleObject" Target="../embeddings/oleObject627.bin"/><Relationship Id="rId7" Type="http://schemas.openxmlformats.org/officeDocument/2006/relationships/oleObject" Target="../embeddings/oleObject6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7.vml"/><Relationship Id="rId6" Type="http://schemas.openxmlformats.org/officeDocument/2006/relationships/image" Target="../media/image636.wmf"/><Relationship Id="rId5" Type="http://schemas.openxmlformats.org/officeDocument/2006/relationships/oleObject" Target="../embeddings/oleObject628.bin"/><Relationship Id="rId4" Type="http://schemas.openxmlformats.org/officeDocument/2006/relationships/image" Target="../media/image635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8.vml"/><Relationship Id="rId4" Type="http://schemas.openxmlformats.org/officeDocument/2006/relationships/image" Target="../media/image638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3.wmf"/><Relationship Id="rId13" Type="http://schemas.openxmlformats.org/officeDocument/2006/relationships/oleObject" Target="../embeddings/oleObject636.bin"/><Relationship Id="rId3" Type="http://schemas.openxmlformats.org/officeDocument/2006/relationships/oleObject" Target="../embeddings/oleObject631.bin"/><Relationship Id="rId7" Type="http://schemas.openxmlformats.org/officeDocument/2006/relationships/oleObject" Target="../embeddings/oleObject633.bin"/><Relationship Id="rId12" Type="http://schemas.openxmlformats.org/officeDocument/2006/relationships/image" Target="../media/image6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632.wmf"/><Relationship Id="rId11" Type="http://schemas.openxmlformats.org/officeDocument/2006/relationships/oleObject" Target="../embeddings/oleObject635.bin"/><Relationship Id="rId5" Type="http://schemas.openxmlformats.org/officeDocument/2006/relationships/oleObject" Target="../embeddings/oleObject632.bin"/><Relationship Id="rId10" Type="http://schemas.openxmlformats.org/officeDocument/2006/relationships/image" Target="../media/image639.wmf"/><Relationship Id="rId4" Type="http://schemas.openxmlformats.org/officeDocument/2006/relationships/image" Target="../media/image631.wmf"/><Relationship Id="rId9" Type="http://schemas.openxmlformats.org/officeDocument/2006/relationships/oleObject" Target="../embeddings/oleObject634.bin"/><Relationship Id="rId14" Type="http://schemas.openxmlformats.org/officeDocument/2006/relationships/image" Target="../media/image641.wmf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9.wmf"/><Relationship Id="rId3" Type="http://schemas.openxmlformats.org/officeDocument/2006/relationships/oleObject" Target="../embeddings/oleObject536.bin"/><Relationship Id="rId7" Type="http://schemas.openxmlformats.org/officeDocument/2006/relationships/oleObject" Target="../embeddings/oleObject5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548.wmf"/><Relationship Id="rId5" Type="http://schemas.openxmlformats.org/officeDocument/2006/relationships/oleObject" Target="../embeddings/oleObject537.bin"/><Relationship Id="rId4" Type="http://schemas.openxmlformats.org/officeDocument/2006/relationships/image" Target="../media/image547.w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643.wmf"/><Relationship Id="rId5" Type="http://schemas.openxmlformats.org/officeDocument/2006/relationships/oleObject" Target="../embeddings/oleObject638.bin"/><Relationship Id="rId4" Type="http://schemas.openxmlformats.org/officeDocument/2006/relationships/image" Target="../media/image642.wmf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slide" Target="slide14.xml"/><Relationship Id="rId7" Type="http://schemas.openxmlformats.org/officeDocument/2006/relationships/image" Target="../media/image2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2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90.wmf"/><Relationship Id="rId5" Type="http://schemas.openxmlformats.org/officeDocument/2006/relationships/image" Target="../media/image287.e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89.e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6.wmf"/><Relationship Id="rId3" Type="http://schemas.openxmlformats.org/officeDocument/2006/relationships/oleObject" Target="../embeddings/oleObject639.bin"/><Relationship Id="rId7" Type="http://schemas.openxmlformats.org/officeDocument/2006/relationships/oleObject" Target="../embeddings/oleObject6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645.wmf"/><Relationship Id="rId5" Type="http://schemas.openxmlformats.org/officeDocument/2006/relationships/oleObject" Target="../embeddings/oleObject640.bin"/><Relationship Id="rId4" Type="http://schemas.openxmlformats.org/officeDocument/2006/relationships/image" Target="../media/image644.wm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2.bin"/><Relationship Id="rId7" Type="http://schemas.openxmlformats.org/officeDocument/2006/relationships/image" Target="../media/image59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4.vml"/><Relationship Id="rId6" Type="http://schemas.openxmlformats.org/officeDocument/2006/relationships/image" Target="../media/image646.wmf"/><Relationship Id="rId5" Type="http://schemas.openxmlformats.org/officeDocument/2006/relationships/oleObject" Target="../embeddings/oleObject643.bin"/><Relationship Id="rId4" Type="http://schemas.openxmlformats.org/officeDocument/2006/relationships/image" Target="../media/image644.w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e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5.vml"/><Relationship Id="rId6" Type="http://schemas.openxmlformats.org/officeDocument/2006/relationships/image" Target="../media/image216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15.emf"/><Relationship Id="rId9" Type="http://schemas.openxmlformats.org/officeDocument/2006/relationships/image" Target="../media/image197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5" descr="0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1447800" y="2057400"/>
            <a:ext cx="6351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第七章 数学物理方程定解问题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2041525" y="36480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1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752600" y="37338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7.2 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定解条件</a:t>
            </a:r>
            <a:endParaRPr lang="zh-CN" altLang="en-US" sz="3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2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52600" y="4343400"/>
            <a:ext cx="451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7.3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数学物理方程的分类</a:t>
            </a:r>
          </a:p>
        </p:txBody>
      </p:sp>
      <p:sp>
        <p:nvSpPr>
          <p:cNvPr id="4103" name="Text Box 1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752600" y="3048000"/>
            <a:ext cx="520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§7.1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三类数学物理方程的导出</a:t>
            </a:r>
          </a:p>
        </p:txBody>
      </p:sp>
      <p:sp>
        <p:nvSpPr>
          <p:cNvPr id="4104" name="Text Box 30"/>
          <p:cNvSpPr txBox="1">
            <a:spLocks noChangeArrowheads="1"/>
          </p:cNvSpPr>
          <p:nvPr/>
        </p:nvSpPr>
        <p:spPr bwMode="auto">
          <a:xfrm>
            <a:off x="1219200" y="609600"/>
            <a:ext cx="455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第二篇 数学物理方程</a:t>
            </a:r>
          </a:p>
        </p:txBody>
      </p:sp>
      <p:sp>
        <p:nvSpPr>
          <p:cNvPr id="4105" name="Text Box 31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52600" y="5105400"/>
            <a:ext cx="52357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7.4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达朗贝尔公式、定解问题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3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042" name="Rectangle 154" descr="90%"/>
          <p:cNvSpPr>
            <a:spLocks noChangeArrowheads="1"/>
          </p:cNvSpPr>
          <p:nvPr/>
        </p:nvSpPr>
        <p:spPr bwMode="auto">
          <a:xfrm>
            <a:off x="0" y="1066800"/>
            <a:ext cx="3124200" cy="5191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（一）、梯度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矢量</a:t>
            </a:r>
          </a:p>
        </p:txBody>
      </p:sp>
      <p:sp>
        <p:nvSpPr>
          <p:cNvPr id="6151" name="Text Box 22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057400" y="152400"/>
            <a:ext cx="520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§7.1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三类数学物理方程的导出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08" y="1903522"/>
            <a:ext cx="6304115" cy="476635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60232" y="472514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60232" y="580526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88223" y="383451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标量场</a:t>
            </a:r>
          </a:p>
        </p:txBody>
      </p:sp>
      <p:sp>
        <p:nvSpPr>
          <p:cNvPr id="5" name="右大括号 4"/>
          <p:cNvSpPr/>
          <p:nvPr/>
        </p:nvSpPr>
        <p:spPr bwMode="auto">
          <a:xfrm>
            <a:off x="7258050" y="4797152"/>
            <a:ext cx="288032" cy="1592887"/>
          </a:xfrm>
          <a:prstGeom prst="rightBrace">
            <a:avLst>
              <a:gd name="adj1" fmla="val 69128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8345" y="520411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矢量场</a:t>
            </a:r>
          </a:p>
        </p:txBody>
      </p:sp>
    </p:spTree>
    <p:extLst>
      <p:ext uri="{BB962C8B-B14F-4D97-AF65-F5344CB8AC3E}">
        <p14:creationId xmlns:p14="http://schemas.microsoft.com/office/powerpoint/2010/main" val="1309033279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88379"/>
            <a:ext cx="6248942" cy="31778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87824" y="1052736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梯度场一定无旋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023828" y="2064579"/>
            <a:ext cx="4428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旋度场一定无源（散）</a:t>
            </a:r>
          </a:p>
        </p:txBody>
      </p:sp>
    </p:spTree>
    <p:extLst>
      <p:ext uri="{BB962C8B-B14F-4D97-AF65-F5344CB8AC3E}">
        <p14:creationId xmlns:p14="http://schemas.microsoft.com/office/powerpoint/2010/main" val="2011105041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3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042" name="Rectangle 154" descr="90%"/>
          <p:cNvSpPr>
            <a:spLocks noChangeArrowheads="1"/>
          </p:cNvSpPr>
          <p:nvPr/>
        </p:nvSpPr>
        <p:spPr bwMode="auto">
          <a:xfrm>
            <a:off x="0" y="1066800"/>
            <a:ext cx="3124200" cy="519113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（一）、梯度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矢量</a:t>
            </a:r>
          </a:p>
        </p:txBody>
      </p:sp>
      <p:sp>
        <p:nvSpPr>
          <p:cNvPr id="38101" name="Line 213"/>
          <p:cNvSpPr>
            <a:spLocks noChangeShapeType="1"/>
          </p:cNvSpPr>
          <p:nvPr/>
        </p:nvSpPr>
        <p:spPr bwMode="auto">
          <a:xfrm flipH="1">
            <a:off x="3352800" y="24384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104" name="Object 216"/>
          <p:cNvGraphicFramePr>
            <a:graphicFrameLocks noChangeAspect="1"/>
          </p:cNvGraphicFramePr>
          <p:nvPr/>
        </p:nvGraphicFramePr>
        <p:xfrm>
          <a:off x="4114800" y="1143000"/>
          <a:ext cx="42402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" name="公式" r:id="rId4" imgW="1348634" imgH="380937" progId="Equation.3">
                  <p:embed/>
                </p:oleObj>
              </mc:Choice>
              <mc:Fallback>
                <p:oleObj name="公式" r:id="rId4" imgW="1348634" imgH="380937" progId="Equation.3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143000"/>
                        <a:ext cx="4240213" cy="1069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11" name="Rectangle 223"/>
          <p:cNvSpPr>
            <a:spLocks noChangeArrowheads="1"/>
          </p:cNvSpPr>
          <p:nvPr/>
        </p:nvSpPr>
        <p:spPr bwMode="auto">
          <a:xfrm>
            <a:off x="304800" y="518160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令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151" name="Text Box 22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057400" y="152400"/>
            <a:ext cx="520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§7.1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三类数学物理方程的导出</a:t>
            </a:r>
          </a:p>
        </p:txBody>
      </p:sp>
      <p:graphicFrame>
        <p:nvGraphicFramePr>
          <p:cNvPr id="38115" name="Object 227"/>
          <p:cNvGraphicFramePr>
            <a:graphicFrameLocks noChangeAspect="1"/>
          </p:cNvGraphicFramePr>
          <p:nvPr/>
        </p:nvGraphicFramePr>
        <p:xfrm>
          <a:off x="228600" y="2514600"/>
          <a:ext cx="79200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" name="公式" r:id="rId7" imgW="2895458" imgH="380937" progId="Equation.3">
                  <p:embed/>
                </p:oleObj>
              </mc:Choice>
              <mc:Fallback>
                <p:oleObj name="公式" r:id="rId7" imgW="2895458" imgH="380937" progId="Equation.3">
                  <p:embed/>
                  <p:pic>
                    <p:nvPicPr>
                      <p:cNvPr id="0" name="Object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792003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16" name="Object 228"/>
          <p:cNvGraphicFramePr>
            <a:graphicFrameLocks noChangeAspect="1"/>
          </p:cNvGraphicFramePr>
          <p:nvPr/>
        </p:nvGraphicFramePr>
        <p:xfrm>
          <a:off x="1066800" y="3657600"/>
          <a:ext cx="30845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8" name="公式" r:id="rId9" imgW="1104935" imgH="403844" progId="Equation.3">
                  <p:embed/>
                </p:oleObj>
              </mc:Choice>
              <mc:Fallback>
                <p:oleObj name="公式" r:id="rId9" imgW="1104935" imgH="403844" progId="Equation.3">
                  <p:embed/>
                  <p:pic>
                    <p:nvPicPr>
                      <p:cNvPr id="0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57600"/>
                        <a:ext cx="30845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17" name="Object 229"/>
          <p:cNvGraphicFramePr>
            <a:graphicFrameLocks noChangeAspect="1"/>
          </p:cNvGraphicFramePr>
          <p:nvPr/>
        </p:nvGraphicFramePr>
        <p:xfrm>
          <a:off x="4114800" y="3962400"/>
          <a:ext cx="91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" name="公式" r:id="rId11" imgW="228813" imgH="129383" progId="Equation.3">
                  <p:embed/>
                </p:oleObj>
              </mc:Choice>
              <mc:Fallback>
                <p:oleObj name="公式" r:id="rId11" imgW="228813" imgH="129383" progId="Equation.3">
                  <p:embed/>
                  <p:pic>
                    <p:nvPicPr>
                      <p:cNvPr id="0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962400"/>
                        <a:ext cx="914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18" name="Object 230"/>
          <p:cNvGraphicFramePr>
            <a:graphicFrameLocks noChangeAspect="1"/>
          </p:cNvGraphicFramePr>
          <p:nvPr/>
        </p:nvGraphicFramePr>
        <p:xfrm>
          <a:off x="1219200" y="5029200"/>
          <a:ext cx="34274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0" name="公式" r:id="rId13" imgW="1234653" imgH="403844" progId="Equation.3">
                  <p:embed/>
                </p:oleObj>
              </mc:Choice>
              <mc:Fallback>
                <p:oleObj name="公式" r:id="rId13" imgW="1234653" imgH="403844" progId="Equation.3">
                  <p:embed/>
                  <p:pic>
                    <p:nvPicPr>
                      <p:cNvPr id="0" name="Object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29200"/>
                        <a:ext cx="3427413" cy="1130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8" name="Line 262"/>
          <p:cNvSpPr>
            <a:spLocks noChangeShapeType="1"/>
          </p:cNvSpPr>
          <p:nvPr/>
        </p:nvSpPr>
        <p:spPr bwMode="auto">
          <a:xfrm flipH="1">
            <a:off x="3352800" y="4572000"/>
            <a:ext cx="57912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200" name="Rectangle 264"/>
          <p:cNvSpPr>
            <a:spLocks noChangeArrowheads="1"/>
          </p:cNvSpPr>
          <p:nvPr/>
        </p:nvSpPr>
        <p:spPr bwMode="auto">
          <a:xfrm>
            <a:off x="228600" y="29718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有时记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40207" name="Object 271"/>
          <p:cNvGraphicFramePr>
            <a:graphicFrameLocks noChangeAspect="1"/>
          </p:cNvGraphicFramePr>
          <p:nvPr/>
        </p:nvGraphicFramePr>
        <p:xfrm>
          <a:off x="1828800" y="2743200"/>
          <a:ext cx="263842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6" name="公式" r:id="rId3" imgW="937366" imgH="403844" progId="Equation.3">
                  <p:embed/>
                </p:oleObj>
              </mc:Choice>
              <mc:Fallback>
                <p:oleObj name="公式" r:id="rId3" imgW="937366" imgH="403844" progId="Equation.3">
                  <p:embed/>
                  <p:pic>
                    <p:nvPicPr>
                      <p:cNvPr id="0" name="Object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43200"/>
                        <a:ext cx="2638425" cy="1130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11" name="Object 275"/>
          <p:cNvGraphicFramePr>
            <a:graphicFrameLocks noChangeAspect="1"/>
          </p:cNvGraphicFramePr>
          <p:nvPr/>
        </p:nvGraphicFramePr>
        <p:xfrm>
          <a:off x="1447800" y="5029200"/>
          <a:ext cx="35988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" name="公式" r:id="rId5" imgW="1295471" imgH="403844" progId="Equation.3">
                  <p:embed/>
                </p:oleObj>
              </mc:Choice>
              <mc:Fallback>
                <p:oleObj name="公式" r:id="rId5" imgW="1295471" imgH="403844" progId="Equation.3">
                  <p:embed/>
                  <p:pic>
                    <p:nvPicPr>
                      <p:cNvPr id="0" name="Object 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029200"/>
                        <a:ext cx="3598863" cy="1130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55" name="Rectangle 319"/>
          <p:cNvSpPr>
            <a:spLocks noChangeArrowheads="1"/>
          </p:cNvSpPr>
          <p:nvPr/>
        </p:nvSpPr>
        <p:spPr bwMode="auto">
          <a:xfrm>
            <a:off x="381000" y="152400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40256" name="Object 320"/>
          <p:cNvGraphicFramePr>
            <a:graphicFrameLocks noChangeAspect="1"/>
          </p:cNvGraphicFramePr>
          <p:nvPr/>
        </p:nvGraphicFramePr>
        <p:xfrm>
          <a:off x="1371600" y="1295400"/>
          <a:ext cx="17859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" name="公式" r:id="rId7" imgW="548640" imgH="380937" progId="Equation.3">
                  <p:embed/>
                </p:oleObj>
              </mc:Choice>
              <mc:Fallback>
                <p:oleObj name="公式" r:id="rId7" imgW="548640" imgH="380937" progId="Equation.3">
                  <p:embed/>
                  <p:pic>
                    <p:nvPicPr>
                      <p:cNvPr id="0" name="Object 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95400"/>
                        <a:ext cx="178593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57" name="Object 321"/>
          <p:cNvGraphicFramePr>
            <a:graphicFrameLocks noChangeAspect="1"/>
          </p:cNvGraphicFramePr>
          <p:nvPr/>
        </p:nvGraphicFramePr>
        <p:xfrm>
          <a:off x="6019800" y="1219200"/>
          <a:ext cx="27257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9" name="公式" r:id="rId9" imgW="853582" imgH="380937" progId="Equation.3">
                  <p:embed/>
                </p:oleObj>
              </mc:Choice>
              <mc:Fallback>
                <p:oleObj name="公式" r:id="rId9" imgW="853582" imgH="380937" progId="Equation.3">
                  <p:embed/>
                  <p:pic>
                    <p:nvPicPr>
                      <p:cNvPr id="0" name="Object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219200"/>
                        <a:ext cx="272573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58" name="Line 322"/>
          <p:cNvSpPr>
            <a:spLocks noChangeShapeType="1"/>
          </p:cNvSpPr>
          <p:nvPr/>
        </p:nvSpPr>
        <p:spPr bwMode="auto">
          <a:xfrm flipH="1">
            <a:off x="3962400" y="2362200"/>
            <a:ext cx="51816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259" name="Object 323"/>
          <p:cNvGraphicFramePr>
            <a:graphicFrameLocks noChangeAspect="1"/>
          </p:cNvGraphicFramePr>
          <p:nvPr/>
        </p:nvGraphicFramePr>
        <p:xfrm>
          <a:off x="3810000" y="1295400"/>
          <a:ext cx="15144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0" name="公式" r:id="rId11" imgW="457200" imgH="358030" progId="Equation.3">
                  <p:embed/>
                </p:oleObj>
              </mc:Choice>
              <mc:Fallback>
                <p:oleObj name="公式" r:id="rId11" imgW="457200" imgH="358030" progId="Equation.3">
                  <p:embed/>
                  <p:pic>
                    <p:nvPicPr>
                      <p:cNvPr id="0" name="Object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5400"/>
                        <a:ext cx="15144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60" name="Object 324"/>
          <p:cNvGraphicFramePr>
            <a:graphicFrameLocks noChangeAspect="1"/>
          </p:cNvGraphicFramePr>
          <p:nvPr/>
        </p:nvGraphicFramePr>
        <p:xfrm>
          <a:off x="1219200" y="0"/>
          <a:ext cx="34274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" name="公式" r:id="rId13" imgW="1234653" imgH="403844" progId="Equation.3">
                  <p:embed/>
                </p:oleObj>
              </mc:Choice>
              <mc:Fallback>
                <p:oleObj name="公式" r:id="rId13" imgW="1234653" imgH="403844" progId="Equation.3">
                  <p:embed/>
                  <p:pic>
                    <p:nvPicPr>
                      <p:cNvPr id="0" name="Object 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0"/>
                        <a:ext cx="34274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7" name="Rectangle 7" descr="80%"/>
          <p:cNvSpPr>
            <a:spLocks noChangeArrowheads="1"/>
          </p:cNvSpPr>
          <p:nvPr/>
        </p:nvSpPr>
        <p:spPr bwMode="auto">
          <a:xfrm>
            <a:off x="0" y="228600"/>
            <a:ext cx="5565775" cy="519113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（二）、三类数学物理方程的导出</a:t>
            </a:r>
          </a:p>
        </p:txBody>
      </p:sp>
      <p:sp>
        <p:nvSpPr>
          <p:cNvPr id="332808" name="Rectangle 8" descr="90%"/>
          <p:cNvSpPr>
            <a:spLocks noChangeArrowheads="1"/>
          </p:cNvSpPr>
          <p:nvPr/>
        </p:nvSpPr>
        <p:spPr bwMode="auto">
          <a:xfrm>
            <a:off x="39688" y="1141413"/>
            <a:ext cx="2892425" cy="522287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1.1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、弦的横振动</a:t>
            </a:r>
          </a:p>
        </p:txBody>
      </p:sp>
      <p:grpSp>
        <p:nvGrpSpPr>
          <p:cNvPr id="332809" name="Group 9"/>
          <p:cNvGrpSpPr>
            <a:grpSpLocks/>
          </p:cNvGrpSpPr>
          <p:nvPr/>
        </p:nvGrpSpPr>
        <p:grpSpPr bwMode="auto">
          <a:xfrm>
            <a:off x="5486400" y="3962400"/>
            <a:ext cx="1066800" cy="304800"/>
            <a:chOff x="3456" y="3312"/>
            <a:chExt cx="672" cy="192"/>
          </a:xfrm>
        </p:grpSpPr>
        <p:sp>
          <p:nvSpPr>
            <p:cNvPr id="8233" name="Line 10"/>
            <p:cNvSpPr>
              <a:spLocks noChangeShapeType="1"/>
            </p:cNvSpPr>
            <p:nvPr/>
          </p:nvSpPr>
          <p:spPr bwMode="auto">
            <a:xfrm>
              <a:off x="3456" y="331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4" name="Arc 11"/>
            <p:cNvSpPr>
              <a:spLocks/>
            </p:cNvSpPr>
            <p:nvPr/>
          </p:nvSpPr>
          <p:spPr bwMode="auto">
            <a:xfrm rot="10800000">
              <a:off x="3744" y="3312"/>
              <a:ext cx="144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2812" name="Group 12"/>
          <p:cNvGrpSpPr>
            <a:grpSpLocks/>
          </p:cNvGrpSpPr>
          <p:nvPr/>
        </p:nvGrpSpPr>
        <p:grpSpPr bwMode="auto">
          <a:xfrm>
            <a:off x="6248400" y="3962400"/>
            <a:ext cx="457200" cy="1600200"/>
            <a:chOff x="3936" y="3312"/>
            <a:chExt cx="288" cy="1008"/>
          </a:xfrm>
        </p:grpSpPr>
        <p:sp>
          <p:nvSpPr>
            <p:cNvPr id="8231" name="Line 13"/>
            <p:cNvSpPr>
              <a:spLocks noChangeShapeType="1"/>
            </p:cNvSpPr>
            <p:nvPr/>
          </p:nvSpPr>
          <p:spPr bwMode="auto">
            <a:xfrm>
              <a:off x="4128" y="331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2" name="Rectangle 14"/>
            <p:cNvSpPr>
              <a:spLocks noChangeArrowheads="1"/>
            </p:cNvSpPr>
            <p:nvPr/>
          </p:nvSpPr>
          <p:spPr bwMode="auto">
            <a:xfrm>
              <a:off x="3936" y="391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32815" name="Group 15"/>
          <p:cNvGrpSpPr>
            <a:grpSpLocks/>
          </p:cNvGrpSpPr>
          <p:nvPr/>
        </p:nvGrpSpPr>
        <p:grpSpPr bwMode="auto">
          <a:xfrm>
            <a:off x="7086600" y="3581400"/>
            <a:ext cx="1524000" cy="1981200"/>
            <a:chOff x="4464" y="3072"/>
            <a:chExt cx="960" cy="1248"/>
          </a:xfrm>
        </p:grpSpPr>
        <p:sp>
          <p:nvSpPr>
            <p:cNvPr id="8229" name="Line 16"/>
            <p:cNvSpPr>
              <a:spLocks noChangeShapeType="1"/>
            </p:cNvSpPr>
            <p:nvPr/>
          </p:nvSpPr>
          <p:spPr bwMode="auto">
            <a:xfrm flipH="1">
              <a:off x="4656" y="3072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Rectangle 17"/>
            <p:cNvSpPr>
              <a:spLocks noChangeArrowheads="1"/>
            </p:cNvSpPr>
            <p:nvPr/>
          </p:nvSpPr>
          <p:spPr bwMode="auto">
            <a:xfrm>
              <a:off x="4464" y="3916"/>
              <a:ext cx="9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x+</a:t>
              </a:r>
              <a:r>
                <a:rPr lang="en-US" altLang="zh-CN" sz="3600" b="1">
                  <a:latin typeface="Book Antiqua" panose="02040602050305030304" pitchFamily="18" charset="0"/>
                  <a:sym typeface="Symbol" panose="05050102010706020507" pitchFamily="18" charset="2"/>
                </a:rPr>
                <a:t>x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32818" name="Group 18"/>
          <p:cNvGrpSpPr>
            <a:grpSpLocks/>
          </p:cNvGrpSpPr>
          <p:nvPr/>
        </p:nvGrpSpPr>
        <p:grpSpPr bwMode="auto">
          <a:xfrm>
            <a:off x="5562600" y="2590800"/>
            <a:ext cx="3030538" cy="2336800"/>
            <a:chOff x="3504" y="2448"/>
            <a:chExt cx="1909" cy="1472"/>
          </a:xfrm>
        </p:grpSpPr>
        <p:grpSp>
          <p:nvGrpSpPr>
            <p:cNvPr id="8222" name="Group 19"/>
            <p:cNvGrpSpPr>
              <a:grpSpLocks/>
            </p:cNvGrpSpPr>
            <p:nvPr/>
          </p:nvGrpSpPr>
          <p:grpSpPr bwMode="auto">
            <a:xfrm>
              <a:off x="3504" y="2448"/>
              <a:ext cx="1909" cy="1472"/>
              <a:chOff x="3504" y="2448"/>
              <a:chExt cx="1909" cy="1472"/>
            </a:xfrm>
          </p:grpSpPr>
          <p:sp>
            <p:nvSpPr>
              <p:cNvPr id="8225" name="Line 20"/>
              <p:cNvSpPr>
                <a:spLocks noChangeShapeType="1"/>
              </p:cNvSpPr>
              <p:nvPr/>
            </p:nvSpPr>
            <p:spPr bwMode="auto">
              <a:xfrm flipH="1">
                <a:off x="3696" y="3360"/>
                <a:ext cx="38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6" name="Line 21"/>
              <p:cNvSpPr>
                <a:spLocks noChangeShapeType="1"/>
              </p:cNvSpPr>
              <p:nvPr/>
            </p:nvSpPr>
            <p:spPr bwMode="auto">
              <a:xfrm flipV="1">
                <a:off x="4512" y="2832"/>
                <a:ext cx="672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27" name="Object 22"/>
              <p:cNvGraphicFramePr>
                <a:graphicFrameLocks noChangeAspect="1"/>
              </p:cNvGraphicFramePr>
              <p:nvPr/>
            </p:nvGraphicFramePr>
            <p:xfrm>
              <a:off x="3504" y="3552"/>
              <a:ext cx="256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267" name="公式" r:id="rId5" imgW="114406" imgH="190469" progId="Equation.3">
                      <p:embed/>
                    </p:oleObj>
                  </mc:Choice>
                  <mc:Fallback>
                    <p:oleObj name="公式" r:id="rId5" imgW="114406" imgH="190469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3552"/>
                            <a:ext cx="256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28" name="Object 23"/>
              <p:cNvGraphicFramePr>
                <a:graphicFrameLocks noChangeAspect="1"/>
              </p:cNvGraphicFramePr>
              <p:nvPr/>
            </p:nvGraphicFramePr>
            <p:xfrm>
              <a:off x="5136" y="2448"/>
              <a:ext cx="277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268" name="公式" r:id="rId7" imgW="129717" imgH="190469" progId="Equation.3">
                      <p:embed/>
                    </p:oleObj>
                  </mc:Choice>
                  <mc:Fallback>
                    <p:oleObj name="公式" r:id="rId7" imgW="129717" imgH="190469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" y="2448"/>
                            <a:ext cx="277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23" name="Object 24"/>
            <p:cNvGraphicFramePr>
              <a:graphicFrameLocks noChangeAspect="1"/>
            </p:cNvGraphicFramePr>
            <p:nvPr/>
          </p:nvGraphicFramePr>
          <p:xfrm>
            <a:off x="3822" y="2939"/>
            <a:ext cx="38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69" name="公式" r:id="rId9" imgW="190535" imgH="175197" progId="Equation.3">
                    <p:embed/>
                  </p:oleObj>
                </mc:Choice>
                <mc:Fallback>
                  <p:oleObj name="公式" r:id="rId9" imgW="190535" imgH="175197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2939"/>
                          <a:ext cx="388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4" name="Object 25"/>
            <p:cNvGraphicFramePr>
              <a:graphicFrameLocks noChangeAspect="1"/>
            </p:cNvGraphicFramePr>
            <p:nvPr/>
          </p:nvGraphicFramePr>
          <p:xfrm>
            <a:off x="4311" y="2688"/>
            <a:ext cx="40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70" name="公式" r:id="rId11" imgW="205846" imgH="175197" progId="Equation.3">
                    <p:embed/>
                  </p:oleObj>
                </mc:Choice>
                <mc:Fallback>
                  <p:oleObj name="公式" r:id="rId11" imgW="205846" imgH="17519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688"/>
                          <a:ext cx="40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2826" name="Object 26"/>
          <p:cNvGraphicFramePr>
            <a:graphicFrameLocks noChangeAspect="1"/>
          </p:cNvGraphicFramePr>
          <p:nvPr/>
        </p:nvGraphicFramePr>
        <p:xfrm>
          <a:off x="5486400" y="3810000"/>
          <a:ext cx="4413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1" name="公式" r:id="rId13" imgW="129717" imgH="175197" progId="Equation.3">
                  <p:embed/>
                </p:oleObj>
              </mc:Choice>
              <mc:Fallback>
                <p:oleObj name="公式" r:id="rId13" imgW="129717" imgH="175197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810000"/>
                        <a:ext cx="4413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2827" name="Group 27"/>
          <p:cNvGrpSpPr>
            <a:grpSpLocks/>
          </p:cNvGrpSpPr>
          <p:nvPr/>
        </p:nvGrpSpPr>
        <p:grpSpPr bwMode="auto">
          <a:xfrm>
            <a:off x="7239000" y="3124200"/>
            <a:ext cx="1504950" cy="547688"/>
            <a:chOff x="4560" y="2784"/>
            <a:chExt cx="948" cy="345"/>
          </a:xfrm>
        </p:grpSpPr>
        <p:sp>
          <p:nvSpPr>
            <p:cNvPr id="8219" name="Line 28"/>
            <p:cNvSpPr>
              <a:spLocks noChangeShapeType="1"/>
            </p:cNvSpPr>
            <p:nvPr/>
          </p:nvSpPr>
          <p:spPr bwMode="auto">
            <a:xfrm>
              <a:off x="4560" y="307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0" name="Arc 29"/>
            <p:cNvSpPr>
              <a:spLocks/>
            </p:cNvSpPr>
            <p:nvPr/>
          </p:nvSpPr>
          <p:spPr bwMode="auto">
            <a:xfrm>
              <a:off x="4992" y="2928"/>
              <a:ext cx="143" cy="192"/>
            </a:xfrm>
            <a:custGeom>
              <a:avLst/>
              <a:gdLst>
                <a:gd name="T0" fmla="*/ 0 w 21406"/>
                <a:gd name="T1" fmla="*/ 0 h 21600"/>
                <a:gd name="T2" fmla="*/ 0 w 21406"/>
                <a:gd name="T3" fmla="*/ 0 h 21600"/>
                <a:gd name="T4" fmla="*/ 0 w 2140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06" h="21600" fill="none" extrusionOk="0">
                  <a:moveTo>
                    <a:pt x="0" y="0"/>
                  </a:moveTo>
                  <a:cubicBezTo>
                    <a:pt x="10813" y="0"/>
                    <a:pt x="19960" y="7995"/>
                    <a:pt x="21406" y="18711"/>
                  </a:cubicBezTo>
                </a:path>
                <a:path w="21406" h="21600" stroke="0" extrusionOk="0">
                  <a:moveTo>
                    <a:pt x="0" y="0"/>
                  </a:moveTo>
                  <a:cubicBezTo>
                    <a:pt x="10813" y="0"/>
                    <a:pt x="19960" y="7995"/>
                    <a:pt x="21406" y="1871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1" name="Object 30"/>
            <p:cNvGraphicFramePr>
              <a:graphicFrameLocks noChangeAspect="1"/>
            </p:cNvGraphicFramePr>
            <p:nvPr/>
          </p:nvGraphicFramePr>
          <p:xfrm>
            <a:off x="5184" y="2784"/>
            <a:ext cx="324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72" name="公式" r:id="rId15" imgW="152258" imgH="175197" progId="Equation.3">
                    <p:embed/>
                  </p:oleObj>
                </mc:Choice>
                <mc:Fallback>
                  <p:oleObj name="公式" r:id="rId15" imgW="152258" imgH="175197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784"/>
                          <a:ext cx="324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2831" name="Group 31"/>
          <p:cNvGrpSpPr>
            <a:grpSpLocks/>
          </p:cNvGrpSpPr>
          <p:nvPr/>
        </p:nvGrpSpPr>
        <p:grpSpPr bwMode="auto">
          <a:xfrm>
            <a:off x="5562600" y="2667000"/>
            <a:ext cx="1219200" cy="609600"/>
            <a:chOff x="3504" y="2496"/>
            <a:chExt cx="768" cy="384"/>
          </a:xfrm>
        </p:grpSpPr>
        <p:sp>
          <p:nvSpPr>
            <p:cNvPr id="8217" name="Line 32"/>
            <p:cNvSpPr>
              <a:spLocks noChangeShapeType="1"/>
            </p:cNvSpPr>
            <p:nvPr/>
          </p:nvSpPr>
          <p:spPr bwMode="auto">
            <a:xfrm flipV="1">
              <a:off x="4272" y="254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18" name="Object 33"/>
            <p:cNvGraphicFramePr>
              <a:graphicFrameLocks noChangeAspect="1"/>
            </p:cNvGraphicFramePr>
            <p:nvPr/>
          </p:nvGraphicFramePr>
          <p:xfrm>
            <a:off x="3504" y="2496"/>
            <a:ext cx="75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73" name="公式" r:id="rId17" imgW="404037" imgH="190469" progId="Equation.3">
                    <p:embed/>
                  </p:oleObj>
                </mc:Choice>
                <mc:Fallback>
                  <p:oleObj name="公式" r:id="rId17" imgW="404037" imgH="190469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75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2834" name="Group 34"/>
          <p:cNvGrpSpPr>
            <a:grpSpLocks/>
          </p:cNvGrpSpPr>
          <p:nvPr/>
        </p:nvGrpSpPr>
        <p:grpSpPr bwMode="auto">
          <a:xfrm>
            <a:off x="4953000" y="2438400"/>
            <a:ext cx="4191000" cy="2851150"/>
            <a:chOff x="3120" y="2352"/>
            <a:chExt cx="2640" cy="1796"/>
          </a:xfrm>
        </p:grpSpPr>
        <p:sp>
          <p:nvSpPr>
            <p:cNvPr id="8212" name="Line 35"/>
            <p:cNvSpPr>
              <a:spLocks noChangeShapeType="1"/>
            </p:cNvSpPr>
            <p:nvPr/>
          </p:nvSpPr>
          <p:spPr bwMode="auto">
            <a:xfrm>
              <a:off x="3360" y="3936"/>
              <a:ext cx="21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Line 36"/>
            <p:cNvSpPr>
              <a:spLocks noChangeShapeType="1"/>
            </p:cNvSpPr>
            <p:nvPr/>
          </p:nvSpPr>
          <p:spPr bwMode="auto">
            <a:xfrm flipV="1">
              <a:off x="3456" y="2400"/>
              <a:ext cx="0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4" name="Freeform 37"/>
            <p:cNvSpPr>
              <a:spLocks/>
            </p:cNvSpPr>
            <p:nvPr/>
          </p:nvSpPr>
          <p:spPr bwMode="auto">
            <a:xfrm>
              <a:off x="3888" y="3024"/>
              <a:ext cx="1104" cy="480"/>
            </a:xfrm>
            <a:custGeom>
              <a:avLst/>
              <a:gdLst>
                <a:gd name="T0" fmla="*/ 0 w 1248"/>
                <a:gd name="T1" fmla="*/ 731 h 432"/>
                <a:gd name="T2" fmla="*/ 338 w 1248"/>
                <a:gd name="T3" fmla="*/ 163 h 432"/>
                <a:gd name="T4" fmla="*/ 676 w 1248"/>
                <a:gd name="T5" fmla="*/ 0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8" h="432">
                  <a:moveTo>
                    <a:pt x="0" y="432"/>
                  </a:moveTo>
                  <a:cubicBezTo>
                    <a:pt x="208" y="300"/>
                    <a:pt x="416" y="168"/>
                    <a:pt x="624" y="96"/>
                  </a:cubicBezTo>
                  <a:cubicBezTo>
                    <a:pt x="832" y="24"/>
                    <a:pt x="1040" y="12"/>
                    <a:pt x="124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5" name="Rectangle 38"/>
            <p:cNvSpPr>
              <a:spLocks noChangeArrowheads="1"/>
            </p:cNvSpPr>
            <p:nvPr/>
          </p:nvSpPr>
          <p:spPr bwMode="auto">
            <a:xfrm>
              <a:off x="5472" y="3744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8216" name="Rectangle 39"/>
            <p:cNvSpPr>
              <a:spLocks noChangeArrowheads="1"/>
            </p:cNvSpPr>
            <p:nvPr/>
          </p:nvSpPr>
          <p:spPr bwMode="auto">
            <a:xfrm>
              <a:off x="3120" y="235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y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32840" name="Object 40"/>
          <p:cNvGraphicFramePr>
            <a:graphicFrameLocks noChangeAspect="1"/>
          </p:cNvGraphicFramePr>
          <p:nvPr/>
        </p:nvGraphicFramePr>
        <p:xfrm>
          <a:off x="304800" y="3048000"/>
          <a:ext cx="17843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4" name="公式" r:id="rId19" imgW="624769" imgH="167561" progId="Equation.3">
                  <p:embed/>
                </p:oleObj>
              </mc:Choice>
              <mc:Fallback>
                <p:oleObj name="公式" r:id="rId19" imgW="624769" imgH="167561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0"/>
                        <a:ext cx="17843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41" name="Object 41"/>
          <p:cNvGraphicFramePr>
            <a:graphicFrameLocks noChangeAspect="1"/>
          </p:cNvGraphicFramePr>
          <p:nvPr/>
        </p:nvGraphicFramePr>
        <p:xfrm>
          <a:off x="609600" y="3733800"/>
          <a:ext cx="38401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5" name="公式" r:id="rId21" imgW="1386911" imgH="175197" progId="Equation.3">
                  <p:embed/>
                </p:oleObj>
              </mc:Choice>
              <mc:Fallback>
                <p:oleObj name="公式" r:id="rId21" imgW="1386911" imgH="175197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33800"/>
                        <a:ext cx="38401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42" name="Object 42"/>
          <p:cNvGraphicFramePr>
            <a:graphicFrameLocks noChangeAspect="1"/>
          </p:cNvGraphicFramePr>
          <p:nvPr/>
        </p:nvGraphicFramePr>
        <p:xfrm>
          <a:off x="685800" y="4724400"/>
          <a:ext cx="34290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6" name="公式" r:id="rId23" imgW="1234653" imgH="175197" progId="Equation.3">
                  <p:embed/>
                </p:oleObj>
              </mc:Choice>
              <mc:Fallback>
                <p:oleObj name="公式" r:id="rId23" imgW="1234653" imgH="175197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24400"/>
                        <a:ext cx="34290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43" name="Object 43"/>
          <p:cNvGraphicFramePr>
            <a:graphicFrameLocks noChangeAspect="1"/>
          </p:cNvGraphicFramePr>
          <p:nvPr/>
        </p:nvGraphicFramePr>
        <p:xfrm>
          <a:off x="381000" y="5638800"/>
          <a:ext cx="4629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7" name="公式" r:id="rId25" imgW="1676542" imgH="190469" progId="Equation.3">
                  <p:embed/>
                </p:oleObj>
              </mc:Choice>
              <mc:Fallback>
                <p:oleObj name="公式" r:id="rId25" imgW="1676542" imgH="19046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38800"/>
                        <a:ext cx="46291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44" name="AutoShape 44"/>
          <p:cNvSpPr>
            <a:spLocks/>
          </p:cNvSpPr>
          <p:nvPr/>
        </p:nvSpPr>
        <p:spPr bwMode="auto">
          <a:xfrm>
            <a:off x="228600" y="3886200"/>
            <a:ext cx="381000" cy="11430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32845" name="Rectangle 45"/>
          <p:cNvSpPr>
            <a:spLocks noChangeArrowheads="1"/>
          </p:cNvSpPr>
          <p:nvPr/>
        </p:nvSpPr>
        <p:spPr bwMode="auto">
          <a:xfrm>
            <a:off x="82550" y="1733550"/>
            <a:ext cx="8734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弦的横向位移为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u(x,t)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：纵向受力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，横向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y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：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F=ma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32846" name="Object 46"/>
          <p:cNvGraphicFramePr>
            <a:graphicFrameLocks noChangeAspect="1"/>
          </p:cNvGraphicFramePr>
          <p:nvPr/>
        </p:nvGraphicFramePr>
        <p:xfrm>
          <a:off x="4114800" y="4724400"/>
          <a:ext cx="9937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8" name="公式" r:id="rId27" imgW="327483" imgH="190469" progId="Equation.3">
                  <p:embed/>
                </p:oleObj>
              </mc:Choice>
              <mc:Fallback>
                <p:oleObj name="公式" r:id="rId27" imgW="327483" imgH="190469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724400"/>
                        <a:ext cx="9937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矩形 1"/>
          <p:cNvSpPr>
            <a:spLocks noChangeArrowheads="1"/>
          </p:cNvSpPr>
          <p:nvPr/>
        </p:nvSpPr>
        <p:spPr bwMode="auto">
          <a:xfrm>
            <a:off x="122238" y="2232025"/>
            <a:ext cx="2032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/>
              <a:t>ρ</a:t>
            </a:r>
            <a:r>
              <a:rPr lang="zh-CN" altLang="en-US"/>
              <a:t>是线密度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05" name="Rectangle 169"/>
          <p:cNvSpPr>
            <a:spLocks noChangeArrowheads="1"/>
          </p:cNvSpPr>
          <p:nvPr/>
        </p:nvSpPr>
        <p:spPr bwMode="auto">
          <a:xfrm>
            <a:off x="166688" y="2989263"/>
            <a:ext cx="23479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考虑小振动，</a:t>
            </a:r>
          </a:p>
        </p:txBody>
      </p:sp>
      <p:grpSp>
        <p:nvGrpSpPr>
          <p:cNvPr id="9219" name="Group 208"/>
          <p:cNvGrpSpPr>
            <a:grpSpLocks/>
          </p:cNvGrpSpPr>
          <p:nvPr/>
        </p:nvGrpSpPr>
        <p:grpSpPr bwMode="auto">
          <a:xfrm>
            <a:off x="4953000" y="0"/>
            <a:ext cx="4191000" cy="3581400"/>
            <a:chOff x="3120" y="0"/>
            <a:chExt cx="2640" cy="2256"/>
          </a:xfrm>
        </p:grpSpPr>
        <p:sp>
          <p:nvSpPr>
            <p:cNvPr id="9236" name="Line 163"/>
            <p:cNvSpPr>
              <a:spLocks noChangeShapeType="1"/>
            </p:cNvSpPr>
            <p:nvPr/>
          </p:nvSpPr>
          <p:spPr bwMode="auto">
            <a:xfrm>
              <a:off x="3120" y="0"/>
              <a:ext cx="48" cy="2256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7" name="Line 166"/>
            <p:cNvSpPr>
              <a:spLocks noChangeShapeType="1"/>
            </p:cNvSpPr>
            <p:nvPr/>
          </p:nvSpPr>
          <p:spPr bwMode="auto">
            <a:xfrm flipH="1">
              <a:off x="3168" y="2208"/>
              <a:ext cx="2592" cy="4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38" name="Group 201"/>
            <p:cNvGrpSpPr>
              <a:grpSpLocks/>
            </p:cNvGrpSpPr>
            <p:nvPr/>
          </p:nvGrpSpPr>
          <p:grpSpPr bwMode="auto">
            <a:xfrm>
              <a:off x="3120" y="0"/>
              <a:ext cx="2640" cy="1968"/>
              <a:chOff x="3120" y="2352"/>
              <a:chExt cx="2640" cy="1968"/>
            </a:xfrm>
          </p:grpSpPr>
          <p:sp>
            <p:nvSpPr>
              <p:cNvPr id="9239" name="Line 170"/>
              <p:cNvSpPr>
                <a:spLocks noChangeShapeType="1"/>
              </p:cNvSpPr>
              <p:nvPr/>
            </p:nvSpPr>
            <p:spPr bwMode="auto">
              <a:xfrm>
                <a:off x="3360" y="3936"/>
                <a:ext cx="21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0" name="Line 171"/>
              <p:cNvSpPr>
                <a:spLocks noChangeShapeType="1"/>
              </p:cNvSpPr>
              <p:nvPr/>
            </p:nvSpPr>
            <p:spPr bwMode="auto">
              <a:xfrm flipV="1">
                <a:off x="3456" y="2400"/>
                <a:ext cx="0" cy="16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1" name="Freeform 172"/>
              <p:cNvSpPr>
                <a:spLocks/>
              </p:cNvSpPr>
              <p:nvPr/>
            </p:nvSpPr>
            <p:spPr bwMode="auto">
              <a:xfrm>
                <a:off x="3888" y="3024"/>
                <a:ext cx="1104" cy="480"/>
              </a:xfrm>
              <a:custGeom>
                <a:avLst/>
                <a:gdLst>
                  <a:gd name="T0" fmla="*/ 0 w 1248"/>
                  <a:gd name="T1" fmla="*/ 731 h 432"/>
                  <a:gd name="T2" fmla="*/ 338 w 1248"/>
                  <a:gd name="T3" fmla="*/ 163 h 432"/>
                  <a:gd name="T4" fmla="*/ 676 w 1248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48" h="432">
                    <a:moveTo>
                      <a:pt x="0" y="432"/>
                    </a:moveTo>
                    <a:cubicBezTo>
                      <a:pt x="208" y="300"/>
                      <a:pt x="416" y="168"/>
                      <a:pt x="624" y="96"/>
                    </a:cubicBezTo>
                    <a:cubicBezTo>
                      <a:pt x="832" y="24"/>
                      <a:pt x="1040" y="12"/>
                      <a:pt x="1248" y="0"/>
                    </a:cubicBez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2" name="Line 173"/>
              <p:cNvSpPr>
                <a:spLocks noChangeShapeType="1"/>
              </p:cNvSpPr>
              <p:nvPr/>
            </p:nvSpPr>
            <p:spPr bwMode="auto">
              <a:xfrm flipH="1">
                <a:off x="3696" y="3360"/>
                <a:ext cx="38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3" name="Line 174"/>
              <p:cNvSpPr>
                <a:spLocks noChangeShapeType="1"/>
              </p:cNvSpPr>
              <p:nvPr/>
            </p:nvSpPr>
            <p:spPr bwMode="auto">
              <a:xfrm flipV="1">
                <a:off x="4512" y="2832"/>
                <a:ext cx="672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4" name="Line 175"/>
              <p:cNvSpPr>
                <a:spLocks noChangeShapeType="1"/>
              </p:cNvSpPr>
              <p:nvPr/>
            </p:nvSpPr>
            <p:spPr bwMode="auto">
              <a:xfrm>
                <a:off x="3456" y="3312"/>
                <a:ext cx="6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5" name="Line 176"/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6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6" name="Line 177"/>
              <p:cNvSpPr>
                <a:spLocks noChangeShapeType="1"/>
              </p:cNvSpPr>
              <p:nvPr/>
            </p:nvSpPr>
            <p:spPr bwMode="auto">
              <a:xfrm>
                <a:off x="4128" y="3312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7" name="Line 178"/>
              <p:cNvSpPr>
                <a:spLocks noChangeShapeType="1"/>
              </p:cNvSpPr>
              <p:nvPr/>
            </p:nvSpPr>
            <p:spPr bwMode="auto">
              <a:xfrm flipH="1">
                <a:off x="4656" y="3072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8" name="Arc 179"/>
              <p:cNvSpPr>
                <a:spLocks/>
              </p:cNvSpPr>
              <p:nvPr/>
            </p:nvSpPr>
            <p:spPr bwMode="auto">
              <a:xfrm rot="10800000">
                <a:off x="3744" y="3312"/>
                <a:ext cx="144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9" name="Arc 180"/>
              <p:cNvSpPr>
                <a:spLocks/>
              </p:cNvSpPr>
              <p:nvPr/>
            </p:nvSpPr>
            <p:spPr bwMode="auto">
              <a:xfrm>
                <a:off x="4992" y="2928"/>
                <a:ext cx="143" cy="192"/>
              </a:xfrm>
              <a:custGeom>
                <a:avLst/>
                <a:gdLst>
                  <a:gd name="T0" fmla="*/ 0 w 21406"/>
                  <a:gd name="T1" fmla="*/ 0 h 21600"/>
                  <a:gd name="T2" fmla="*/ 0 w 21406"/>
                  <a:gd name="T3" fmla="*/ 0 h 21600"/>
                  <a:gd name="T4" fmla="*/ 0 w 21406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06" h="21600" fill="none" extrusionOk="0">
                    <a:moveTo>
                      <a:pt x="0" y="0"/>
                    </a:moveTo>
                    <a:cubicBezTo>
                      <a:pt x="10813" y="0"/>
                      <a:pt x="19960" y="7995"/>
                      <a:pt x="21406" y="18711"/>
                    </a:cubicBezTo>
                  </a:path>
                  <a:path w="21406" h="21600" stroke="0" extrusionOk="0">
                    <a:moveTo>
                      <a:pt x="0" y="0"/>
                    </a:moveTo>
                    <a:cubicBezTo>
                      <a:pt x="10813" y="0"/>
                      <a:pt x="19960" y="7995"/>
                      <a:pt x="21406" y="18711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0" name="Rectangle 181"/>
              <p:cNvSpPr>
                <a:spLocks noChangeArrowheads="1"/>
              </p:cNvSpPr>
              <p:nvPr/>
            </p:nvSpPr>
            <p:spPr bwMode="auto">
              <a:xfrm>
                <a:off x="3936" y="3916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latin typeface="Book Antiqua" panose="02040602050305030304" pitchFamily="18" charset="0"/>
                  </a:rPr>
                  <a:t>x</a:t>
                </a:r>
                <a:endParaRPr lang="en-US" altLang="zh-CN" sz="3600" b="1">
                  <a:latin typeface="Book Antiqua" panose="0204060205030503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51" name="Rectangle 182"/>
              <p:cNvSpPr>
                <a:spLocks noChangeArrowheads="1"/>
              </p:cNvSpPr>
              <p:nvPr/>
            </p:nvSpPr>
            <p:spPr bwMode="auto">
              <a:xfrm>
                <a:off x="4464" y="3916"/>
                <a:ext cx="9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latin typeface="Book Antiqua" panose="02040602050305030304" pitchFamily="18" charset="0"/>
                  </a:rPr>
                  <a:t>x+</a:t>
                </a:r>
                <a:r>
                  <a:rPr lang="en-US" altLang="zh-CN" sz="3600" b="1">
                    <a:latin typeface="Book Antiqua" panose="02040602050305030304" pitchFamily="18" charset="0"/>
                    <a:sym typeface="Symbol" panose="05050102010706020507" pitchFamily="18" charset="2"/>
                  </a:rPr>
                  <a:t>x</a:t>
                </a:r>
                <a:endParaRPr lang="en-US" altLang="zh-CN" sz="3600" b="1">
                  <a:latin typeface="Book Antiqua" panose="0204060205030503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9252" name="Object 183"/>
              <p:cNvGraphicFramePr>
                <a:graphicFrameLocks noChangeAspect="1"/>
              </p:cNvGraphicFramePr>
              <p:nvPr/>
            </p:nvGraphicFramePr>
            <p:xfrm>
              <a:off x="3504" y="3552"/>
              <a:ext cx="256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88" name="公式" r:id="rId3" imgW="114406" imgH="190469" progId="Equation.3">
                      <p:embed/>
                    </p:oleObj>
                  </mc:Choice>
                  <mc:Fallback>
                    <p:oleObj name="公式" r:id="rId3" imgW="114406" imgH="190469" progId="Equation.3">
                      <p:embed/>
                      <p:pic>
                        <p:nvPicPr>
                          <p:cNvPr id="0" name="Object 1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3552"/>
                            <a:ext cx="256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3" name="Object 184"/>
              <p:cNvGraphicFramePr>
                <a:graphicFrameLocks noChangeAspect="1"/>
              </p:cNvGraphicFramePr>
              <p:nvPr/>
            </p:nvGraphicFramePr>
            <p:xfrm>
              <a:off x="5136" y="2448"/>
              <a:ext cx="277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89" name="公式" r:id="rId5" imgW="129717" imgH="190469" progId="Equation.3">
                      <p:embed/>
                    </p:oleObj>
                  </mc:Choice>
                  <mc:Fallback>
                    <p:oleObj name="公式" r:id="rId5" imgW="129717" imgH="190469" progId="Equation.3">
                      <p:embed/>
                      <p:pic>
                        <p:nvPicPr>
                          <p:cNvPr id="0" name="Object 1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" y="2448"/>
                            <a:ext cx="277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4" name="Object 185"/>
              <p:cNvGraphicFramePr>
                <a:graphicFrameLocks noChangeAspect="1"/>
              </p:cNvGraphicFramePr>
              <p:nvPr/>
            </p:nvGraphicFramePr>
            <p:xfrm>
              <a:off x="3822" y="2939"/>
              <a:ext cx="388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90" name="公式" r:id="rId7" imgW="190535" imgH="175197" progId="Equation.3">
                      <p:embed/>
                    </p:oleObj>
                  </mc:Choice>
                  <mc:Fallback>
                    <p:oleObj name="公式" r:id="rId7" imgW="190535" imgH="175197" progId="Equation.3">
                      <p:embed/>
                      <p:pic>
                        <p:nvPicPr>
                          <p:cNvPr id="0" name="Object 1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22" y="2939"/>
                            <a:ext cx="388" cy="3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5" name="Object 186"/>
              <p:cNvGraphicFramePr>
                <a:graphicFrameLocks noChangeAspect="1"/>
              </p:cNvGraphicFramePr>
              <p:nvPr/>
            </p:nvGraphicFramePr>
            <p:xfrm>
              <a:off x="4311" y="2688"/>
              <a:ext cx="407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91" name="公式" r:id="rId9" imgW="205846" imgH="175197" progId="Equation.3">
                      <p:embed/>
                    </p:oleObj>
                  </mc:Choice>
                  <mc:Fallback>
                    <p:oleObj name="公式" r:id="rId9" imgW="205846" imgH="175197" progId="Equation.3">
                      <p:embed/>
                      <p:pic>
                        <p:nvPicPr>
                          <p:cNvPr id="0" name="Object 1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1" y="2688"/>
                            <a:ext cx="407" cy="3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6" name="Object 187"/>
              <p:cNvGraphicFramePr>
                <a:graphicFrameLocks noChangeAspect="1"/>
              </p:cNvGraphicFramePr>
              <p:nvPr/>
            </p:nvGraphicFramePr>
            <p:xfrm>
              <a:off x="3456" y="3216"/>
              <a:ext cx="278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92" name="公式" r:id="rId11" imgW="129717" imgH="175197" progId="Equation.3">
                      <p:embed/>
                    </p:oleObj>
                  </mc:Choice>
                  <mc:Fallback>
                    <p:oleObj name="公式" r:id="rId11" imgW="129717" imgH="175197" progId="Equation.3">
                      <p:embed/>
                      <p:pic>
                        <p:nvPicPr>
                          <p:cNvPr id="0" name="Object 1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3216"/>
                            <a:ext cx="278" cy="3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7" name="Object 188"/>
              <p:cNvGraphicFramePr>
                <a:graphicFrameLocks noChangeAspect="1"/>
              </p:cNvGraphicFramePr>
              <p:nvPr/>
            </p:nvGraphicFramePr>
            <p:xfrm>
              <a:off x="5184" y="2784"/>
              <a:ext cx="324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093" name="公式" r:id="rId13" imgW="152258" imgH="175197" progId="Equation.3">
                      <p:embed/>
                    </p:oleObj>
                  </mc:Choice>
                  <mc:Fallback>
                    <p:oleObj name="公式" r:id="rId13" imgW="152258" imgH="175197" progId="Equation.3">
                      <p:embed/>
                      <p:pic>
                        <p:nvPicPr>
                          <p:cNvPr id="0" name="Object 1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4" y="2784"/>
                            <a:ext cx="324" cy="3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58" name="Rectangle 191"/>
              <p:cNvSpPr>
                <a:spLocks noChangeArrowheads="1"/>
              </p:cNvSpPr>
              <p:nvPr/>
            </p:nvSpPr>
            <p:spPr bwMode="auto">
              <a:xfrm>
                <a:off x="5472" y="3744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latin typeface="Book Antiqua" panose="02040602050305030304" pitchFamily="18" charset="0"/>
                  </a:rPr>
                  <a:t>x</a:t>
                </a:r>
                <a:endParaRPr lang="en-US" altLang="zh-CN" sz="3600" b="1">
                  <a:latin typeface="Book Antiqua" panose="0204060205030503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59" name="Rectangle 192"/>
              <p:cNvSpPr>
                <a:spLocks noChangeArrowheads="1"/>
              </p:cNvSpPr>
              <p:nvPr/>
            </p:nvSpPr>
            <p:spPr bwMode="auto">
              <a:xfrm>
                <a:off x="3120" y="2352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latin typeface="Book Antiqua" panose="02040602050305030304" pitchFamily="18" charset="0"/>
                  </a:rPr>
                  <a:t>y</a:t>
                </a:r>
                <a:endParaRPr lang="en-US" altLang="zh-CN" sz="3600" b="1">
                  <a:latin typeface="Book Antiqua" panose="02040602050305030304" pitchFamily="18" charset="0"/>
                  <a:ea typeface="楷体_GB2312" pitchFamily="49" charset="-122"/>
                </a:endParaRPr>
              </a:p>
            </p:txBody>
          </p:sp>
        </p:grpSp>
      </p:grpSp>
      <p:graphicFrame>
        <p:nvGraphicFramePr>
          <p:cNvPr id="116929" name="Object 193"/>
          <p:cNvGraphicFramePr>
            <a:graphicFrameLocks noChangeAspect="1"/>
          </p:cNvGraphicFramePr>
          <p:nvPr/>
        </p:nvGraphicFramePr>
        <p:xfrm>
          <a:off x="0" y="3581400"/>
          <a:ext cx="34655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4" name="公式" r:id="rId15" imgW="1241883" imgH="243919" progId="Equation.3">
                  <p:embed/>
                </p:oleObj>
              </mc:Choice>
              <mc:Fallback>
                <p:oleObj name="公式" r:id="rId15" imgW="1241883" imgH="243919" progId="Equation.3">
                  <p:embed/>
                  <p:pic>
                    <p:nvPicPr>
                      <p:cNvPr id="0" name="Object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81400"/>
                        <a:ext cx="34655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94"/>
          <p:cNvGraphicFramePr>
            <a:graphicFrameLocks noChangeAspect="1"/>
          </p:cNvGraphicFramePr>
          <p:nvPr/>
        </p:nvGraphicFramePr>
        <p:xfrm>
          <a:off x="304800" y="0"/>
          <a:ext cx="38401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5" name="公式" r:id="rId17" imgW="1386911" imgH="175197" progId="Equation.3">
                  <p:embed/>
                </p:oleObj>
              </mc:Choice>
              <mc:Fallback>
                <p:oleObj name="公式" r:id="rId17" imgW="1386911" imgH="175197" progId="Equation.3">
                  <p:embed/>
                  <p:pic>
                    <p:nvPicPr>
                      <p:cNvPr id="0" name="Object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38401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96"/>
          <p:cNvGraphicFramePr>
            <a:graphicFrameLocks noChangeAspect="1"/>
          </p:cNvGraphicFramePr>
          <p:nvPr/>
        </p:nvGraphicFramePr>
        <p:xfrm>
          <a:off x="304800" y="609600"/>
          <a:ext cx="4629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6" name="公式" r:id="rId19" imgW="1676542" imgH="190469" progId="Equation.3">
                  <p:embed/>
                </p:oleObj>
              </mc:Choice>
              <mc:Fallback>
                <p:oleObj name="公式" r:id="rId19" imgW="1676542" imgH="190469" progId="Equation.3">
                  <p:embed/>
                  <p:pic>
                    <p:nvPicPr>
                      <p:cNvPr id="0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09600"/>
                        <a:ext cx="46291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AutoShape 197"/>
          <p:cNvSpPr>
            <a:spLocks/>
          </p:cNvSpPr>
          <p:nvPr/>
        </p:nvSpPr>
        <p:spPr bwMode="auto">
          <a:xfrm>
            <a:off x="0" y="228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16934" name="Object 198"/>
          <p:cNvGraphicFramePr>
            <a:graphicFrameLocks noChangeAspect="1"/>
          </p:cNvGraphicFramePr>
          <p:nvPr/>
        </p:nvGraphicFramePr>
        <p:xfrm>
          <a:off x="457200" y="1447800"/>
          <a:ext cx="17494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7" name="公式" r:id="rId21" imgW="609458" imgH="175197" progId="Equation.3">
                  <p:embed/>
                </p:oleObj>
              </mc:Choice>
              <mc:Fallback>
                <p:oleObj name="公式" r:id="rId21" imgW="609458" imgH="175197" progId="Equation.3">
                  <p:embed/>
                  <p:pic>
                    <p:nvPicPr>
                      <p:cNvPr id="0" name="Object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47800"/>
                        <a:ext cx="17494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35" name="Object 199"/>
          <p:cNvGraphicFramePr>
            <a:graphicFrameLocks noChangeAspect="1"/>
          </p:cNvGraphicFramePr>
          <p:nvPr/>
        </p:nvGraphicFramePr>
        <p:xfrm>
          <a:off x="381000" y="2209800"/>
          <a:ext cx="4629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8" name="公式" r:id="rId23" imgW="1676542" imgH="190469" progId="Equation.3">
                  <p:embed/>
                </p:oleObj>
              </mc:Choice>
              <mc:Fallback>
                <p:oleObj name="公式" r:id="rId23" imgW="1676542" imgH="190469" progId="Equation.3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09800"/>
                        <a:ext cx="46291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936" name="AutoShape 200"/>
          <p:cNvSpPr>
            <a:spLocks/>
          </p:cNvSpPr>
          <p:nvPr/>
        </p:nvSpPr>
        <p:spPr bwMode="auto">
          <a:xfrm>
            <a:off x="0" y="1752600"/>
            <a:ext cx="381000" cy="685800"/>
          </a:xfrm>
          <a:prstGeom prst="leftBrace">
            <a:avLst>
              <a:gd name="adj1" fmla="val 1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16938" name="Object 202"/>
          <p:cNvGraphicFramePr>
            <a:graphicFrameLocks noChangeAspect="1"/>
          </p:cNvGraphicFramePr>
          <p:nvPr/>
        </p:nvGraphicFramePr>
        <p:xfrm>
          <a:off x="3276600" y="3733800"/>
          <a:ext cx="9556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99" name="公式" r:id="rId25" imgW="320253" imgH="167561" progId="Equation.3">
                  <p:embed/>
                </p:oleObj>
              </mc:Choice>
              <mc:Fallback>
                <p:oleObj name="公式" r:id="rId25" imgW="320253" imgH="167561" progId="Equation.3">
                  <p:embed/>
                  <p:pic>
                    <p:nvPicPr>
                      <p:cNvPr id="0" name="Object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733800"/>
                        <a:ext cx="9556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39" name="Object 203"/>
          <p:cNvGraphicFramePr>
            <a:graphicFrameLocks noChangeAspect="1"/>
          </p:cNvGraphicFramePr>
          <p:nvPr/>
        </p:nvGraphicFramePr>
        <p:xfrm>
          <a:off x="0" y="4572000"/>
          <a:ext cx="22288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0" name="公式" r:id="rId27" imgW="784683" imgH="175197" progId="Equation.3">
                  <p:embed/>
                </p:oleObj>
              </mc:Choice>
              <mc:Fallback>
                <p:oleObj name="公式" r:id="rId27" imgW="784683" imgH="175197" progId="Equation.3">
                  <p:embed/>
                  <p:pic>
                    <p:nvPicPr>
                      <p:cNvPr id="0" name="Object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0"/>
                        <a:ext cx="22288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0" name="Object 204"/>
          <p:cNvGraphicFramePr>
            <a:graphicFrameLocks noChangeAspect="1"/>
          </p:cNvGraphicFramePr>
          <p:nvPr/>
        </p:nvGraphicFramePr>
        <p:xfrm>
          <a:off x="2190750" y="4495800"/>
          <a:ext cx="16573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1" name="公式" r:id="rId29" imgW="518018" imgH="213376" progId="Equation.3">
                  <p:embed/>
                </p:oleObj>
              </mc:Choice>
              <mc:Fallback>
                <p:oleObj name="公式" r:id="rId29" imgW="518018" imgH="213376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4495800"/>
                        <a:ext cx="16573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1" name="Object 205"/>
          <p:cNvGraphicFramePr>
            <a:graphicFrameLocks noChangeAspect="1"/>
          </p:cNvGraphicFramePr>
          <p:nvPr/>
        </p:nvGraphicFramePr>
        <p:xfrm>
          <a:off x="5486400" y="4648200"/>
          <a:ext cx="21256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2" name="公式" r:id="rId31" imgW="746831" imgH="175197" progId="Equation.3">
                  <p:embed/>
                </p:oleObj>
              </mc:Choice>
              <mc:Fallback>
                <p:oleObj name="公式" r:id="rId31" imgW="746831" imgH="175197" progId="Equation.3">
                  <p:embed/>
                  <p:pic>
                    <p:nvPicPr>
                      <p:cNvPr id="0" name="Object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648200"/>
                        <a:ext cx="21256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2" name="Object 206"/>
          <p:cNvGraphicFramePr>
            <a:graphicFrameLocks noChangeAspect="1"/>
          </p:cNvGraphicFramePr>
          <p:nvPr/>
        </p:nvGraphicFramePr>
        <p:xfrm>
          <a:off x="7620000" y="4572000"/>
          <a:ext cx="12001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3" name="公式" r:id="rId33" imgW="365760" imgH="213376" progId="Equation.3">
                  <p:embed/>
                </p:oleObj>
              </mc:Choice>
              <mc:Fallback>
                <p:oleObj name="公式" r:id="rId33" imgW="365760" imgH="213376" progId="Equation.3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572000"/>
                        <a:ext cx="12001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3" name="Object 207"/>
          <p:cNvGraphicFramePr>
            <a:graphicFrameLocks noChangeAspect="1"/>
          </p:cNvGraphicFramePr>
          <p:nvPr/>
        </p:nvGraphicFramePr>
        <p:xfrm>
          <a:off x="0" y="5486400"/>
          <a:ext cx="473233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4" name="公式" r:id="rId35" imgW="1714394" imgH="213376" progId="Equation.3">
                  <p:embed/>
                </p:oleObj>
              </mc:Choice>
              <mc:Fallback>
                <p:oleObj name="公式" r:id="rId35" imgW="1714394" imgH="213376" progId="Equation.3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86400"/>
                        <a:ext cx="473233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对象 1"/>
          <p:cNvGraphicFramePr>
            <a:graphicFrameLocks noChangeAspect="1"/>
          </p:cNvGraphicFramePr>
          <p:nvPr/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5" name="Equation" r:id="rId37" imgW="435285" imgH="677109" progId="Equation.DSMT4">
                  <p:embed/>
                </p:oleObj>
              </mc:Choice>
              <mc:Fallback>
                <p:oleObj name="Equation" r:id="rId37" imgW="435285" imgH="67710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79959" y="2884128"/>
            <a:ext cx="714811" cy="584775"/>
          </a:xfrm>
          <a:prstGeom prst="rect">
            <a:avLst/>
          </a:pr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5" name="矩形 4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86420" y="2868324"/>
            <a:ext cx="1442446" cy="584775"/>
          </a:xfrm>
          <a:prstGeom prst="rect">
            <a:avLst/>
          </a:prstGeom>
          <a:blipFill>
            <a:blip r:embed="rId40"/>
            <a:stretch>
              <a:fillRect t="-17895" r="-10127" b="-3052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Line 2"/>
          <p:cNvSpPr>
            <a:spLocks noChangeShapeType="1"/>
          </p:cNvSpPr>
          <p:nvPr/>
        </p:nvSpPr>
        <p:spPr bwMode="auto">
          <a:xfrm flipH="1" flipV="1">
            <a:off x="0" y="1371600"/>
            <a:ext cx="914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1" name="Line 3"/>
          <p:cNvSpPr>
            <a:spLocks noChangeShapeType="1"/>
          </p:cNvSpPr>
          <p:nvPr/>
        </p:nvSpPr>
        <p:spPr bwMode="auto">
          <a:xfrm flipH="1" flipV="1">
            <a:off x="4800600" y="1371600"/>
            <a:ext cx="0" cy="28194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4953000" y="1600200"/>
            <a:ext cx="4191000" cy="3124200"/>
            <a:chOff x="3120" y="2352"/>
            <a:chExt cx="2640" cy="1968"/>
          </a:xfrm>
        </p:grpSpPr>
        <p:sp>
          <p:nvSpPr>
            <p:cNvPr id="10254" name="Line 5"/>
            <p:cNvSpPr>
              <a:spLocks noChangeShapeType="1"/>
            </p:cNvSpPr>
            <p:nvPr/>
          </p:nvSpPr>
          <p:spPr bwMode="auto">
            <a:xfrm>
              <a:off x="3360" y="3936"/>
              <a:ext cx="21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6"/>
            <p:cNvSpPr>
              <a:spLocks noChangeShapeType="1"/>
            </p:cNvSpPr>
            <p:nvPr/>
          </p:nvSpPr>
          <p:spPr bwMode="auto">
            <a:xfrm flipV="1">
              <a:off x="3456" y="2400"/>
              <a:ext cx="0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Freeform 7"/>
            <p:cNvSpPr>
              <a:spLocks/>
            </p:cNvSpPr>
            <p:nvPr/>
          </p:nvSpPr>
          <p:spPr bwMode="auto">
            <a:xfrm>
              <a:off x="3888" y="3024"/>
              <a:ext cx="1104" cy="480"/>
            </a:xfrm>
            <a:custGeom>
              <a:avLst/>
              <a:gdLst>
                <a:gd name="T0" fmla="*/ 0 w 1248"/>
                <a:gd name="T1" fmla="*/ 731 h 432"/>
                <a:gd name="T2" fmla="*/ 338 w 1248"/>
                <a:gd name="T3" fmla="*/ 163 h 432"/>
                <a:gd name="T4" fmla="*/ 676 w 1248"/>
                <a:gd name="T5" fmla="*/ 0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8" h="432">
                  <a:moveTo>
                    <a:pt x="0" y="432"/>
                  </a:moveTo>
                  <a:cubicBezTo>
                    <a:pt x="208" y="300"/>
                    <a:pt x="416" y="168"/>
                    <a:pt x="624" y="96"/>
                  </a:cubicBezTo>
                  <a:cubicBezTo>
                    <a:pt x="832" y="24"/>
                    <a:pt x="1040" y="12"/>
                    <a:pt x="124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8"/>
            <p:cNvSpPr>
              <a:spLocks noChangeShapeType="1"/>
            </p:cNvSpPr>
            <p:nvPr/>
          </p:nvSpPr>
          <p:spPr bwMode="auto">
            <a:xfrm flipH="1">
              <a:off x="3696" y="3360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Line 9"/>
            <p:cNvSpPr>
              <a:spLocks noChangeShapeType="1"/>
            </p:cNvSpPr>
            <p:nvPr/>
          </p:nvSpPr>
          <p:spPr bwMode="auto">
            <a:xfrm flipV="1">
              <a:off x="4512" y="2832"/>
              <a:ext cx="67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10"/>
            <p:cNvSpPr>
              <a:spLocks noChangeShapeType="1"/>
            </p:cNvSpPr>
            <p:nvPr/>
          </p:nvSpPr>
          <p:spPr bwMode="auto">
            <a:xfrm>
              <a:off x="3456" y="331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11"/>
            <p:cNvSpPr>
              <a:spLocks noChangeShapeType="1"/>
            </p:cNvSpPr>
            <p:nvPr/>
          </p:nvSpPr>
          <p:spPr bwMode="auto">
            <a:xfrm>
              <a:off x="4560" y="307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12"/>
            <p:cNvSpPr>
              <a:spLocks noChangeShapeType="1"/>
            </p:cNvSpPr>
            <p:nvPr/>
          </p:nvSpPr>
          <p:spPr bwMode="auto">
            <a:xfrm>
              <a:off x="4128" y="331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Line 13"/>
            <p:cNvSpPr>
              <a:spLocks noChangeShapeType="1"/>
            </p:cNvSpPr>
            <p:nvPr/>
          </p:nvSpPr>
          <p:spPr bwMode="auto">
            <a:xfrm flipH="1">
              <a:off x="4656" y="3072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Arc 14"/>
            <p:cNvSpPr>
              <a:spLocks/>
            </p:cNvSpPr>
            <p:nvPr/>
          </p:nvSpPr>
          <p:spPr bwMode="auto">
            <a:xfrm rot="10800000">
              <a:off x="3744" y="3312"/>
              <a:ext cx="144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Arc 15"/>
            <p:cNvSpPr>
              <a:spLocks/>
            </p:cNvSpPr>
            <p:nvPr/>
          </p:nvSpPr>
          <p:spPr bwMode="auto">
            <a:xfrm>
              <a:off x="4992" y="2928"/>
              <a:ext cx="143" cy="192"/>
            </a:xfrm>
            <a:custGeom>
              <a:avLst/>
              <a:gdLst>
                <a:gd name="T0" fmla="*/ 0 w 21406"/>
                <a:gd name="T1" fmla="*/ 0 h 21600"/>
                <a:gd name="T2" fmla="*/ 0 w 21406"/>
                <a:gd name="T3" fmla="*/ 0 h 21600"/>
                <a:gd name="T4" fmla="*/ 0 w 2140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06" h="21600" fill="none" extrusionOk="0">
                  <a:moveTo>
                    <a:pt x="0" y="0"/>
                  </a:moveTo>
                  <a:cubicBezTo>
                    <a:pt x="10813" y="0"/>
                    <a:pt x="19960" y="7995"/>
                    <a:pt x="21406" y="18711"/>
                  </a:cubicBezTo>
                </a:path>
                <a:path w="21406" h="21600" stroke="0" extrusionOk="0">
                  <a:moveTo>
                    <a:pt x="0" y="0"/>
                  </a:moveTo>
                  <a:cubicBezTo>
                    <a:pt x="10813" y="0"/>
                    <a:pt x="19960" y="7995"/>
                    <a:pt x="21406" y="1871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Rectangle 16"/>
            <p:cNvSpPr>
              <a:spLocks noChangeArrowheads="1"/>
            </p:cNvSpPr>
            <p:nvPr/>
          </p:nvSpPr>
          <p:spPr bwMode="auto">
            <a:xfrm>
              <a:off x="3936" y="391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0266" name="Rectangle 17"/>
            <p:cNvSpPr>
              <a:spLocks noChangeArrowheads="1"/>
            </p:cNvSpPr>
            <p:nvPr/>
          </p:nvSpPr>
          <p:spPr bwMode="auto">
            <a:xfrm>
              <a:off x="4464" y="3916"/>
              <a:ext cx="9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x+</a:t>
              </a:r>
              <a:r>
                <a:rPr lang="en-US" altLang="zh-CN" sz="3600" b="1">
                  <a:latin typeface="Book Antiqua" panose="02040602050305030304" pitchFamily="18" charset="0"/>
                  <a:sym typeface="Symbol" panose="05050102010706020507" pitchFamily="18" charset="2"/>
                </a:rPr>
                <a:t>x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0267" name="Object 18"/>
            <p:cNvGraphicFramePr>
              <a:graphicFrameLocks noChangeAspect="1"/>
            </p:cNvGraphicFramePr>
            <p:nvPr/>
          </p:nvGraphicFramePr>
          <p:xfrm>
            <a:off x="3504" y="3552"/>
            <a:ext cx="25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0" name="公式" r:id="rId3" imgW="114406" imgH="190469" progId="Equation.3">
                    <p:embed/>
                  </p:oleObj>
                </mc:Choice>
                <mc:Fallback>
                  <p:oleObj name="公式" r:id="rId3" imgW="114406" imgH="19046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552"/>
                          <a:ext cx="256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19"/>
            <p:cNvGraphicFramePr>
              <a:graphicFrameLocks noChangeAspect="1"/>
            </p:cNvGraphicFramePr>
            <p:nvPr/>
          </p:nvGraphicFramePr>
          <p:xfrm>
            <a:off x="5136" y="2448"/>
            <a:ext cx="27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1" name="公式" r:id="rId5" imgW="129717" imgH="190469" progId="Equation.3">
                    <p:embed/>
                  </p:oleObj>
                </mc:Choice>
                <mc:Fallback>
                  <p:oleObj name="公式" r:id="rId5" imgW="129717" imgH="19046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448"/>
                          <a:ext cx="277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9" name="Object 20"/>
            <p:cNvGraphicFramePr>
              <a:graphicFrameLocks noChangeAspect="1"/>
            </p:cNvGraphicFramePr>
            <p:nvPr/>
          </p:nvGraphicFramePr>
          <p:xfrm>
            <a:off x="3822" y="2939"/>
            <a:ext cx="38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2" name="公式" r:id="rId7" imgW="190535" imgH="175197" progId="Equation.3">
                    <p:embed/>
                  </p:oleObj>
                </mc:Choice>
                <mc:Fallback>
                  <p:oleObj name="公式" r:id="rId7" imgW="190535" imgH="175197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2939"/>
                          <a:ext cx="388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0" name="Object 21"/>
            <p:cNvGraphicFramePr>
              <a:graphicFrameLocks noChangeAspect="1"/>
            </p:cNvGraphicFramePr>
            <p:nvPr/>
          </p:nvGraphicFramePr>
          <p:xfrm>
            <a:off x="4311" y="2688"/>
            <a:ext cx="40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3" name="公式" r:id="rId9" imgW="205846" imgH="175197" progId="Equation.3">
                    <p:embed/>
                  </p:oleObj>
                </mc:Choice>
                <mc:Fallback>
                  <p:oleObj name="公式" r:id="rId9" imgW="205846" imgH="17519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688"/>
                          <a:ext cx="40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1" name="Object 22"/>
            <p:cNvGraphicFramePr>
              <a:graphicFrameLocks noChangeAspect="1"/>
            </p:cNvGraphicFramePr>
            <p:nvPr/>
          </p:nvGraphicFramePr>
          <p:xfrm>
            <a:off x="3456" y="3216"/>
            <a:ext cx="27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4" name="公式" r:id="rId11" imgW="129717" imgH="175197" progId="Equation.3">
                    <p:embed/>
                  </p:oleObj>
                </mc:Choice>
                <mc:Fallback>
                  <p:oleObj name="公式" r:id="rId11" imgW="129717" imgH="17519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216"/>
                          <a:ext cx="278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23"/>
            <p:cNvGraphicFramePr>
              <a:graphicFrameLocks noChangeAspect="1"/>
            </p:cNvGraphicFramePr>
            <p:nvPr/>
          </p:nvGraphicFramePr>
          <p:xfrm>
            <a:off x="5184" y="2784"/>
            <a:ext cx="324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5" name="公式" r:id="rId13" imgW="152258" imgH="175197" progId="Equation.3">
                    <p:embed/>
                  </p:oleObj>
                </mc:Choice>
                <mc:Fallback>
                  <p:oleObj name="公式" r:id="rId13" imgW="152258" imgH="175197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784"/>
                          <a:ext cx="324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Rectangle 24"/>
            <p:cNvSpPr>
              <a:spLocks noChangeArrowheads="1"/>
            </p:cNvSpPr>
            <p:nvPr/>
          </p:nvSpPr>
          <p:spPr bwMode="auto">
            <a:xfrm>
              <a:off x="5472" y="3744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0274" name="Rectangle 25"/>
            <p:cNvSpPr>
              <a:spLocks noChangeArrowheads="1"/>
            </p:cNvSpPr>
            <p:nvPr/>
          </p:nvSpPr>
          <p:spPr bwMode="auto">
            <a:xfrm>
              <a:off x="3120" y="235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y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24634" name="Object 26"/>
          <p:cNvGraphicFramePr>
            <a:graphicFrameLocks noChangeAspect="1"/>
          </p:cNvGraphicFramePr>
          <p:nvPr/>
        </p:nvGraphicFramePr>
        <p:xfrm>
          <a:off x="327025" y="533400"/>
          <a:ext cx="459422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6" name="公式" r:id="rId15" imgW="1539169" imgH="213376" progId="Equation.3">
                  <p:embed/>
                </p:oleObj>
              </mc:Choice>
              <mc:Fallback>
                <p:oleObj name="公式" r:id="rId15" imgW="1539169" imgH="21337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533400"/>
                        <a:ext cx="4594225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5" name="Object 27"/>
          <p:cNvGraphicFramePr>
            <a:graphicFrameLocks noChangeAspect="1"/>
          </p:cNvGraphicFramePr>
          <p:nvPr/>
        </p:nvGraphicFramePr>
        <p:xfrm>
          <a:off x="381000" y="1524000"/>
          <a:ext cx="426085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7" name="公式" r:id="rId17" imgW="1424763" imgH="380937" progId="Equation.3">
                  <p:embed/>
                </p:oleObj>
              </mc:Choice>
              <mc:Fallback>
                <p:oleObj name="公式" r:id="rId17" imgW="1424763" imgH="380937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0"/>
                        <a:ext cx="426085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6" name="Object 28"/>
          <p:cNvGraphicFramePr>
            <a:graphicFrameLocks noChangeAspect="1"/>
          </p:cNvGraphicFramePr>
          <p:nvPr/>
        </p:nvGraphicFramePr>
        <p:xfrm>
          <a:off x="381000" y="0"/>
          <a:ext cx="185261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8" name="公式" r:id="rId19" imgW="647735" imgH="175197" progId="Equation.3">
                  <p:embed/>
                </p:oleObj>
              </mc:Choice>
              <mc:Fallback>
                <p:oleObj name="公式" r:id="rId19" imgW="647735" imgH="17519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185261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7" name="Object 29"/>
          <p:cNvGraphicFramePr>
            <a:graphicFrameLocks noChangeAspect="1"/>
          </p:cNvGraphicFramePr>
          <p:nvPr/>
        </p:nvGraphicFramePr>
        <p:xfrm>
          <a:off x="533400" y="3048000"/>
          <a:ext cx="21066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9" name="公式" r:id="rId21" imgW="686013" imgH="190469" progId="Equation.3">
                  <p:embed/>
                </p:oleObj>
              </mc:Choice>
              <mc:Fallback>
                <p:oleObj name="公式" r:id="rId21" imgW="686013" imgH="19046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21066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8" name="Object 30"/>
          <p:cNvGraphicFramePr>
            <a:graphicFrameLocks noChangeAspect="1"/>
          </p:cNvGraphicFramePr>
          <p:nvPr/>
        </p:nvGraphicFramePr>
        <p:xfrm>
          <a:off x="609600" y="3886200"/>
          <a:ext cx="277812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20" name="公式" r:id="rId23" imgW="914400" imgH="190469" progId="Equation.3">
                  <p:embed/>
                </p:oleObj>
              </mc:Choice>
              <mc:Fallback>
                <p:oleObj name="公式" r:id="rId23" imgW="914400" imgH="190469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86200"/>
                        <a:ext cx="277812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9" name="Object 31"/>
          <p:cNvGraphicFramePr>
            <a:graphicFrameLocks noChangeAspect="1"/>
          </p:cNvGraphicFramePr>
          <p:nvPr/>
        </p:nvGraphicFramePr>
        <p:xfrm>
          <a:off x="1066800" y="5029200"/>
          <a:ext cx="15192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21" name="公式" r:id="rId25" imgW="480166" imgH="380937" progId="Equation.3">
                  <p:embed/>
                </p:oleObj>
              </mc:Choice>
              <mc:Fallback>
                <p:oleObj name="公式" r:id="rId25" imgW="480166" imgH="380937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029200"/>
                        <a:ext cx="15192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0" name="Object 32"/>
          <p:cNvGraphicFramePr>
            <a:graphicFrameLocks noChangeAspect="1"/>
          </p:cNvGraphicFramePr>
          <p:nvPr/>
        </p:nvGraphicFramePr>
        <p:xfrm>
          <a:off x="4800600" y="53340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22" name="公式" r:id="rId27" imgW="822960" imgH="205740" progId="Equation.3">
                  <p:embed/>
                </p:oleObj>
              </mc:Choice>
              <mc:Fallback>
                <p:oleObj name="公式" r:id="rId27" imgW="822960" imgH="2057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334000"/>
                        <a:ext cx="2514600" cy="660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41" name="Rectangle 33"/>
          <p:cNvSpPr>
            <a:spLocks noChangeArrowheads="1"/>
          </p:cNvSpPr>
          <p:nvPr/>
        </p:nvSpPr>
        <p:spPr bwMode="auto">
          <a:xfrm>
            <a:off x="228600" y="51816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24642" name="AutoShape 34"/>
          <p:cNvSpPr>
            <a:spLocks noChangeArrowheads="1"/>
          </p:cNvSpPr>
          <p:nvPr/>
        </p:nvSpPr>
        <p:spPr bwMode="auto">
          <a:xfrm>
            <a:off x="3276600" y="54102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51558" y="6134504"/>
            <a:ext cx="326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a</a:t>
            </a:r>
            <a:r>
              <a:rPr lang="zh-CN" altLang="en-US" dirty="0"/>
              <a:t>的量纲？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1"/>
          <p:cNvSpPr>
            <a:spLocks noChangeArrowheads="1"/>
          </p:cNvSpPr>
          <p:nvPr/>
        </p:nvSpPr>
        <p:spPr bwMode="auto">
          <a:xfrm>
            <a:off x="307493" y="719931"/>
            <a:ext cx="22367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胡克定律：</a:t>
            </a:r>
          </a:p>
        </p:txBody>
      </p:sp>
      <p:sp>
        <p:nvSpPr>
          <p:cNvPr id="12291" name="矩形 2"/>
          <p:cNvSpPr>
            <a:spLocks noChangeArrowheads="1"/>
          </p:cNvSpPr>
          <p:nvPr/>
        </p:nvSpPr>
        <p:spPr bwMode="auto">
          <a:xfrm>
            <a:off x="2175980" y="740236"/>
            <a:ext cx="10541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/>
              <a:t>F=</a:t>
            </a:r>
            <a:r>
              <a:rPr lang="en-US" altLang="zh-CN" dirty="0" err="1"/>
              <a:t>kx</a:t>
            </a:r>
            <a:endParaRPr lang="zh-CN" altLang="en-US" dirty="0"/>
          </a:p>
        </p:txBody>
      </p:sp>
      <p:sp>
        <p:nvSpPr>
          <p:cNvPr id="12292" name="矩形 3"/>
          <p:cNvSpPr>
            <a:spLocks noChangeArrowheads="1"/>
          </p:cNvSpPr>
          <p:nvPr/>
        </p:nvSpPr>
        <p:spPr bwMode="auto">
          <a:xfrm>
            <a:off x="323850" y="3284538"/>
            <a:ext cx="22367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杨氏模量：</a:t>
            </a:r>
          </a:p>
        </p:txBody>
      </p:sp>
      <p:sp>
        <p:nvSpPr>
          <p:cNvPr id="12293" name="矩形 4"/>
          <p:cNvSpPr>
            <a:spLocks noChangeArrowheads="1"/>
          </p:cNvSpPr>
          <p:nvPr/>
        </p:nvSpPr>
        <p:spPr bwMode="auto">
          <a:xfrm>
            <a:off x="528138" y="1913732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应力：</a:t>
            </a:r>
          </a:p>
        </p:txBody>
      </p:sp>
      <p:graphicFrame>
        <p:nvGraphicFramePr>
          <p:cNvPr id="1229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73638"/>
              </p:ext>
            </p:extLst>
          </p:nvPr>
        </p:nvGraphicFramePr>
        <p:xfrm>
          <a:off x="2048892" y="2014505"/>
          <a:ext cx="14541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6" name="Equation" r:id="rId3" imgW="609336" imgH="177723" progId="Equation.DSMT4">
                  <p:embed/>
                </p:oleObj>
              </mc:Choice>
              <mc:Fallback>
                <p:oleObj name="Equation" r:id="rId3" imgW="609336" imgH="177723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892" y="2014505"/>
                        <a:ext cx="145415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矩形 6"/>
          <p:cNvSpPr>
            <a:spLocks noChangeArrowheads="1"/>
          </p:cNvSpPr>
          <p:nvPr/>
        </p:nvSpPr>
        <p:spPr bwMode="auto">
          <a:xfrm>
            <a:off x="469900" y="2560432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应变：</a:t>
            </a:r>
          </a:p>
        </p:txBody>
      </p:sp>
      <p:graphicFrame>
        <p:nvGraphicFramePr>
          <p:cNvPr id="12296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728325"/>
              </p:ext>
            </p:extLst>
          </p:nvPr>
        </p:nvGraphicFramePr>
        <p:xfrm>
          <a:off x="1988567" y="2655242"/>
          <a:ext cx="1574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7" name="Equation" r:id="rId5" imgW="660113" imgH="177723" progId="Equation.DSMT4">
                  <p:embed/>
                </p:oleObj>
              </mc:Choice>
              <mc:Fallback>
                <p:oleObj name="Equation" r:id="rId5" imgW="660113" imgH="177723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567" y="2655242"/>
                        <a:ext cx="15748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012261"/>
              </p:ext>
            </p:extLst>
          </p:nvPr>
        </p:nvGraphicFramePr>
        <p:xfrm>
          <a:off x="2443386" y="3385311"/>
          <a:ext cx="13938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8" name="Equation" r:id="rId7" imgW="583693" imgH="177646" progId="Equation.DSMT4">
                  <p:embed/>
                </p:oleObj>
              </mc:Choice>
              <mc:Fallback>
                <p:oleObj name="Equation" r:id="rId7" imgW="583693" imgH="177646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386" y="3385311"/>
                        <a:ext cx="13938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矩形 9"/>
          <p:cNvSpPr>
            <a:spLocks noChangeArrowheads="1"/>
          </p:cNvSpPr>
          <p:nvPr/>
        </p:nvSpPr>
        <p:spPr bwMode="auto">
          <a:xfrm>
            <a:off x="395288" y="4478338"/>
            <a:ext cx="34676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杨氏模量的量纲？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427984" y="521642"/>
            <a:ext cx="4572000" cy="2949575"/>
            <a:chOff x="4572000" y="152400"/>
            <a:chExt cx="4572000" cy="2949575"/>
          </a:xfrm>
        </p:grpSpPr>
        <p:grpSp>
          <p:nvGrpSpPr>
            <p:cNvPr id="12" name="Group 72"/>
            <p:cNvGrpSpPr>
              <a:grpSpLocks/>
            </p:cNvGrpSpPr>
            <p:nvPr/>
          </p:nvGrpSpPr>
          <p:grpSpPr bwMode="auto">
            <a:xfrm>
              <a:off x="4572000" y="152400"/>
              <a:ext cx="4572000" cy="565150"/>
              <a:chOff x="2880" y="96"/>
              <a:chExt cx="2880" cy="356"/>
            </a:xfrm>
          </p:grpSpPr>
          <p:graphicFrame>
            <p:nvGraphicFramePr>
              <p:cNvPr id="43" name="Object 23"/>
              <p:cNvGraphicFramePr>
                <a:graphicFrameLocks noChangeAspect="1"/>
              </p:cNvGraphicFramePr>
              <p:nvPr/>
            </p:nvGraphicFramePr>
            <p:xfrm>
              <a:off x="5482" y="144"/>
              <a:ext cx="278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89" name="公式" r:id="rId9" imgW="129717" imgH="152290" progId="Equation.3">
                      <p:embed/>
                    </p:oleObj>
                  </mc:Choice>
                  <mc:Fallback>
                    <p:oleObj name="公式" r:id="rId9" imgW="129717" imgH="152290" progId="Equation.3">
                      <p:embed/>
                      <p:pic>
                        <p:nvPicPr>
                          <p:cNvPr id="11311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2" y="144"/>
                            <a:ext cx="278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AutoShape 35"/>
              <p:cNvSpPr>
                <a:spLocks noChangeArrowheads="1"/>
              </p:cNvSpPr>
              <p:nvPr/>
            </p:nvSpPr>
            <p:spPr bwMode="auto">
              <a:xfrm>
                <a:off x="2880" y="96"/>
                <a:ext cx="2352" cy="336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5" name="Line 36"/>
              <p:cNvSpPr>
                <a:spLocks noChangeShapeType="1"/>
              </p:cNvSpPr>
              <p:nvPr/>
            </p:nvSpPr>
            <p:spPr bwMode="auto">
              <a:xfrm>
                <a:off x="5184" y="336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57"/>
            <p:cNvGrpSpPr>
              <a:grpSpLocks/>
            </p:cNvGrpSpPr>
            <p:nvPr/>
          </p:nvGrpSpPr>
          <p:grpSpPr bwMode="auto">
            <a:xfrm>
              <a:off x="4724400" y="2286000"/>
              <a:ext cx="4343400" cy="228600"/>
              <a:chOff x="2976" y="1440"/>
              <a:chExt cx="2736" cy="144"/>
            </a:xfrm>
          </p:grpSpPr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3984" y="1440"/>
                <a:ext cx="523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1" name="Freeform 42"/>
              <p:cNvSpPr>
                <a:spLocks/>
              </p:cNvSpPr>
              <p:nvPr/>
            </p:nvSpPr>
            <p:spPr bwMode="auto">
              <a:xfrm>
                <a:off x="2976" y="1440"/>
                <a:ext cx="930" cy="144"/>
              </a:xfrm>
              <a:custGeom>
                <a:avLst/>
                <a:gdLst>
                  <a:gd name="T0" fmla="*/ 0 w 432"/>
                  <a:gd name="T1" fmla="*/ 0 h 192"/>
                  <a:gd name="T2" fmla="*/ 19973 w 432"/>
                  <a:gd name="T3" fmla="*/ 0 h 192"/>
                  <a:gd name="T4" fmla="*/ 19973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Freeform 43"/>
              <p:cNvSpPr>
                <a:spLocks/>
              </p:cNvSpPr>
              <p:nvPr/>
            </p:nvSpPr>
            <p:spPr bwMode="auto">
              <a:xfrm rot="10800000">
                <a:off x="4608" y="1440"/>
                <a:ext cx="1104" cy="144"/>
              </a:xfrm>
              <a:custGeom>
                <a:avLst/>
                <a:gdLst>
                  <a:gd name="T0" fmla="*/ 0 w 432"/>
                  <a:gd name="T1" fmla="*/ 0 h 192"/>
                  <a:gd name="T2" fmla="*/ 47081 w 432"/>
                  <a:gd name="T3" fmla="*/ 0 h 192"/>
                  <a:gd name="T4" fmla="*/ 47081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" name="Line 44"/>
            <p:cNvSpPr>
              <a:spLocks noChangeShapeType="1"/>
            </p:cNvSpPr>
            <p:nvPr/>
          </p:nvSpPr>
          <p:spPr bwMode="auto">
            <a:xfrm flipV="1">
              <a:off x="6248400" y="1905000"/>
              <a:ext cx="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46"/>
            <p:cNvSpPr>
              <a:spLocks noChangeShapeType="1"/>
            </p:cNvSpPr>
            <p:nvPr/>
          </p:nvSpPr>
          <p:spPr bwMode="auto">
            <a:xfrm flipV="1">
              <a:off x="7239000" y="1752600"/>
              <a:ext cx="0" cy="1219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" name="Group 58"/>
            <p:cNvGrpSpPr>
              <a:grpSpLocks/>
            </p:cNvGrpSpPr>
            <p:nvPr/>
          </p:nvGrpSpPr>
          <p:grpSpPr bwMode="auto">
            <a:xfrm>
              <a:off x="4848225" y="1655763"/>
              <a:ext cx="1781175" cy="515937"/>
              <a:chOff x="3054" y="1043"/>
              <a:chExt cx="1122" cy="325"/>
            </a:xfrm>
          </p:grpSpPr>
          <p:graphicFrame>
            <p:nvGraphicFramePr>
              <p:cNvPr id="37" name="Object 24"/>
              <p:cNvGraphicFramePr>
                <a:graphicFrameLocks noChangeAspect="1"/>
              </p:cNvGraphicFramePr>
              <p:nvPr/>
            </p:nvGraphicFramePr>
            <p:xfrm>
              <a:off x="3054" y="1043"/>
              <a:ext cx="537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0" name="公式" r:id="rId11" imgW="281975" imgH="167561" progId="Equation.3">
                      <p:embed/>
                    </p:oleObj>
                  </mc:Choice>
                  <mc:Fallback>
                    <p:oleObj name="公式" r:id="rId11" imgW="281975" imgH="167561" progId="Equation.3">
                      <p:embed/>
                      <p:pic>
                        <p:nvPicPr>
                          <p:cNvPr id="11305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4" y="1043"/>
                            <a:ext cx="537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Line 32"/>
              <p:cNvSpPr>
                <a:spLocks noChangeShapeType="1"/>
              </p:cNvSpPr>
              <p:nvPr/>
            </p:nvSpPr>
            <p:spPr bwMode="auto">
              <a:xfrm flipH="1">
                <a:off x="3456" y="134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48"/>
              <p:cNvSpPr>
                <a:spLocks noChangeShapeType="1"/>
              </p:cNvSpPr>
              <p:nvPr/>
            </p:nvSpPr>
            <p:spPr bwMode="auto">
              <a:xfrm>
                <a:off x="3936" y="134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Group 59"/>
            <p:cNvGrpSpPr>
              <a:grpSpLocks/>
            </p:cNvGrpSpPr>
            <p:nvPr/>
          </p:nvGrpSpPr>
          <p:grpSpPr bwMode="auto">
            <a:xfrm>
              <a:off x="6477000" y="1905000"/>
              <a:ext cx="1143000" cy="0"/>
              <a:chOff x="4080" y="1200"/>
              <a:chExt cx="720" cy="0"/>
            </a:xfrm>
          </p:grpSpPr>
          <p:sp>
            <p:nvSpPr>
              <p:cNvPr id="35" name="Line 47"/>
              <p:cNvSpPr>
                <a:spLocks noChangeShapeType="1"/>
              </p:cNvSpPr>
              <p:nvPr/>
            </p:nvSpPr>
            <p:spPr bwMode="auto">
              <a:xfrm flipH="1">
                <a:off x="4080" y="120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49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73"/>
            <p:cNvGrpSpPr>
              <a:grpSpLocks/>
            </p:cNvGrpSpPr>
            <p:nvPr/>
          </p:nvGrpSpPr>
          <p:grpSpPr bwMode="auto">
            <a:xfrm>
              <a:off x="4572000" y="762000"/>
              <a:ext cx="4572000" cy="1447800"/>
              <a:chOff x="2880" y="480"/>
              <a:chExt cx="2880" cy="912"/>
            </a:xfrm>
          </p:grpSpPr>
          <p:sp>
            <p:nvSpPr>
              <p:cNvPr id="24" name="Line 20"/>
              <p:cNvSpPr>
                <a:spLocks noChangeShapeType="1"/>
              </p:cNvSpPr>
              <p:nvPr/>
            </p:nvSpPr>
            <p:spPr bwMode="auto">
              <a:xfrm flipV="1">
                <a:off x="3744" y="720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" name="Object 22"/>
              <p:cNvGraphicFramePr>
                <a:graphicFrameLocks noChangeAspect="1"/>
              </p:cNvGraphicFramePr>
              <p:nvPr/>
            </p:nvGraphicFramePr>
            <p:xfrm>
              <a:off x="5547" y="720"/>
              <a:ext cx="213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1" name="公式" r:id="rId13" imgW="91440" imgH="99264" progId="Equation.3">
                      <p:embed/>
                    </p:oleObj>
                  </mc:Choice>
                  <mc:Fallback>
                    <p:oleObj name="公式" r:id="rId13" imgW="91440" imgH="99264" progId="Equation.3">
                      <p:embed/>
                      <p:pic>
                        <p:nvPicPr>
                          <p:cNvPr id="11293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47" y="720"/>
                            <a:ext cx="213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Line 37"/>
              <p:cNvSpPr>
                <a:spLocks noChangeShapeType="1"/>
              </p:cNvSpPr>
              <p:nvPr/>
            </p:nvSpPr>
            <p:spPr bwMode="auto">
              <a:xfrm>
                <a:off x="2976" y="768"/>
                <a:ext cx="25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Rectangle 38"/>
              <p:cNvSpPr>
                <a:spLocks noChangeArrowheads="1"/>
              </p:cNvSpPr>
              <p:nvPr/>
            </p:nvSpPr>
            <p:spPr bwMode="auto">
              <a:xfrm>
                <a:off x="3840" y="864"/>
                <a:ext cx="48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8" name="Freeform 39"/>
              <p:cNvSpPr>
                <a:spLocks/>
              </p:cNvSpPr>
              <p:nvPr/>
            </p:nvSpPr>
            <p:spPr bwMode="auto">
              <a:xfrm>
                <a:off x="2880" y="864"/>
                <a:ext cx="768" cy="144"/>
              </a:xfrm>
              <a:custGeom>
                <a:avLst/>
                <a:gdLst>
                  <a:gd name="T0" fmla="*/ 0 w 432"/>
                  <a:gd name="T1" fmla="*/ 0 h 192"/>
                  <a:gd name="T2" fmla="*/ 7671 w 432"/>
                  <a:gd name="T3" fmla="*/ 0 h 192"/>
                  <a:gd name="T4" fmla="*/ 7671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40"/>
              <p:cNvSpPr>
                <a:spLocks/>
              </p:cNvSpPr>
              <p:nvPr/>
            </p:nvSpPr>
            <p:spPr bwMode="auto">
              <a:xfrm rot="10800000">
                <a:off x="4464" y="864"/>
                <a:ext cx="912" cy="144"/>
              </a:xfrm>
              <a:custGeom>
                <a:avLst/>
                <a:gdLst>
                  <a:gd name="T0" fmla="*/ 0 w 432"/>
                  <a:gd name="T1" fmla="*/ 0 h 192"/>
                  <a:gd name="T2" fmla="*/ 18113 w 432"/>
                  <a:gd name="T3" fmla="*/ 0 h 192"/>
                  <a:gd name="T4" fmla="*/ 18113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45"/>
              <p:cNvSpPr>
                <a:spLocks noChangeShapeType="1"/>
              </p:cNvSpPr>
              <p:nvPr/>
            </p:nvSpPr>
            <p:spPr bwMode="auto">
              <a:xfrm flipV="1">
                <a:off x="4416" y="720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" name="Object 50"/>
              <p:cNvGraphicFramePr>
                <a:graphicFrameLocks noChangeAspect="1"/>
              </p:cNvGraphicFramePr>
              <p:nvPr/>
            </p:nvGraphicFramePr>
            <p:xfrm>
              <a:off x="3600" y="480"/>
              <a:ext cx="213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2" name="公式" r:id="rId15" imgW="91440" imgH="99264" progId="Equation.3">
                      <p:embed/>
                    </p:oleObj>
                  </mc:Choice>
                  <mc:Fallback>
                    <p:oleObj name="公式" r:id="rId15" imgW="91440" imgH="99264" progId="Equation.3">
                      <p:embed/>
                      <p:pic>
                        <p:nvPicPr>
                          <p:cNvPr id="11299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480"/>
                            <a:ext cx="213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51"/>
              <p:cNvGraphicFramePr>
                <a:graphicFrameLocks noChangeAspect="1"/>
              </p:cNvGraphicFramePr>
              <p:nvPr/>
            </p:nvGraphicFramePr>
            <p:xfrm>
              <a:off x="4176" y="480"/>
              <a:ext cx="688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3" name="公式" r:id="rId17" imgW="365760" imgH="137019" progId="Equation.3">
                      <p:embed/>
                    </p:oleObj>
                  </mc:Choice>
                  <mc:Fallback>
                    <p:oleObj name="公式" r:id="rId17" imgW="365760" imgH="137019" progId="Equation.3">
                      <p:embed/>
                      <p:pic>
                        <p:nvPicPr>
                          <p:cNvPr id="1130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480"/>
                            <a:ext cx="688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Oval 52"/>
              <p:cNvSpPr>
                <a:spLocks noChangeArrowheads="1"/>
              </p:cNvSpPr>
              <p:nvPr/>
            </p:nvSpPr>
            <p:spPr bwMode="auto">
              <a:xfrm>
                <a:off x="3696" y="720"/>
                <a:ext cx="96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4" name="Oval 53"/>
              <p:cNvSpPr>
                <a:spLocks noChangeArrowheads="1"/>
              </p:cNvSpPr>
              <p:nvPr/>
            </p:nvSpPr>
            <p:spPr bwMode="auto">
              <a:xfrm>
                <a:off x="4368" y="720"/>
                <a:ext cx="96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</p:grpSp>
        <p:graphicFrame>
          <p:nvGraphicFramePr>
            <p:cNvPr id="19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508261"/>
                </p:ext>
              </p:extLst>
            </p:nvPr>
          </p:nvGraphicFramePr>
          <p:xfrm>
            <a:off x="7532688" y="1676400"/>
            <a:ext cx="1611312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94" name="公式" r:id="rId19" imgW="556295" imgH="167561" progId="Equation.3">
                    <p:embed/>
                  </p:oleObj>
                </mc:Choice>
                <mc:Fallback>
                  <p:oleObj name="公式" r:id="rId19" imgW="556295" imgH="167561" progId="Equation.3">
                    <p:embed/>
                    <p:pic>
                      <p:nvPicPr>
                        <p:cNvPr id="319542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2688" y="1676400"/>
                          <a:ext cx="1611312" cy="515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70"/>
            <p:cNvGrpSpPr>
              <a:grpSpLocks/>
            </p:cNvGrpSpPr>
            <p:nvPr/>
          </p:nvGrpSpPr>
          <p:grpSpPr bwMode="auto">
            <a:xfrm>
              <a:off x="5029200" y="2651125"/>
              <a:ext cx="3073400" cy="450850"/>
              <a:chOff x="3168" y="1670"/>
              <a:chExt cx="1936" cy="284"/>
            </a:xfrm>
          </p:grpSpPr>
          <p:graphicFrame>
            <p:nvGraphicFramePr>
              <p:cNvPr id="21" name="Object 25"/>
              <p:cNvGraphicFramePr>
                <a:graphicFrameLocks noChangeAspect="1"/>
              </p:cNvGraphicFramePr>
              <p:nvPr/>
            </p:nvGraphicFramePr>
            <p:xfrm>
              <a:off x="3168" y="1680"/>
              <a:ext cx="25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5" name="公式" r:id="rId21" imgW="114406" imgH="129383" progId="Equation.3">
                      <p:embed/>
                    </p:oleObj>
                  </mc:Choice>
                  <mc:Fallback>
                    <p:oleObj name="公式" r:id="rId21" imgW="114406" imgH="129383" progId="Equation.3">
                      <p:embed/>
                      <p:pic>
                        <p:nvPicPr>
                          <p:cNvPr id="11289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680"/>
                            <a:ext cx="25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60"/>
              <p:cNvGraphicFramePr>
                <a:graphicFrameLocks noChangeAspect="1"/>
              </p:cNvGraphicFramePr>
              <p:nvPr/>
            </p:nvGraphicFramePr>
            <p:xfrm>
              <a:off x="4080" y="1680"/>
              <a:ext cx="25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6" name="公式" r:id="rId23" imgW="114406" imgH="129383" progId="Equation.3">
                      <p:embed/>
                    </p:oleObj>
                  </mc:Choice>
                  <mc:Fallback>
                    <p:oleObj name="公式" r:id="rId23" imgW="114406" imgH="129383" progId="Equation.3">
                      <p:embed/>
                      <p:pic>
                        <p:nvPicPr>
                          <p:cNvPr id="1129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680"/>
                            <a:ext cx="25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61"/>
              <p:cNvGraphicFramePr>
                <a:graphicFrameLocks noChangeAspect="1"/>
              </p:cNvGraphicFramePr>
              <p:nvPr/>
            </p:nvGraphicFramePr>
            <p:xfrm>
              <a:off x="4848" y="1670"/>
              <a:ext cx="256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97" name="公式" r:id="rId25" imgW="114406" imgH="137019" progId="Equation.3">
                      <p:embed/>
                    </p:oleObj>
                  </mc:Choice>
                  <mc:Fallback>
                    <p:oleObj name="公式" r:id="rId25" imgW="114406" imgH="137019" progId="Equation.3">
                      <p:embed/>
                      <p:pic>
                        <p:nvPicPr>
                          <p:cNvPr id="11291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1670"/>
                            <a:ext cx="256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" name="Rectangle 2" descr="棚架"/>
          <p:cNvSpPr>
            <a:spLocks noChangeArrowheads="1"/>
          </p:cNvSpPr>
          <p:nvPr/>
        </p:nvSpPr>
        <p:spPr bwMode="auto">
          <a:xfrm>
            <a:off x="163513" y="85725"/>
            <a:ext cx="3613150" cy="523875"/>
          </a:xfrm>
          <a:prstGeom prst="rect">
            <a:avLst/>
          </a:prstGeom>
          <a:blipFill dpi="0" rotWithShape="0">
            <a:blip r:embed="rId2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、均匀杆的纵振动</a:t>
            </a:r>
          </a:p>
        </p:txBody>
      </p:sp>
      <p:sp>
        <p:nvSpPr>
          <p:cNvPr id="47" name="矩形 1"/>
          <p:cNvSpPr>
            <a:spLocks noChangeArrowheads="1"/>
          </p:cNvSpPr>
          <p:nvPr/>
        </p:nvSpPr>
        <p:spPr bwMode="auto">
          <a:xfrm>
            <a:off x="65443" y="1337642"/>
            <a:ext cx="30572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胡克定律的推广</a:t>
            </a: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 descr="棚架"/>
          <p:cNvSpPr>
            <a:spLocks noChangeArrowheads="1"/>
          </p:cNvSpPr>
          <p:nvPr/>
        </p:nvSpPr>
        <p:spPr bwMode="auto">
          <a:xfrm>
            <a:off x="163513" y="85725"/>
            <a:ext cx="3613150" cy="5238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、均匀杆的纵振动</a:t>
            </a:r>
          </a:p>
        </p:txBody>
      </p:sp>
      <p:sp>
        <p:nvSpPr>
          <p:cNvPr id="319491" name="Rectangle 3"/>
          <p:cNvSpPr>
            <a:spLocks noChangeArrowheads="1"/>
          </p:cNvSpPr>
          <p:nvPr/>
        </p:nvSpPr>
        <p:spPr bwMode="auto">
          <a:xfrm>
            <a:off x="0" y="609600"/>
            <a:ext cx="3124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将细杆分成许多段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时刻，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段伸长</a:t>
            </a:r>
          </a:p>
        </p:txBody>
      </p:sp>
      <p:graphicFrame>
        <p:nvGraphicFramePr>
          <p:cNvPr id="319497" name="Object 9"/>
          <p:cNvGraphicFramePr>
            <a:graphicFrameLocks noChangeAspect="1"/>
          </p:cNvGraphicFramePr>
          <p:nvPr/>
        </p:nvGraphicFramePr>
        <p:xfrm>
          <a:off x="381000" y="1600200"/>
          <a:ext cx="14049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50" name="公式" r:id="rId4" imgW="381071" imgH="167561" progId="Equation.3">
                  <p:embed/>
                </p:oleObj>
              </mc:Choice>
              <mc:Fallback>
                <p:oleObj name="公式" r:id="rId4" imgW="381071" imgH="16756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00200"/>
                        <a:ext cx="140493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8" name="Object 10"/>
          <p:cNvGraphicFramePr>
            <a:graphicFrameLocks noChangeAspect="1"/>
          </p:cNvGraphicFramePr>
          <p:nvPr/>
        </p:nvGraphicFramePr>
        <p:xfrm>
          <a:off x="0" y="3200400"/>
          <a:ext cx="35814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51" name="公式" r:id="rId6" imgW="1158098" imgH="167561" progId="Equation.3">
                  <p:embed/>
                </p:oleObj>
              </mc:Choice>
              <mc:Fallback>
                <p:oleObj name="公式" r:id="rId6" imgW="1158098" imgH="16756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00400"/>
                        <a:ext cx="35814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9" name="Object 11"/>
          <p:cNvGraphicFramePr>
            <a:graphicFrameLocks noChangeAspect="1"/>
          </p:cNvGraphicFramePr>
          <p:nvPr/>
        </p:nvGraphicFramePr>
        <p:xfrm>
          <a:off x="149225" y="3810000"/>
          <a:ext cx="13557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52" name="公式" r:id="rId8" imgW="365760" imgH="213376" progId="Equation.3">
                  <p:embed/>
                </p:oleObj>
              </mc:Choice>
              <mc:Fallback>
                <p:oleObj name="公式" r:id="rId8" imgW="365760" imgH="21337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" y="3810000"/>
                        <a:ext cx="13557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02" name="Line 14"/>
          <p:cNvSpPr>
            <a:spLocks noChangeShapeType="1"/>
          </p:cNvSpPr>
          <p:nvPr/>
        </p:nvSpPr>
        <p:spPr bwMode="auto">
          <a:xfrm flipH="1">
            <a:off x="3886200" y="3429000"/>
            <a:ext cx="5257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64122" y="207693"/>
            <a:ext cx="4572000" cy="2949575"/>
            <a:chOff x="4572000" y="152400"/>
            <a:chExt cx="4572000" cy="2949575"/>
          </a:xfrm>
        </p:grpSpPr>
        <p:grpSp>
          <p:nvGrpSpPr>
            <p:cNvPr id="319560" name="Group 72"/>
            <p:cNvGrpSpPr>
              <a:grpSpLocks/>
            </p:cNvGrpSpPr>
            <p:nvPr/>
          </p:nvGrpSpPr>
          <p:grpSpPr bwMode="auto">
            <a:xfrm>
              <a:off x="4572000" y="152400"/>
              <a:ext cx="4572000" cy="565150"/>
              <a:chOff x="2880" y="96"/>
              <a:chExt cx="2880" cy="356"/>
            </a:xfrm>
          </p:grpSpPr>
          <p:graphicFrame>
            <p:nvGraphicFramePr>
              <p:cNvPr id="11311" name="Object 23"/>
              <p:cNvGraphicFramePr>
                <a:graphicFrameLocks noChangeAspect="1"/>
              </p:cNvGraphicFramePr>
              <p:nvPr/>
            </p:nvGraphicFramePr>
            <p:xfrm>
              <a:off x="5482" y="144"/>
              <a:ext cx="278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3" name="公式" r:id="rId10" imgW="129717" imgH="152290" progId="Equation.3">
                      <p:embed/>
                    </p:oleObj>
                  </mc:Choice>
                  <mc:Fallback>
                    <p:oleObj name="公式" r:id="rId10" imgW="129717" imgH="15229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2" y="144"/>
                            <a:ext cx="278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12" name="AutoShape 35"/>
              <p:cNvSpPr>
                <a:spLocks noChangeArrowheads="1"/>
              </p:cNvSpPr>
              <p:nvPr/>
            </p:nvSpPr>
            <p:spPr bwMode="auto">
              <a:xfrm>
                <a:off x="2880" y="96"/>
                <a:ext cx="2352" cy="336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1313" name="Line 36"/>
              <p:cNvSpPr>
                <a:spLocks noChangeShapeType="1"/>
              </p:cNvSpPr>
              <p:nvPr/>
            </p:nvSpPr>
            <p:spPr bwMode="auto">
              <a:xfrm>
                <a:off x="5184" y="336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9545" name="Group 57"/>
            <p:cNvGrpSpPr>
              <a:grpSpLocks/>
            </p:cNvGrpSpPr>
            <p:nvPr/>
          </p:nvGrpSpPr>
          <p:grpSpPr bwMode="auto">
            <a:xfrm>
              <a:off x="4724400" y="2286000"/>
              <a:ext cx="4343400" cy="228600"/>
              <a:chOff x="2976" y="1440"/>
              <a:chExt cx="2736" cy="144"/>
            </a:xfrm>
          </p:grpSpPr>
          <p:sp>
            <p:nvSpPr>
              <p:cNvPr id="11308" name="Rectangle 41"/>
              <p:cNvSpPr>
                <a:spLocks noChangeArrowheads="1"/>
              </p:cNvSpPr>
              <p:nvPr/>
            </p:nvSpPr>
            <p:spPr bwMode="auto">
              <a:xfrm>
                <a:off x="3984" y="1440"/>
                <a:ext cx="523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1309" name="Freeform 42"/>
              <p:cNvSpPr>
                <a:spLocks/>
              </p:cNvSpPr>
              <p:nvPr/>
            </p:nvSpPr>
            <p:spPr bwMode="auto">
              <a:xfrm>
                <a:off x="2976" y="1440"/>
                <a:ext cx="930" cy="144"/>
              </a:xfrm>
              <a:custGeom>
                <a:avLst/>
                <a:gdLst>
                  <a:gd name="T0" fmla="*/ 0 w 432"/>
                  <a:gd name="T1" fmla="*/ 0 h 192"/>
                  <a:gd name="T2" fmla="*/ 19973 w 432"/>
                  <a:gd name="T3" fmla="*/ 0 h 192"/>
                  <a:gd name="T4" fmla="*/ 19973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0" name="Freeform 43"/>
              <p:cNvSpPr>
                <a:spLocks/>
              </p:cNvSpPr>
              <p:nvPr/>
            </p:nvSpPr>
            <p:spPr bwMode="auto">
              <a:xfrm rot="10800000">
                <a:off x="4608" y="1440"/>
                <a:ext cx="1104" cy="144"/>
              </a:xfrm>
              <a:custGeom>
                <a:avLst/>
                <a:gdLst>
                  <a:gd name="T0" fmla="*/ 0 w 432"/>
                  <a:gd name="T1" fmla="*/ 0 h 192"/>
                  <a:gd name="T2" fmla="*/ 47081 w 432"/>
                  <a:gd name="T3" fmla="*/ 0 h 192"/>
                  <a:gd name="T4" fmla="*/ 47081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9532" name="Line 44"/>
            <p:cNvSpPr>
              <a:spLocks noChangeShapeType="1"/>
            </p:cNvSpPr>
            <p:nvPr/>
          </p:nvSpPr>
          <p:spPr bwMode="auto">
            <a:xfrm flipV="1">
              <a:off x="6248400" y="1905000"/>
              <a:ext cx="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34" name="Line 46"/>
            <p:cNvSpPr>
              <a:spLocks noChangeShapeType="1"/>
            </p:cNvSpPr>
            <p:nvPr/>
          </p:nvSpPr>
          <p:spPr bwMode="auto">
            <a:xfrm flipV="1">
              <a:off x="7239000" y="1752600"/>
              <a:ext cx="0" cy="1219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9546" name="Group 58"/>
            <p:cNvGrpSpPr>
              <a:grpSpLocks/>
            </p:cNvGrpSpPr>
            <p:nvPr/>
          </p:nvGrpSpPr>
          <p:grpSpPr bwMode="auto">
            <a:xfrm>
              <a:off x="4848225" y="1655763"/>
              <a:ext cx="1781175" cy="515937"/>
              <a:chOff x="3054" y="1043"/>
              <a:chExt cx="1122" cy="325"/>
            </a:xfrm>
          </p:grpSpPr>
          <p:graphicFrame>
            <p:nvGraphicFramePr>
              <p:cNvPr id="11305" name="Object 24"/>
              <p:cNvGraphicFramePr>
                <a:graphicFrameLocks noChangeAspect="1"/>
              </p:cNvGraphicFramePr>
              <p:nvPr/>
            </p:nvGraphicFramePr>
            <p:xfrm>
              <a:off x="3054" y="1043"/>
              <a:ext cx="537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4" name="公式" r:id="rId12" imgW="281975" imgH="167561" progId="Equation.3">
                      <p:embed/>
                    </p:oleObj>
                  </mc:Choice>
                  <mc:Fallback>
                    <p:oleObj name="公式" r:id="rId12" imgW="281975" imgH="167561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4" y="1043"/>
                            <a:ext cx="537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6" name="Line 32"/>
              <p:cNvSpPr>
                <a:spLocks noChangeShapeType="1"/>
              </p:cNvSpPr>
              <p:nvPr/>
            </p:nvSpPr>
            <p:spPr bwMode="auto">
              <a:xfrm flipH="1">
                <a:off x="3456" y="134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Line 48"/>
              <p:cNvSpPr>
                <a:spLocks noChangeShapeType="1"/>
              </p:cNvSpPr>
              <p:nvPr/>
            </p:nvSpPr>
            <p:spPr bwMode="auto">
              <a:xfrm>
                <a:off x="3936" y="134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9547" name="Group 59"/>
            <p:cNvGrpSpPr>
              <a:grpSpLocks/>
            </p:cNvGrpSpPr>
            <p:nvPr/>
          </p:nvGrpSpPr>
          <p:grpSpPr bwMode="auto">
            <a:xfrm>
              <a:off x="6477000" y="1905000"/>
              <a:ext cx="1143000" cy="0"/>
              <a:chOff x="4080" y="1200"/>
              <a:chExt cx="720" cy="0"/>
            </a:xfrm>
          </p:grpSpPr>
          <p:sp>
            <p:nvSpPr>
              <p:cNvPr id="11303" name="Line 47"/>
              <p:cNvSpPr>
                <a:spLocks noChangeShapeType="1"/>
              </p:cNvSpPr>
              <p:nvPr/>
            </p:nvSpPr>
            <p:spPr bwMode="auto">
              <a:xfrm flipH="1">
                <a:off x="4080" y="120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4" name="Line 49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9561" name="Group 73"/>
            <p:cNvGrpSpPr>
              <a:grpSpLocks/>
            </p:cNvGrpSpPr>
            <p:nvPr/>
          </p:nvGrpSpPr>
          <p:grpSpPr bwMode="auto">
            <a:xfrm>
              <a:off x="4572000" y="762000"/>
              <a:ext cx="4572000" cy="1447800"/>
              <a:chOff x="2880" y="480"/>
              <a:chExt cx="2880" cy="912"/>
            </a:xfrm>
          </p:grpSpPr>
          <p:sp>
            <p:nvSpPr>
              <p:cNvPr id="11292" name="Line 20"/>
              <p:cNvSpPr>
                <a:spLocks noChangeShapeType="1"/>
              </p:cNvSpPr>
              <p:nvPr/>
            </p:nvSpPr>
            <p:spPr bwMode="auto">
              <a:xfrm flipV="1">
                <a:off x="3744" y="720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293" name="Object 22"/>
              <p:cNvGraphicFramePr>
                <a:graphicFrameLocks noChangeAspect="1"/>
              </p:cNvGraphicFramePr>
              <p:nvPr/>
            </p:nvGraphicFramePr>
            <p:xfrm>
              <a:off x="5547" y="720"/>
              <a:ext cx="213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5" name="公式" r:id="rId14" imgW="91440" imgH="99264" progId="Equation.3">
                      <p:embed/>
                    </p:oleObj>
                  </mc:Choice>
                  <mc:Fallback>
                    <p:oleObj name="公式" r:id="rId14" imgW="91440" imgH="99264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47" y="720"/>
                            <a:ext cx="213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94" name="Line 37"/>
              <p:cNvSpPr>
                <a:spLocks noChangeShapeType="1"/>
              </p:cNvSpPr>
              <p:nvPr/>
            </p:nvSpPr>
            <p:spPr bwMode="auto">
              <a:xfrm>
                <a:off x="2976" y="768"/>
                <a:ext cx="25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5" name="Rectangle 38"/>
              <p:cNvSpPr>
                <a:spLocks noChangeArrowheads="1"/>
              </p:cNvSpPr>
              <p:nvPr/>
            </p:nvSpPr>
            <p:spPr bwMode="auto">
              <a:xfrm>
                <a:off x="3840" y="864"/>
                <a:ext cx="48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1296" name="Freeform 39"/>
              <p:cNvSpPr>
                <a:spLocks/>
              </p:cNvSpPr>
              <p:nvPr/>
            </p:nvSpPr>
            <p:spPr bwMode="auto">
              <a:xfrm>
                <a:off x="2880" y="864"/>
                <a:ext cx="768" cy="144"/>
              </a:xfrm>
              <a:custGeom>
                <a:avLst/>
                <a:gdLst>
                  <a:gd name="T0" fmla="*/ 0 w 432"/>
                  <a:gd name="T1" fmla="*/ 0 h 192"/>
                  <a:gd name="T2" fmla="*/ 7671 w 432"/>
                  <a:gd name="T3" fmla="*/ 0 h 192"/>
                  <a:gd name="T4" fmla="*/ 7671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7" name="Freeform 40"/>
              <p:cNvSpPr>
                <a:spLocks/>
              </p:cNvSpPr>
              <p:nvPr/>
            </p:nvSpPr>
            <p:spPr bwMode="auto">
              <a:xfrm rot="10800000">
                <a:off x="4464" y="864"/>
                <a:ext cx="912" cy="144"/>
              </a:xfrm>
              <a:custGeom>
                <a:avLst/>
                <a:gdLst>
                  <a:gd name="T0" fmla="*/ 0 w 432"/>
                  <a:gd name="T1" fmla="*/ 0 h 192"/>
                  <a:gd name="T2" fmla="*/ 18113 w 432"/>
                  <a:gd name="T3" fmla="*/ 0 h 192"/>
                  <a:gd name="T4" fmla="*/ 18113 w 432"/>
                  <a:gd name="T5" fmla="*/ 46 h 192"/>
                  <a:gd name="T6" fmla="*/ 0 w 432"/>
                  <a:gd name="T7" fmla="*/ 46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" h="192">
                    <a:moveTo>
                      <a:pt x="0" y="0"/>
                    </a:moveTo>
                    <a:lnTo>
                      <a:pt x="432" y="0"/>
                    </a:lnTo>
                    <a:lnTo>
                      <a:pt x="432" y="192"/>
                    </a:lnTo>
                    <a:lnTo>
                      <a:pt x="0" y="192"/>
                    </a:ln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8" name="Line 45"/>
              <p:cNvSpPr>
                <a:spLocks noChangeShapeType="1"/>
              </p:cNvSpPr>
              <p:nvPr/>
            </p:nvSpPr>
            <p:spPr bwMode="auto">
              <a:xfrm flipV="1">
                <a:off x="4416" y="720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299" name="Object 50"/>
              <p:cNvGraphicFramePr>
                <a:graphicFrameLocks noChangeAspect="1"/>
              </p:cNvGraphicFramePr>
              <p:nvPr/>
            </p:nvGraphicFramePr>
            <p:xfrm>
              <a:off x="3600" y="480"/>
              <a:ext cx="213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6" name="公式" r:id="rId16" imgW="91440" imgH="99264" progId="Equation.3">
                      <p:embed/>
                    </p:oleObj>
                  </mc:Choice>
                  <mc:Fallback>
                    <p:oleObj name="公式" r:id="rId16" imgW="91440" imgH="99264" progId="Equation.3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480"/>
                            <a:ext cx="213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0" name="Object 51"/>
              <p:cNvGraphicFramePr>
                <a:graphicFrameLocks noChangeAspect="1"/>
              </p:cNvGraphicFramePr>
              <p:nvPr/>
            </p:nvGraphicFramePr>
            <p:xfrm>
              <a:off x="4176" y="480"/>
              <a:ext cx="688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7" name="公式" r:id="rId18" imgW="365760" imgH="137019" progId="Equation.3">
                      <p:embed/>
                    </p:oleObj>
                  </mc:Choice>
                  <mc:Fallback>
                    <p:oleObj name="公式" r:id="rId18" imgW="365760" imgH="137019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480"/>
                            <a:ext cx="688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1" name="Oval 52"/>
              <p:cNvSpPr>
                <a:spLocks noChangeArrowheads="1"/>
              </p:cNvSpPr>
              <p:nvPr/>
            </p:nvSpPr>
            <p:spPr bwMode="auto">
              <a:xfrm>
                <a:off x="3696" y="720"/>
                <a:ext cx="96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1302" name="Oval 53"/>
              <p:cNvSpPr>
                <a:spLocks noChangeArrowheads="1"/>
              </p:cNvSpPr>
              <p:nvPr/>
            </p:nvSpPr>
            <p:spPr bwMode="auto">
              <a:xfrm>
                <a:off x="4368" y="720"/>
                <a:ext cx="96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</p:grpSp>
        <p:graphicFrame>
          <p:nvGraphicFramePr>
            <p:cNvPr id="31954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987160"/>
                </p:ext>
              </p:extLst>
            </p:nvPr>
          </p:nvGraphicFramePr>
          <p:xfrm>
            <a:off x="7532688" y="1676400"/>
            <a:ext cx="1611312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458" name="公式" r:id="rId20" imgW="556295" imgH="167561" progId="Equation.3">
                    <p:embed/>
                  </p:oleObj>
                </mc:Choice>
                <mc:Fallback>
                  <p:oleObj name="公式" r:id="rId20" imgW="556295" imgH="167561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2688" y="1676400"/>
                          <a:ext cx="1611312" cy="515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9558" name="Group 70"/>
            <p:cNvGrpSpPr>
              <a:grpSpLocks/>
            </p:cNvGrpSpPr>
            <p:nvPr/>
          </p:nvGrpSpPr>
          <p:grpSpPr bwMode="auto">
            <a:xfrm>
              <a:off x="5029200" y="2651125"/>
              <a:ext cx="3073400" cy="450850"/>
              <a:chOff x="3168" y="1670"/>
              <a:chExt cx="1936" cy="284"/>
            </a:xfrm>
          </p:grpSpPr>
          <p:graphicFrame>
            <p:nvGraphicFramePr>
              <p:cNvPr id="11289" name="Object 25"/>
              <p:cNvGraphicFramePr>
                <a:graphicFrameLocks noChangeAspect="1"/>
              </p:cNvGraphicFramePr>
              <p:nvPr/>
            </p:nvGraphicFramePr>
            <p:xfrm>
              <a:off x="3168" y="1680"/>
              <a:ext cx="25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59" name="公式" r:id="rId22" imgW="114406" imgH="129383" progId="Equation.3">
                      <p:embed/>
                    </p:oleObj>
                  </mc:Choice>
                  <mc:Fallback>
                    <p:oleObj name="公式" r:id="rId22" imgW="114406" imgH="129383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680"/>
                            <a:ext cx="25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0" name="Object 60"/>
              <p:cNvGraphicFramePr>
                <a:graphicFrameLocks noChangeAspect="1"/>
              </p:cNvGraphicFramePr>
              <p:nvPr/>
            </p:nvGraphicFramePr>
            <p:xfrm>
              <a:off x="4080" y="1680"/>
              <a:ext cx="25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60" name="公式" r:id="rId24" imgW="114406" imgH="129383" progId="Equation.3">
                      <p:embed/>
                    </p:oleObj>
                  </mc:Choice>
                  <mc:Fallback>
                    <p:oleObj name="公式" r:id="rId24" imgW="114406" imgH="129383" progId="Equation.3">
                      <p:embed/>
                      <p:pic>
                        <p:nvPicPr>
                          <p:cNvPr id="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680"/>
                            <a:ext cx="25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1" name="Object 61"/>
              <p:cNvGraphicFramePr>
                <a:graphicFrameLocks noChangeAspect="1"/>
              </p:cNvGraphicFramePr>
              <p:nvPr/>
            </p:nvGraphicFramePr>
            <p:xfrm>
              <a:off x="4848" y="1670"/>
              <a:ext cx="256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61" name="公式" r:id="rId26" imgW="114406" imgH="137019" progId="Equation.3">
                      <p:embed/>
                    </p:oleObj>
                  </mc:Choice>
                  <mc:Fallback>
                    <p:oleObj name="公式" r:id="rId26" imgW="114406" imgH="137019" progId="Equation.3">
                      <p:embed/>
                      <p:pic>
                        <p:nvPicPr>
                          <p:cNvPr id="0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1670"/>
                            <a:ext cx="256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19550" name="Line 62"/>
          <p:cNvSpPr>
            <a:spLocks noChangeShapeType="1"/>
          </p:cNvSpPr>
          <p:nvPr/>
        </p:nvSpPr>
        <p:spPr bwMode="auto">
          <a:xfrm flipH="1">
            <a:off x="3886200" y="0"/>
            <a:ext cx="0" cy="34290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9551" name="Rectangle 63"/>
          <p:cNvSpPr>
            <a:spLocks noChangeArrowheads="1"/>
          </p:cNvSpPr>
          <p:nvPr/>
        </p:nvSpPr>
        <p:spPr bwMode="auto">
          <a:xfrm>
            <a:off x="0" y="2205038"/>
            <a:ext cx="312420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时刻，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段（长度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dx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）伸长</a:t>
            </a:r>
          </a:p>
        </p:txBody>
      </p:sp>
      <p:sp>
        <p:nvSpPr>
          <p:cNvPr id="319552" name="Rectangle 64"/>
          <p:cNvSpPr>
            <a:spLocks noChangeArrowheads="1"/>
          </p:cNvSpPr>
          <p:nvPr/>
        </p:nvSpPr>
        <p:spPr bwMode="auto">
          <a:xfrm>
            <a:off x="0" y="4354503"/>
            <a:ext cx="2133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相对伸长（应变）</a:t>
            </a:r>
          </a:p>
        </p:txBody>
      </p:sp>
      <p:graphicFrame>
        <p:nvGraphicFramePr>
          <p:cNvPr id="319553" name="Object 65"/>
          <p:cNvGraphicFramePr>
            <a:graphicFrameLocks noChangeAspect="1"/>
          </p:cNvGraphicFramePr>
          <p:nvPr/>
        </p:nvGraphicFramePr>
        <p:xfrm>
          <a:off x="2514600" y="4267200"/>
          <a:ext cx="36576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2" name="公式" r:id="rId28" imgW="1181065" imgH="358030" progId="Equation.3">
                  <p:embed/>
                </p:oleObj>
              </mc:Choice>
              <mc:Fallback>
                <p:oleObj name="公式" r:id="rId28" imgW="1181065" imgH="35803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36576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54" name="Object 66"/>
          <p:cNvGraphicFramePr>
            <a:graphicFrameLocks noChangeAspect="1"/>
          </p:cNvGraphicFramePr>
          <p:nvPr/>
        </p:nvGraphicFramePr>
        <p:xfrm>
          <a:off x="6172200" y="4267200"/>
          <a:ext cx="10239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3" name="公式" r:id="rId30" imgW="304942" imgH="358030" progId="Equation.3">
                  <p:embed/>
                </p:oleObj>
              </mc:Choice>
              <mc:Fallback>
                <p:oleObj name="公式" r:id="rId30" imgW="304942" imgH="35803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267200"/>
                        <a:ext cx="10239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55" name="Rectangle 67"/>
          <p:cNvSpPr>
            <a:spLocks noChangeArrowheads="1"/>
          </p:cNvSpPr>
          <p:nvPr/>
        </p:nvSpPr>
        <p:spPr bwMode="auto">
          <a:xfrm>
            <a:off x="0" y="5410200"/>
            <a:ext cx="3352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事实上，相对伸长是位置的函数，如</a:t>
            </a:r>
          </a:p>
        </p:txBody>
      </p:sp>
      <p:graphicFrame>
        <p:nvGraphicFramePr>
          <p:cNvPr id="319556" name="Object 68"/>
          <p:cNvGraphicFramePr>
            <a:graphicFrameLocks noChangeAspect="1"/>
          </p:cNvGraphicFramePr>
          <p:nvPr/>
        </p:nvGraphicFramePr>
        <p:xfrm>
          <a:off x="3429000" y="5486400"/>
          <a:ext cx="10239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4" name="公式" r:id="rId32" imgW="304942" imgH="358030" progId="Equation.3">
                  <p:embed/>
                </p:oleObj>
              </mc:Choice>
              <mc:Fallback>
                <p:oleObj name="公式" r:id="rId32" imgW="304942" imgH="35803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86400"/>
                        <a:ext cx="10239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57" name="Object 69"/>
          <p:cNvGraphicFramePr>
            <a:graphicFrameLocks noChangeAspect="1"/>
          </p:cNvGraphicFramePr>
          <p:nvPr/>
        </p:nvGraphicFramePr>
        <p:xfrm>
          <a:off x="5486400" y="5486400"/>
          <a:ext cx="14811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5" name="公式" r:id="rId34" imgW="457200" imgH="358030" progId="Equation.3">
                  <p:embed/>
                </p:oleObj>
              </mc:Choice>
              <mc:Fallback>
                <p:oleObj name="公式" r:id="rId34" imgW="457200" imgH="35803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486400"/>
                        <a:ext cx="14811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031"/>
          <p:cNvSpPr>
            <a:spLocks noChangeShapeType="1"/>
          </p:cNvSpPr>
          <p:nvPr/>
        </p:nvSpPr>
        <p:spPr bwMode="auto">
          <a:xfrm flipH="1">
            <a:off x="3886200" y="3429000"/>
            <a:ext cx="5257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Line 1066"/>
          <p:cNvSpPr>
            <a:spLocks noChangeShapeType="1"/>
          </p:cNvSpPr>
          <p:nvPr/>
        </p:nvSpPr>
        <p:spPr bwMode="auto">
          <a:xfrm flipH="1">
            <a:off x="3886200" y="0"/>
            <a:ext cx="0" cy="34290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" name="Rectangle 1068"/>
          <p:cNvSpPr>
            <a:spLocks noChangeArrowheads="1"/>
          </p:cNvSpPr>
          <p:nvPr/>
        </p:nvSpPr>
        <p:spPr bwMode="auto">
          <a:xfrm>
            <a:off x="228600" y="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相对伸长</a:t>
            </a:r>
          </a:p>
        </p:txBody>
      </p:sp>
      <p:sp>
        <p:nvSpPr>
          <p:cNvPr id="320559" name="Rectangle 1071"/>
          <p:cNvSpPr>
            <a:spLocks noChangeArrowheads="1"/>
          </p:cNvSpPr>
          <p:nvPr/>
        </p:nvSpPr>
        <p:spPr bwMode="auto">
          <a:xfrm>
            <a:off x="0" y="1906588"/>
            <a:ext cx="37338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由胡克定律，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两端的张应力（单位横截面的力）分别为</a:t>
            </a:r>
          </a:p>
        </p:txBody>
      </p:sp>
      <p:graphicFrame>
        <p:nvGraphicFramePr>
          <p:cNvPr id="13318" name="Object 1072"/>
          <p:cNvGraphicFramePr>
            <a:graphicFrameLocks noChangeAspect="1"/>
          </p:cNvGraphicFramePr>
          <p:nvPr/>
        </p:nvGraphicFramePr>
        <p:xfrm>
          <a:off x="381000" y="685800"/>
          <a:ext cx="10239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2" name="公式" r:id="rId3" imgW="304942" imgH="358030" progId="Equation.3">
                  <p:embed/>
                </p:oleObj>
              </mc:Choice>
              <mc:Fallback>
                <p:oleObj name="公式" r:id="rId3" imgW="304942" imgH="358030" progId="Equation.3">
                  <p:embed/>
                  <p:pic>
                    <p:nvPicPr>
                      <p:cNvPr id="0" name="Object 10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85800"/>
                        <a:ext cx="10239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073"/>
          <p:cNvGraphicFramePr>
            <a:graphicFrameLocks noChangeAspect="1"/>
          </p:cNvGraphicFramePr>
          <p:nvPr/>
        </p:nvGraphicFramePr>
        <p:xfrm>
          <a:off x="2133600" y="685800"/>
          <a:ext cx="14811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3" name="公式" r:id="rId5" imgW="457200" imgH="358030" progId="Equation.3">
                  <p:embed/>
                </p:oleObj>
              </mc:Choice>
              <mc:Fallback>
                <p:oleObj name="公式" r:id="rId5" imgW="457200" imgH="358030" progId="Equation.3">
                  <p:embed/>
                  <p:pic>
                    <p:nvPicPr>
                      <p:cNvPr id="0" name="Object 1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85800"/>
                        <a:ext cx="14811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62" name="Object 1074"/>
          <p:cNvGraphicFramePr>
            <a:graphicFrameLocks noChangeAspect="1"/>
          </p:cNvGraphicFramePr>
          <p:nvPr/>
        </p:nvGraphicFramePr>
        <p:xfrm>
          <a:off x="55563" y="3429000"/>
          <a:ext cx="13716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4" name="公式" r:id="rId7" imgW="418923" imgH="358030" progId="Equation.3">
                  <p:embed/>
                </p:oleObj>
              </mc:Choice>
              <mc:Fallback>
                <p:oleObj name="公式" r:id="rId7" imgW="418923" imgH="358030" progId="Equation.3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3" y="3429000"/>
                        <a:ext cx="13716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63" name="Object 1075"/>
          <p:cNvGraphicFramePr>
            <a:graphicFrameLocks noChangeAspect="1"/>
          </p:cNvGraphicFramePr>
          <p:nvPr/>
        </p:nvGraphicFramePr>
        <p:xfrm>
          <a:off x="2265363" y="3352800"/>
          <a:ext cx="18288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5" name="公式" r:id="rId9" imgW="571606" imgH="358030" progId="Equation.3">
                  <p:embed/>
                </p:oleObj>
              </mc:Choice>
              <mc:Fallback>
                <p:oleObj name="公式" r:id="rId9" imgW="571606" imgH="358030" progId="Equation.3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3352800"/>
                        <a:ext cx="18288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64" name="Rectangle 1076"/>
          <p:cNvSpPr>
            <a:spLocks noChangeArrowheads="1"/>
          </p:cNvSpPr>
          <p:nvPr/>
        </p:nvSpPr>
        <p:spPr bwMode="auto">
          <a:xfrm>
            <a:off x="0" y="472440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段运动方程为</a:t>
            </a:r>
          </a:p>
        </p:txBody>
      </p:sp>
      <p:graphicFrame>
        <p:nvGraphicFramePr>
          <p:cNvPr id="320565" name="Object 1077"/>
          <p:cNvGraphicFramePr>
            <a:graphicFrameLocks noChangeAspect="1"/>
          </p:cNvGraphicFramePr>
          <p:nvPr/>
        </p:nvGraphicFramePr>
        <p:xfrm>
          <a:off x="2743200" y="4419600"/>
          <a:ext cx="640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6" name="公式" r:id="rId11" imgW="2095465" imgH="380937" progId="Equation.3">
                  <p:embed/>
                </p:oleObj>
              </mc:Choice>
              <mc:Fallback>
                <p:oleObj name="公式" r:id="rId11" imgW="2095465" imgH="380937" progId="Equation.3">
                  <p:embed/>
                  <p:pic>
                    <p:nvPicPr>
                      <p:cNvPr id="0" name="Object 10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19600"/>
                        <a:ext cx="640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66" name="Object 1078"/>
          <p:cNvGraphicFramePr>
            <a:graphicFrameLocks noChangeAspect="1"/>
          </p:cNvGraphicFramePr>
          <p:nvPr/>
        </p:nvGraphicFramePr>
        <p:xfrm>
          <a:off x="2667000" y="5649913"/>
          <a:ext cx="3810000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7" name="公式" r:id="rId13" imgW="1234653" imgH="403844" progId="Equation.3">
                  <p:embed/>
                </p:oleObj>
              </mc:Choice>
              <mc:Fallback>
                <p:oleObj name="公式" r:id="rId13" imgW="1234653" imgH="403844" progId="Equation.3">
                  <p:embed/>
                  <p:pic>
                    <p:nvPicPr>
                      <p:cNvPr id="0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649913"/>
                        <a:ext cx="3810000" cy="120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5" name="Group 1079"/>
          <p:cNvGrpSpPr>
            <a:grpSpLocks/>
          </p:cNvGrpSpPr>
          <p:nvPr/>
        </p:nvGrpSpPr>
        <p:grpSpPr bwMode="auto">
          <a:xfrm>
            <a:off x="4565650" y="152400"/>
            <a:ext cx="4572000" cy="565150"/>
            <a:chOff x="2880" y="96"/>
            <a:chExt cx="2880" cy="356"/>
          </a:xfrm>
        </p:grpSpPr>
        <p:graphicFrame>
          <p:nvGraphicFramePr>
            <p:cNvPr id="13357" name="Object 1080"/>
            <p:cNvGraphicFramePr>
              <a:graphicFrameLocks noChangeAspect="1"/>
            </p:cNvGraphicFramePr>
            <p:nvPr/>
          </p:nvGraphicFramePr>
          <p:xfrm>
            <a:off x="5482" y="144"/>
            <a:ext cx="27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88" name="公式" r:id="rId15" imgW="129717" imgH="152290" progId="Equation.3">
                    <p:embed/>
                  </p:oleObj>
                </mc:Choice>
                <mc:Fallback>
                  <p:oleObj name="公式" r:id="rId15" imgW="129717" imgH="152290" progId="Equation.3">
                    <p:embed/>
                    <p:pic>
                      <p:nvPicPr>
                        <p:cNvPr id="0" name="Object 10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2" y="144"/>
                          <a:ext cx="27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8" name="AutoShape 1081"/>
            <p:cNvSpPr>
              <a:spLocks noChangeArrowheads="1"/>
            </p:cNvSpPr>
            <p:nvPr/>
          </p:nvSpPr>
          <p:spPr bwMode="auto">
            <a:xfrm>
              <a:off x="2880" y="96"/>
              <a:ext cx="2352" cy="336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3359" name="Line 1082"/>
            <p:cNvSpPr>
              <a:spLocks noChangeShapeType="1"/>
            </p:cNvSpPr>
            <p:nvPr/>
          </p:nvSpPr>
          <p:spPr bwMode="auto">
            <a:xfrm>
              <a:off x="5184" y="336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326" name="Group 1083"/>
          <p:cNvGrpSpPr>
            <a:grpSpLocks/>
          </p:cNvGrpSpPr>
          <p:nvPr/>
        </p:nvGrpSpPr>
        <p:grpSpPr bwMode="auto">
          <a:xfrm>
            <a:off x="4718050" y="2286000"/>
            <a:ext cx="4343400" cy="228600"/>
            <a:chOff x="2976" y="1440"/>
            <a:chExt cx="2736" cy="144"/>
          </a:xfrm>
        </p:grpSpPr>
        <p:sp>
          <p:nvSpPr>
            <p:cNvPr id="13354" name="Rectangle 1084"/>
            <p:cNvSpPr>
              <a:spLocks noChangeArrowheads="1"/>
            </p:cNvSpPr>
            <p:nvPr/>
          </p:nvSpPr>
          <p:spPr bwMode="auto">
            <a:xfrm>
              <a:off x="3984" y="1440"/>
              <a:ext cx="523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3355" name="Freeform 1085"/>
            <p:cNvSpPr>
              <a:spLocks/>
            </p:cNvSpPr>
            <p:nvPr/>
          </p:nvSpPr>
          <p:spPr bwMode="auto">
            <a:xfrm>
              <a:off x="2976" y="1440"/>
              <a:ext cx="930" cy="144"/>
            </a:xfrm>
            <a:custGeom>
              <a:avLst/>
              <a:gdLst>
                <a:gd name="T0" fmla="*/ 0 w 432"/>
                <a:gd name="T1" fmla="*/ 0 h 192"/>
                <a:gd name="T2" fmla="*/ 19973 w 432"/>
                <a:gd name="T3" fmla="*/ 0 h 192"/>
                <a:gd name="T4" fmla="*/ 19973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Freeform 1086"/>
            <p:cNvSpPr>
              <a:spLocks/>
            </p:cNvSpPr>
            <p:nvPr/>
          </p:nvSpPr>
          <p:spPr bwMode="auto">
            <a:xfrm rot="10800000">
              <a:off x="4608" y="1440"/>
              <a:ext cx="1104" cy="144"/>
            </a:xfrm>
            <a:custGeom>
              <a:avLst/>
              <a:gdLst>
                <a:gd name="T0" fmla="*/ 0 w 432"/>
                <a:gd name="T1" fmla="*/ 0 h 192"/>
                <a:gd name="T2" fmla="*/ 47081 w 432"/>
                <a:gd name="T3" fmla="*/ 0 h 192"/>
                <a:gd name="T4" fmla="*/ 47081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27" name="Line 1087"/>
          <p:cNvSpPr>
            <a:spLocks noChangeShapeType="1"/>
          </p:cNvSpPr>
          <p:nvPr/>
        </p:nvSpPr>
        <p:spPr bwMode="auto">
          <a:xfrm flipV="1">
            <a:off x="6242050" y="19050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088"/>
          <p:cNvSpPr>
            <a:spLocks noChangeShapeType="1"/>
          </p:cNvSpPr>
          <p:nvPr/>
        </p:nvSpPr>
        <p:spPr bwMode="auto">
          <a:xfrm flipV="1">
            <a:off x="7232650" y="17526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29" name="Group 1089"/>
          <p:cNvGrpSpPr>
            <a:grpSpLocks/>
          </p:cNvGrpSpPr>
          <p:nvPr/>
        </p:nvGrpSpPr>
        <p:grpSpPr bwMode="auto">
          <a:xfrm>
            <a:off x="4841875" y="1655763"/>
            <a:ext cx="1781175" cy="515937"/>
            <a:chOff x="3054" y="1043"/>
            <a:chExt cx="1122" cy="325"/>
          </a:xfrm>
        </p:grpSpPr>
        <p:graphicFrame>
          <p:nvGraphicFramePr>
            <p:cNvPr id="13351" name="Object 1090"/>
            <p:cNvGraphicFramePr>
              <a:graphicFrameLocks noChangeAspect="1"/>
            </p:cNvGraphicFramePr>
            <p:nvPr/>
          </p:nvGraphicFramePr>
          <p:xfrm>
            <a:off x="3054" y="1043"/>
            <a:ext cx="537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89" name="公式" r:id="rId17" imgW="281975" imgH="167561" progId="Equation.3">
                    <p:embed/>
                  </p:oleObj>
                </mc:Choice>
                <mc:Fallback>
                  <p:oleObj name="公式" r:id="rId17" imgW="281975" imgH="167561" progId="Equation.3">
                    <p:embed/>
                    <p:pic>
                      <p:nvPicPr>
                        <p:cNvPr id="0" name="Object 1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4" y="1043"/>
                          <a:ext cx="537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2" name="Line 1091"/>
            <p:cNvSpPr>
              <a:spLocks noChangeShapeType="1"/>
            </p:cNvSpPr>
            <p:nvPr/>
          </p:nvSpPr>
          <p:spPr bwMode="auto">
            <a:xfrm flipH="1">
              <a:off x="3456" y="134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3" name="Line 1092"/>
            <p:cNvSpPr>
              <a:spLocks noChangeShapeType="1"/>
            </p:cNvSpPr>
            <p:nvPr/>
          </p:nvSpPr>
          <p:spPr bwMode="auto">
            <a:xfrm>
              <a:off x="3936" y="134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330" name="Group 1093"/>
          <p:cNvGrpSpPr>
            <a:grpSpLocks/>
          </p:cNvGrpSpPr>
          <p:nvPr/>
        </p:nvGrpSpPr>
        <p:grpSpPr bwMode="auto">
          <a:xfrm>
            <a:off x="6470650" y="1905000"/>
            <a:ext cx="1143000" cy="0"/>
            <a:chOff x="4080" y="1200"/>
            <a:chExt cx="720" cy="0"/>
          </a:xfrm>
        </p:grpSpPr>
        <p:sp>
          <p:nvSpPr>
            <p:cNvPr id="13349" name="Line 1094"/>
            <p:cNvSpPr>
              <a:spLocks noChangeShapeType="1"/>
            </p:cNvSpPr>
            <p:nvPr/>
          </p:nvSpPr>
          <p:spPr bwMode="auto">
            <a:xfrm flipH="1">
              <a:off x="4080" y="12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0" name="Line 1095"/>
            <p:cNvSpPr>
              <a:spLocks noChangeShapeType="1"/>
            </p:cNvSpPr>
            <p:nvPr/>
          </p:nvSpPr>
          <p:spPr bwMode="auto">
            <a:xfrm>
              <a:off x="4560" y="120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331" name="Group 1096"/>
          <p:cNvGrpSpPr>
            <a:grpSpLocks/>
          </p:cNvGrpSpPr>
          <p:nvPr/>
        </p:nvGrpSpPr>
        <p:grpSpPr bwMode="auto">
          <a:xfrm>
            <a:off x="4565650" y="762000"/>
            <a:ext cx="4572000" cy="1447800"/>
            <a:chOff x="2880" y="480"/>
            <a:chExt cx="2880" cy="912"/>
          </a:xfrm>
        </p:grpSpPr>
        <p:sp>
          <p:nvSpPr>
            <p:cNvPr id="13338" name="Line 1097"/>
            <p:cNvSpPr>
              <a:spLocks noChangeShapeType="1"/>
            </p:cNvSpPr>
            <p:nvPr/>
          </p:nvSpPr>
          <p:spPr bwMode="auto">
            <a:xfrm flipV="1">
              <a:off x="3744" y="720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9" name="Object 1098"/>
            <p:cNvGraphicFramePr>
              <a:graphicFrameLocks noChangeAspect="1"/>
            </p:cNvGraphicFramePr>
            <p:nvPr/>
          </p:nvGraphicFramePr>
          <p:xfrm>
            <a:off x="5547" y="720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0" name="公式" r:id="rId19" imgW="91440" imgH="99264" progId="Equation.3">
                    <p:embed/>
                  </p:oleObj>
                </mc:Choice>
                <mc:Fallback>
                  <p:oleObj name="公式" r:id="rId19" imgW="91440" imgH="99264" progId="Equation.3">
                    <p:embed/>
                    <p:pic>
                      <p:nvPicPr>
                        <p:cNvPr id="0" name="Object 1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7" y="720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0" name="Line 1099"/>
            <p:cNvSpPr>
              <a:spLocks noChangeShapeType="1"/>
            </p:cNvSpPr>
            <p:nvPr/>
          </p:nvSpPr>
          <p:spPr bwMode="auto">
            <a:xfrm>
              <a:off x="2976" y="768"/>
              <a:ext cx="25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1" name="Rectangle 1100"/>
            <p:cNvSpPr>
              <a:spLocks noChangeArrowheads="1"/>
            </p:cNvSpPr>
            <p:nvPr/>
          </p:nvSpPr>
          <p:spPr bwMode="auto">
            <a:xfrm>
              <a:off x="3840" y="864"/>
              <a:ext cx="480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3342" name="Freeform 1101"/>
            <p:cNvSpPr>
              <a:spLocks/>
            </p:cNvSpPr>
            <p:nvPr/>
          </p:nvSpPr>
          <p:spPr bwMode="auto">
            <a:xfrm>
              <a:off x="2880" y="864"/>
              <a:ext cx="768" cy="144"/>
            </a:xfrm>
            <a:custGeom>
              <a:avLst/>
              <a:gdLst>
                <a:gd name="T0" fmla="*/ 0 w 432"/>
                <a:gd name="T1" fmla="*/ 0 h 192"/>
                <a:gd name="T2" fmla="*/ 7671 w 432"/>
                <a:gd name="T3" fmla="*/ 0 h 192"/>
                <a:gd name="T4" fmla="*/ 7671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3" name="Freeform 1102"/>
            <p:cNvSpPr>
              <a:spLocks/>
            </p:cNvSpPr>
            <p:nvPr/>
          </p:nvSpPr>
          <p:spPr bwMode="auto">
            <a:xfrm rot="10800000">
              <a:off x="4464" y="864"/>
              <a:ext cx="912" cy="144"/>
            </a:xfrm>
            <a:custGeom>
              <a:avLst/>
              <a:gdLst>
                <a:gd name="T0" fmla="*/ 0 w 432"/>
                <a:gd name="T1" fmla="*/ 0 h 192"/>
                <a:gd name="T2" fmla="*/ 18113 w 432"/>
                <a:gd name="T3" fmla="*/ 0 h 192"/>
                <a:gd name="T4" fmla="*/ 18113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4" name="Line 1103"/>
            <p:cNvSpPr>
              <a:spLocks noChangeShapeType="1"/>
            </p:cNvSpPr>
            <p:nvPr/>
          </p:nvSpPr>
          <p:spPr bwMode="auto">
            <a:xfrm flipV="1">
              <a:off x="4416" y="720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45" name="Object 1104"/>
            <p:cNvGraphicFramePr>
              <a:graphicFrameLocks noChangeAspect="1"/>
            </p:cNvGraphicFramePr>
            <p:nvPr/>
          </p:nvGraphicFramePr>
          <p:xfrm>
            <a:off x="3600" y="480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1" name="公式" r:id="rId21" imgW="91440" imgH="99264" progId="Equation.3">
                    <p:embed/>
                  </p:oleObj>
                </mc:Choice>
                <mc:Fallback>
                  <p:oleObj name="公式" r:id="rId21" imgW="91440" imgH="99264" progId="Equation.3">
                    <p:embed/>
                    <p:pic>
                      <p:nvPicPr>
                        <p:cNvPr id="0" name="Object 1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480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105"/>
            <p:cNvGraphicFramePr>
              <a:graphicFrameLocks noChangeAspect="1"/>
            </p:cNvGraphicFramePr>
            <p:nvPr/>
          </p:nvGraphicFramePr>
          <p:xfrm>
            <a:off x="4176" y="480"/>
            <a:ext cx="68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2" name="公式" r:id="rId23" imgW="365760" imgH="137019" progId="Equation.3">
                    <p:embed/>
                  </p:oleObj>
                </mc:Choice>
                <mc:Fallback>
                  <p:oleObj name="公式" r:id="rId23" imgW="365760" imgH="137019" progId="Equation.3">
                    <p:embed/>
                    <p:pic>
                      <p:nvPicPr>
                        <p:cNvPr id="0" name="Object 1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480"/>
                          <a:ext cx="68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7" name="Oval 1106"/>
            <p:cNvSpPr>
              <a:spLocks noChangeArrowheads="1"/>
            </p:cNvSpPr>
            <p:nvPr/>
          </p:nvSpPr>
          <p:spPr bwMode="auto">
            <a:xfrm>
              <a:off x="3696" y="720"/>
              <a:ext cx="96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3348" name="Oval 1107"/>
            <p:cNvSpPr>
              <a:spLocks noChangeArrowheads="1"/>
            </p:cNvSpPr>
            <p:nvPr/>
          </p:nvSpPr>
          <p:spPr bwMode="auto">
            <a:xfrm>
              <a:off x="4368" y="720"/>
              <a:ext cx="96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  <p:graphicFrame>
        <p:nvGraphicFramePr>
          <p:cNvPr id="13332" name="Object 1108"/>
          <p:cNvGraphicFramePr>
            <a:graphicFrameLocks noChangeAspect="1"/>
          </p:cNvGraphicFramePr>
          <p:nvPr/>
        </p:nvGraphicFramePr>
        <p:xfrm>
          <a:off x="7526338" y="1676400"/>
          <a:ext cx="16113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3" name="公式" r:id="rId25" imgW="556295" imgH="167561" progId="Equation.3">
                  <p:embed/>
                </p:oleObj>
              </mc:Choice>
              <mc:Fallback>
                <p:oleObj name="公式" r:id="rId25" imgW="556295" imgH="167561" progId="Equation.3">
                  <p:embed/>
                  <p:pic>
                    <p:nvPicPr>
                      <p:cNvPr id="0" name="Object 1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676400"/>
                        <a:ext cx="161131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33" name="Group 1109"/>
          <p:cNvGrpSpPr>
            <a:grpSpLocks/>
          </p:cNvGrpSpPr>
          <p:nvPr/>
        </p:nvGrpSpPr>
        <p:grpSpPr bwMode="auto">
          <a:xfrm>
            <a:off x="5022850" y="2651125"/>
            <a:ext cx="3073400" cy="450850"/>
            <a:chOff x="3168" y="1670"/>
            <a:chExt cx="1936" cy="284"/>
          </a:xfrm>
        </p:grpSpPr>
        <p:graphicFrame>
          <p:nvGraphicFramePr>
            <p:cNvPr id="13335" name="Object 1110"/>
            <p:cNvGraphicFramePr>
              <a:graphicFrameLocks noChangeAspect="1"/>
            </p:cNvGraphicFramePr>
            <p:nvPr/>
          </p:nvGraphicFramePr>
          <p:xfrm>
            <a:off x="3168" y="1680"/>
            <a:ext cx="25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4" name="公式" r:id="rId27" imgW="114406" imgH="129383" progId="Equation.3">
                    <p:embed/>
                  </p:oleObj>
                </mc:Choice>
                <mc:Fallback>
                  <p:oleObj name="公式" r:id="rId27" imgW="114406" imgH="129383" progId="Equation.3">
                    <p:embed/>
                    <p:pic>
                      <p:nvPicPr>
                        <p:cNvPr id="0" name="Object 1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680"/>
                          <a:ext cx="25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1111"/>
            <p:cNvGraphicFramePr>
              <a:graphicFrameLocks noChangeAspect="1"/>
            </p:cNvGraphicFramePr>
            <p:nvPr/>
          </p:nvGraphicFramePr>
          <p:xfrm>
            <a:off x="4080" y="1680"/>
            <a:ext cx="25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5" name="公式" r:id="rId29" imgW="114406" imgH="129383" progId="Equation.3">
                    <p:embed/>
                  </p:oleObj>
                </mc:Choice>
                <mc:Fallback>
                  <p:oleObj name="公式" r:id="rId29" imgW="114406" imgH="129383" progId="Equation.3">
                    <p:embed/>
                    <p:pic>
                      <p:nvPicPr>
                        <p:cNvPr id="0" name="Object 1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680"/>
                          <a:ext cx="25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7" name="Object 1112"/>
            <p:cNvGraphicFramePr>
              <a:graphicFrameLocks noChangeAspect="1"/>
            </p:cNvGraphicFramePr>
            <p:nvPr/>
          </p:nvGraphicFramePr>
          <p:xfrm>
            <a:off x="4848" y="1670"/>
            <a:ext cx="25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6" name="公式" r:id="rId31" imgW="114406" imgH="137019" progId="Equation.3">
                    <p:embed/>
                  </p:oleObj>
                </mc:Choice>
                <mc:Fallback>
                  <p:oleObj name="公式" r:id="rId31" imgW="114406" imgH="137019" progId="Equation.3">
                    <p:embed/>
                    <p:pic>
                      <p:nvPicPr>
                        <p:cNvPr id="0" name="Object 1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670"/>
                          <a:ext cx="25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4" name="文本框 1"/>
          <p:cNvSpPr txBox="1">
            <a:spLocks noChangeArrowheads="1"/>
          </p:cNvSpPr>
          <p:nvPr/>
        </p:nvSpPr>
        <p:spPr bwMode="auto">
          <a:xfrm>
            <a:off x="3994150" y="3468688"/>
            <a:ext cx="54022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注意区分</a:t>
            </a:r>
            <a:r>
              <a:rPr lang="en-US" altLang="zh-CN"/>
              <a:t>B</a:t>
            </a:r>
            <a:r>
              <a:rPr lang="zh-CN" altLang="en-US"/>
              <a:t>本身的张力（？）和</a:t>
            </a:r>
            <a:r>
              <a:rPr lang="en-US" altLang="zh-CN"/>
              <a:t>B</a:t>
            </a:r>
            <a:r>
              <a:rPr lang="zh-CN" altLang="en-US"/>
              <a:t>受到</a:t>
            </a:r>
            <a:r>
              <a:rPr lang="en-US" altLang="zh-CN"/>
              <a:t>AC</a:t>
            </a:r>
            <a:r>
              <a:rPr lang="zh-CN" altLang="en-US"/>
              <a:t>的张力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564146"/>
              </p:ext>
            </p:extLst>
          </p:nvPr>
        </p:nvGraphicFramePr>
        <p:xfrm>
          <a:off x="181848" y="5470525"/>
          <a:ext cx="1903334" cy="666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7" name="Equation" r:id="rId33" imgW="507960" imgH="177480" progId="Equation.DSMT4">
                  <p:embed/>
                </p:oleObj>
              </mc:Choice>
              <mc:Fallback>
                <p:oleObj name="Equation" r:id="rId33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81848" y="5470525"/>
                        <a:ext cx="1903334" cy="666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80" name="Rectangle 44"/>
          <p:cNvSpPr>
            <a:spLocks noChangeArrowheads="1"/>
          </p:cNvSpPr>
          <p:nvPr/>
        </p:nvSpPr>
        <p:spPr bwMode="auto">
          <a:xfrm>
            <a:off x="304800" y="228600"/>
            <a:ext cx="1676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段运动方程为</a:t>
            </a:r>
          </a:p>
        </p:txBody>
      </p:sp>
      <p:graphicFrame>
        <p:nvGraphicFramePr>
          <p:cNvPr id="321582" name="Object 46"/>
          <p:cNvGraphicFramePr>
            <a:graphicFrameLocks noChangeAspect="1"/>
          </p:cNvGraphicFramePr>
          <p:nvPr/>
        </p:nvGraphicFramePr>
        <p:xfrm>
          <a:off x="1828800" y="1905000"/>
          <a:ext cx="3810000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2" name="公式" r:id="rId3" imgW="1234653" imgH="403844" progId="Equation.3">
                  <p:embed/>
                </p:oleObj>
              </mc:Choice>
              <mc:Fallback>
                <p:oleObj name="公式" r:id="rId3" imgW="1234653" imgH="403844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3810000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83" name="Object 47"/>
          <p:cNvGraphicFramePr>
            <a:graphicFrameLocks noChangeAspect="1"/>
          </p:cNvGraphicFramePr>
          <p:nvPr/>
        </p:nvGraphicFramePr>
        <p:xfrm>
          <a:off x="6977063" y="1905000"/>
          <a:ext cx="21669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3" name="公式" r:id="rId5" imgW="686013" imgH="380937" progId="Equation.3">
                  <p:embed/>
                </p:oleObj>
              </mc:Choice>
              <mc:Fallback>
                <p:oleObj name="公式" r:id="rId5" imgW="686013" imgH="380937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63" y="1905000"/>
                        <a:ext cx="2166937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84" name="Object 48"/>
          <p:cNvGraphicFramePr>
            <a:graphicFrameLocks noChangeAspect="1"/>
          </p:cNvGraphicFramePr>
          <p:nvPr/>
        </p:nvGraphicFramePr>
        <p:xfrm>
          <a:off x="1828800" y="3657600"/>
          <a:ext cx="21669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4" name="公式" r:id="rId7" imgW="686013" imgH="190469" progId="Equation.3">
                  <p:embed/>
                </p:oleObj>
              </mc:Choice>
              <mc:Fallback>
                <p:oleObj name="公式" r:id="rId7" imgW="686013" imgH="19046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657600"/>
                        <a:ext cx="21669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86" name="Object 50"/>
          <p:cNvGraphicFramePr>
            <a:graphicFrameLocks noChangeAspect="1"/>
          </p:cNvGraphicFramePr>
          <p:nvPr/>
        </p:nvGraphicFramePr>
        <p:xfrm>
          <a:off x="1371600" y="4724400"/>
          <a:ext cx="15192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5" name="公式" r:id="rId9" imgW="480166" imgH="380937" progId="Equation.3">
                  <p:embed/>
                </p:oleObj>
              </mc:Choice>
              <mc:Fallback>
                <p:oleObj name="公式" r:id="rId9" imgW="480166" imgH="380937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24400"/>
                        <a:ext cx="15192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87" name="Object 51"/>
          <p:cNvGraphicFramePr>
            <a:graphicFrameLocks noChangeAspect="1"/>
          </p:cNvGraphicFramePr>
          <p:nvPr/>
        </p:nvGraphicFramePr>
        <p:xfrm>
          <a:off x="5105400" y="48768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6" name="公式" r:id="rId11" imgW="822960" imgH="205740" progId="Equation.3">
                  <p:embed/>
                </p:oleObj>
              </mc:Choice>
              <mc:Fallback>
                <p:oleObj name="公式" r:id="rId11" imgW="822960" imgH="20574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876800"/>
                        <a:ext cx="2514600" cy="660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88" name="Rectangle 52"/>
          <p:cNvSpPr>
            <a:spLocks noChangeArrowheads="1"/>
          </p:cNvSpPr>
          <p:nvPr/>
        </p:nvSpPr>
        <p:spPr bwMode="auto">
          <a:xfrm>
            <a:off x="533400" y="4953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21589" name="AutoShape 53"/>
          <p:cNvSpPr>
            <a:spLocks noChangeArrowheads="1"/>
          </p:cNvSpPr>
          <p:nvPr/>
        </p:nvSpPr>
        <p:spPr bwMode="auto">
          <a:xfrm>
            <a:off x="3657600" y="50292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1590" name="Object 54"/>
          <p:cNvGraphicFramePr>
            <a:graphicFrameLocks noChangeAspect="1"/>
          </p:cNvGraphicFramePr>
          <p:nvPr/>
        </p:nvGraphicFramePr>
        <p:xfrm>
          <a:off x="2133600" y="0"/>
          <a:ext cx="640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7" name="公式" r:id="rId13" imgW="2095465" imgH="380937" progId="Equation.3">
                  <p:embed/>
                </p:oleObj>
              </mc:Choice>
              <mc:Fallback>
                <p:oleObj name="公式" r:id="rId13" imgW="2095465" imgH="380937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0"/>
                        <a:ext cx="640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91" name="AutoShape 55"/>
          <p:cNvSpPr>
            <a:spLocks noChangeArrowheads="1"/>
          </p:cNvSpPr>
          <p:nvPr/>
        </p:nvSpPr>
        <p:spPr bwMode="auto">
          <a:xfrm>
            <a:off x="762000" y="23622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1592" name="AutoShape 56"/>
          <p:cNvSpPr>
            <a:spLocks noChangeArrowheads="1"/>
          </p:cNvSpPr>
          <p:nvPr/>
        </p:nvSpPr>
        <p:spPr bwMode="auto">
          <a:xfrm>
            <a:off x="5943600" y="22860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1593" name="AutoShape 57"/>
          <p:cNvSpPr>
            <a:spLocks noChangeArrowheads="1"/>
          </p:cNvSpPr>
          <p:nvPr/>
        </p:nvSpPr>
        <p:spPr bwMode="auto">
          <a:xfrm>
            <a:off x="838200" y="37338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71600" y="6006812"/>
            <a:ext cx="326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a</a:t>
            </a:r>
            <a:r>
              <a:rPr lang="zh-CN" altLang="en-US" dirty="0"/>
              <a:t>的量纲？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"/>
          <p:cNvSpPr>
            <a:spLocks noChangeArrowheads="1"/>
          </p:cNvSpPr>
          <p:nvPr/>
        </p:nvSpPr>
        <p:spPr bwMode="auto">
          <a:xfrm>
            <a:off x="323850" y="260350"/>
            <a:ext cx="42883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波动方程：横波，纵波</a:t>
            </a:r>
          </a:p>
        </p:txBody>
      </p:sp>
      <p:graphicFrame>
        <p:nvGraphicFramePr>
          <p:cNvPr id="3" name="Object 51"/>
          <p:cNvGraphicFramePr>
            <a:graphicFrameLocks noChangeAspect="1"/>
          </p:cNvGraphicFramePr>
          <p:nvPr/>
        </p:nvGraphicFramePr>
        <p:xfrm>
          <a:off x="2339975" y="1052513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6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052513"/>
                        <a:ext cx="2514600" cy="660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椭圆 3"/>
          <p:cNvSpPr>
            <a:spLocks noChangeArrowheads="1"/>
          </p:cNvSpPr>
          <p:nvPr/>
        </p:nvSpPr>
        <p:spPr bwMode="auto">
          <a:xfrm>
            <a:off x="2163763" y="846138"/>
            <a:ext cx="792162" cy="1150937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/>
        </p:nvGraphicFramePr>
        <p:xfrm>
          <a:off x="2351088" y="3429000"/>
          <a:ext cx="25431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7" name="Equation" r:id="rId5" imgW="838271" imgH="221011" progId="Equation.DSMT4">
                  <p:embed/>
                </p:oleObj>
              </mc:Choice>
              <mc:Fallback>
                <p:oleObj name="Equation" r:id="rId5" imgW="838271" imgH="221011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429000"/>
                        <a:ext cx="2543175" cy="6731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下箭头 5"/>
          <p:cNvSpPr>
            <a:spLocks noChangeArrowheads="1"/>
          </p:cNvSpPr>
          <p:nvPr/>
        </p:nvSpPr>
        <p:spPr bwMode="auto">
          <a:xfrm>
            <a:off x="3203575" y="1989138"/>
            <a:ext cx="576263" cy="1216025"/>
          </a:xfrm>
          <a:prstGeom prst="downArrow">
            <a:avLst>
              <a:gd name="adj1" fmla="val 50000"/>
              <a:gd name="adj2" fmla="val 5001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5367" name="文本框 6"/>
          <p:cNvSpPr txBox="1">
            <a:spLocks noChangeArrowheads="1"/>
          </p:cNvSpPr>
          <p:nvPr/>
        </p:nvSpPr>
        <p:spPr bwMode="auto">
          <a:xfrm>
            <a:off x="3779838" y="2278063"/>
            <a:ext cx="28797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三维推广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77339" y="3448285"/>
            <a:ext cx="326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a</a:t>
            </a:r>
            <a:r>
              <a:rPr lang="zh-CN" altLang="en-US" dirty="0"/>
              <a:t>为波速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5074" y="4325937"/>
            <a:ext cx="8589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补充材料：各向同性固体中的弹性波动方程</a:t>
            </a:r>
          </a:p>
        </p:txBody>
      </p:sp>
      <p:sp>
        <p:nvSpPr>
          <p:cNvPr id="4" name="矩形 3"/>
          <p:cNvSpPr/>
          <p:nvPr/>
        </p:nvSpPr>
        <p:spPr>
          <a:xfrm>
            <a:off x="44417" y="4911389"/>
            <a:ext cx="82089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zhuanlan.zhihu.com</a:t>
            </a:r>
            <a:r>
              <a:rPr lang="en-US" altLang="zh-CN" dirty="0"/>
              <a:t>/p/375966541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198" y="5468515"/>
            <a:ext cx="4783291" cy="12174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7781" y="2258474"/>
            <a:ext cx="2214813" cy="994406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 bwMode="auto">
          <a:xfrm>
            <a:off x="0" y="4221088"/>
            <a:ext cx="9144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/>
          <p:nvPr/>
        </p:nvCxnSpPr>
        <p:spPr bwMode="auto">
          <a:xfrm>
            <a:off x="6588224" y="0"/>
            <a:ext cx="0" cy="4221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文本框 6"/>
          <p:cNvSpPr txBox="1">
            <a:spLocks noChangeArrowheads="1"/>
          </p:cNvSpPr>
          <p:nvPr/>
        </p:nvSpPr>
        <p:spPr bwMode="auto">
          <a:xfrm>
            <a:off x="5940152" y="5538636"/>
            <a:ext cx="28797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两个横波</a:t>
            </a:r>
            <a:endParaRPr lang="en-US" altLang="zh-CN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一个纵波</a:t>
            </a:r>
          </a:p>
        </p:txBody>
      </p:sp>
      <p:sp>
        <p:nvSpPr>
          <p:cNvPr id="19" name="文本框 6"/>
          <p:cNvSpPr txBox="1">
            <a:spLocks noChangeArrowheads="1"/>
          </p:cNvSpPr>
          <p:nvPr/>
        </p:nvSpPr>
        <p:spPr bwMode="auto">
          <a:xfrm>
            <a:off x="6596608" y="1124417"/>
            <a:ext cx="28797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麦克斯韦</a:t>
            </a:r>
            <a:endParaRPr lang="en-US" altLang="zh-CN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电磁波方程</a:t>
            </a:r>
          </a:p>
        </p:txBody>
      </p:sp>
      <p:sp>
        <p:nvSpPr>
          <p:cNvPr id="20" name="文本框 6"/>
          <p:cNvSpPr txBox="1">
            <a:spLocks noChangeArrowheads="1"/>
          </p:cNvSpPr>
          <p:nvPr/>
        </p:nvSpPr>
        <p:spPr bwMode="auto">
          <a:xfrm>
            <a:off x="7190962" y="3411931"/>
            <a:ext cx="28797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横波解</a:t>
            </a:r>
          </a:p>
        </p:txBody>
      </p:sp>
      <p:sp>
        <p:nvSpPr>
          <p:cNvPr id="21" name="文本框 6"/>
          <p:cNvSpPr txBox="1">
            <a:spLocks noChangeArrowheads="1"/>
          </p:cNvSpPr>
          <p:nvPr/>
        </p:nvSpPr>
        <p:spPr bwMode="auto">
          <a:xfrm>
            <a:off x="-450104" y="2270039"/>
            <a:ext cx="28797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标量</a:t>
            </a:r>
            <a:endParaRPr lang="en-US" altLang="zh-CN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波动方程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40" name="Rectangle 8" descr="80%"/>
          <p:cNvSpPr>
            <a:spLocks noChangeArrowheads="1"/>
          </p:cNvSpPr>
          <p:nvPr/>
        </p:nvSpPr>
        <p:spPr bwMode="auto">
          <a:xfrm>
            <a:off x="300038" y="227013"/>
            <a:ext cx="2168525" cy="5222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、扩散方程</a:t>
            </a:r>
          </a:p>
        </p:txBody>
      </p:sp>
      <p:sp>
        <p:nvSpPr>
          <p:cNvPr id="274469" name="Rectangle 37"/>
          <p:cNvSpPr>
            <a:spLocks noChangeArrowheads="1"/>
          </p:cNvSpPr>
          <p:nvPr/>
        </p:nvSpPr>
        <p:spPr bwMode="auto">
          <a:xfrm>
            <a:off x="3048000" y="228600"/>
            <a:ext cx="4848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由于浓度不同引起的分子运动</a:t>
            </a:r>
          </a:p>
        </p:txBody>
      </p:sp>
      <p:graphicFrame>
        <p:nvGraphicFramePr>
          <p:cNvPr id="274482" name="Object 50"/>
          <p:cNvGraphicFramePr>
            <a:graphicFrameLocks noChangeAspect="1"/>
          </p:cNvGraphicFramePr>
          <p:nvPr/>
        </p:nvGraphicFramePr>
        <p:xfrm>
          <a:off x="6400800" y="1219200"/>
          <a:ext cx="229711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" name="公式" r:id="rId4" imgW="647735" imgH="167561" progId="Equation.3">
                  <p:embed/>
                </p:oleObj>
              </mc:Choice>
              <mc:Fallback>
                <p:oleObj name="公式" r:id="rId4" imgW="647735" imgH="167561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19200"/>
                        <a:ext cx="229711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85" name="Rectangle 53"/>
          <p:cNvSpPr>
            <a:spLocks noChangeArrowheads="1"/>
          </p:cNvSpPr>
          <p:nvPr/>
        </p:nvSpPr>
        <p:spPr bwMode="auto">
          <a:xfrm>
            <a:off x="228600" y="914400"/>
            <a:ext cx="5410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u="sng" dirty="0">
                <a:latin typeface="Book Antiqua" panose="02040602050305030304" pitchFamily="18" charset="0"/>
                <a:ea typeface="楷体_GB2312" pitchFamily="49" charset="-122"/>
              </a:rPr>
              <a:t>扩散流强度</a:t>
            </a:r>
            <a:r>
              <a:rPr lang="en-US" altLang="zh-CN" sz="2800" b="1" u="sng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q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，即单位 </a:t>
            </a:r>
            <a:r>
              <a:rPr lang="zh-CN" altLang="zh-CN" sz="2800" b="1" dirty="0">
                <a:latin typeface="Book Antiqua" panose="02040602050305030304" pitchFamily="18" charset="0"/>
                <a:ea typeface="楷体_GB2312" pitchFamily="49" charset="-122"/>
              </a:rPr>
              <a:t>时间内流过单位面积的分子数或质量，与</a:t>
            </a:r>
            <a:r>
              <a:rPr lang="zh-CN" altLang="zh-CN" sz="2800" b="1" u="sng" dirty="0">
                <a:latin typeface="Book Antiqua" panose="02040602050305030304" pitchFamily="18" charset="0"/>
                <a:ea typeface="楷体_GB2312" pitchFamily="49" charset="-122"/>
              </a:rPr>
              <a:t>浓度</a:t>
            </a:r>
            <a:r>
              <a:rPr lang="zh-CN" altLang="en-US" sz="2800" b="1" u="sng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u="sng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u(</a:t>
            </a:r>
            <a:r>
              <a:rPr lang="zh-CN" altLang="zh-CN" sz="2800" b="1" u="sng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单位体积内的粒子数）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zh-CN" sz="2800" b="1" dirty="0">
                <a:latin typeface="Book Antiqua" panose="02040602050305030304" pitchFamily="18" charset="0"/>
                <a:ea typeface="楷体_GB2312" pitchFamily="49" charset="-122"/>
              </a:rPr>
              <a:t>的下降成正比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74486" name="Rectangle 54"/>
          <p:cNvSpPr>
            <a:spLocks noChangeArrowheads="1"/>
          </p:cNvSpPr>
          <p:nvPr/>
        </p:nvSpPr>
        <p:spPr bwMode="auto">
          <a:xfrm>
            <a:off x="6303963" y="2209800"/>
            <a:ext cx="284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D </a:t>
            </a:r>
            <a:r>
              <a:rPr lang="zh-CN" altLang="zh-CN" sz="2800" b="1" dirty="0">
                <a:latin typeface="Book Antiqua" panose="02040602050305030304" pitchFamily="18" charset="0"/>
                <a:ea typeface="楷体_GB2312" pitchFamily="49" charset="-122"/>
              </a:rPr>
              <a:t>为扩散系数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4487" name="Object 55"/>
          <p:cNvGraphicFramePr>
            <a:graphicFrameLocks noChangeAspect="1"/>
          </p:cNvGraphicFramePr>
          <p:nvPr/>
        </p:nvGraphicFramePr>
        <p:xfrm>
          <a:off x="0" y="2895600"/>
          <a:ext cx="57435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7" name="公式" r:id="rId6" imgW="1676542" imgH="380937" progId="Equation.3">
                  <p:embed/>
                </p:oleObj>
              </mc:Choice>
              <mc:Fallback>
                <p:oleObj name="公式" r:id="rId6" imgW="1676542" imgH="380937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95600"/>
                        <a:ext cx="57435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88" name="Object 56"/>
          <p:cNvGraphicFramePr>
            <a:graphicFrameLocks noChangeAspect="1"/>
          </p:cNvGraphicFramePr>
          <p:nvPr/>
        </p:nvGraphicFramePr>
        <p:xfrm>
          <a:off x="0" y="4343400"/>
          <a:ext cx="25098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8" name="公式" r:id="rId8" imgW="708554" imgH="358030" progId="Equation.3">
                  <p:embed/>
                </p:oleObj>
              </mc:Choice>
              <mc:Fallback>
                <p:oleObj name="公式" r:id="rId8" imgW="708554" imgH="35803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43400"/>
                        <a:ext cx="250983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89" name="Object 57"/>
          <p:cNvGraphicFramePr>
            <a:graphicFrameLocks noChangeAspect="1"/>
          </p:cNvGraphicFramePr>
          <p:nvPr/>
        </p:nvGraphicFramePr>
        <p:xfrm>
          <a:off x="3352800" y="4267200"/>
          <a:ext cx="25098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9" name="公式" r:id="rId10" imgW="708554" imgH="380937" progId="Equation.3">
                  <p:embed/>
                </p:oleObj>
              </mc:Choice>
              <mc:Fallback>
                <p:oleObj name="公式" r:id="rId10" imgW="708554" imgH="380937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267200"/>
                        <a:ext cx="25098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90" name="Object 58"/>
          <p:cNvGraphicFramePr>
            <a:graphicFrameLocks noChangeAspect="1"/>
          </p:cNvGraphicFramePr>
          <p:nvPr/>
        </p:nvGraphicFramePr>
        <p:xfrm>
          <a:off x="6632575" y="4267200"/>
          <a:ext cx="25114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0" name="公式" r:id="rId12" imgW="708554" imgH="358030" progId="Equation.3">
                  <p:embed/>
                </p:oleObj>
              </mc:Choice>
              <mc:Fallback>
                <p:oleObj name="公式" r:id="rId12" imgW="708554" imgH="35803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4267200"/>
                        <a:ext cx="25114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91" name="Line 59"/>
          <p:cNvSpPr>
            <a:spLocks noChangeShapeType="1"/>
          </p:cNvSpPr>
          <p:nvPr/>
        </p:nvSpPr>
        <p:spPr bwMode="auto">
          <a:xfrm flipH="1" flipV="1">
            <a:off x="6096000" y="1600200"/>
            <a:ext cx="0" cy="22860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92" name="Line 60"/>
          <p:cNvSpPr>
            <a:spLocks noChangeShapeType="1"/>
          </p:cNvSpPr>
          <p:nvPr/>
        </p:nvSpPr>
        <p:spPr bwMode="auto">
          <a:xfrm flipH="1">
            <a:off x="6096000" y="4038600"/>
            <a:ext cx="3048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94" name="Rectangle 62"/>
          <p:cNvSpPr>
            <a:spLocks noChangeArrowheads="1"/>
          </p:cNvSpPr>
          <p:nvPr/>
        </p:nvSpPr>
        <p:spPr bwMode="auto">
          <a:xfrm>
            <a:off x="6303963" y="2743200"/>
            <a:ext cx="28400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负号表扩散方向与浓度梯度相反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4515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57813"/>
              </p:ext>
            </p:extLst>
          </p:nvPr>
        </p:nvGraphicFramePr>
        <p:xfrm>
          <a:off x="1434306" y="5157192"/>
          <a:ext cx="229711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" name="公式" r:id="rId14" imgW="647735" imgH="358030" progId="Equation.3">
                  <p:embed/>
                </p:oleObj>
              </mc:Choice>
              <mc:Fallback>
                <p:oleObj name="公式" r:id="rId14" imgW="647735" imgH="35803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306" y="5157192"/>
                        <a:ext cx="2297113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516" name="Rectangle 84"/>
          <p:cNvSpPr>
            <a:spLocks noChangeArrowheads="1"/>
          </p:cNvSpPr>
          <p:nvPr/>
        </p:nvSpPr>
        <p:spPr bwMode="auto">
          <a:xfrm>
            <a:off x="469900" y="563794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大小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328" y="683924"/>
            <a:ext cx="2187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菲克定律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73824" y="5572279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的量纲？</a:t>
            </a: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828" name="Object 1028"/>
          <p:cNvGraphicFramePr>
            <a:graphicFrameLocks noChangeAspect="1"/>
          </p:cNvGraphicFramePr>
          <p:nvPr/>
        </p:nvGraphicFramePr>
        <p:xfrm>
          <a:off x="5257800" y="2514600"/>
          <a:ext cx="195262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99" name="公式" r:id="rId3" imgW="548640" imgH="190469" progId="Equation.3">
                  <p:embed/>
                </p:oleObj>
              </mc:Choice>
              <mc:Fallback>
                <p:oleObj name="公式" r:id="rId3" imgW="548640" imgH="190469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195262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3" name="Object 1033"/>
          <p:cNvGraphicFramePr>
            <a:graphicFrameLocks noChangeAspect="1"/>
          </p:cNvGraphicFramePr>
          <p:nvPr/>
        </p:nvGraphicFramePr>
        <p:xfrm>
          <a:off x="0" y="304800"/>
          <a:ext cx="25098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0" name="公式" r:id="rId5" imgW="708554" imgH="358030" progId="Equation.3">
                  <p:embed/>
                </p:oleObj>
              </mc:Choice>
              <mc:Fallback>
                <p:oleObj name="公式" r:id="rId5" imgW="708554" imgH="35803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"/>
                        <a:ext cx="250983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4" name="Object 1034"/>
          <p:cNvGraphicFramePr>
            <a:graphicFrameLocks noChangeAspect="1"/>
          </p:cNvGraphicFramePr>
          <p:nvPr/>
        </p:nvGraphicFramePr>
        <p:xfrm>
          <a:off x="3200400" y="228600"/>
          <a:ext cx="25098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1" name="公式" r:id="rId7" imgW="708554" imgH="380937" progId="Equation.3">
                  <p:embed/>
                </p:oleObj>
              </mc:Choice>
              <mc:Fallback>
                <p:oleObj name="公式" r:id="rId7" imgW="708554" imgH="380937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28600"/>
                        <a:ext cx="25098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5" name="Object 1035"/>
          <p:cNvGraphicFramePr>
            <a:graphicFrameLocks noChangeAspect="1"/>
          </p:cNvGraphicFramePr>
          <p:nvPr/>
        </p:nvGraphicFramePr>
        <p:xfrm>
          <a:off x="6400800" y="304800"/>
          <a:ext cx="25114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2" name="公式" r:id="rId9" imgW="708554" imgH="358030" progId="Equation.3">
                  <p:embed/>
                </p:oleObj>
              </mc:Choice>
              <mc:Fallback>
                <p:oleObj name="公式" r:id="rId9" imgW="708554" imgH="35803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04800"/>
                        <a:ext cx="25114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38" name="Line 1038"/>
          <p:cNvSpPr>
            <a:spLocks noChangeShapeType="1"/>
          </p:cNvSpPr>
          <p:nvPr/>
        </p:nvSpPr>
        <p:spPr bwMode="auto">
          <a:xfrm flipH="1">
            <a:off x="0" y="1676400"/>
            <a:ext cx="891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3840" name="Group 1040"/>
          <p:cNvGrpSpPr>
            <a:grpSpLocks/>
          </p:cNvGrpSpPr>
          <p:nvPr/>
        </p:nvGrpSpPr>
        <p:grpSpPr bwMode="auto">
          <a:xfrm>
            <a:off x="0" y="3810000"/>
            <a:ext cx="4286250" cy="2133600"/>
            <a:chOff x="132" y="2976"/>
            <a:chExt cx="2700" cy="1344"/>
          </a:xfrm>
        </p:grpSpPr>
        <p:graphicFrame>
          <p:nvGraphicFramePr>
            <p:cNvPr id="17419" name="Object 1041"/>
            <p:cNvGraphicFramePr>
              <a:graphicFrameLocks noChangeAspect="1"/>
            </p:cNvGraphicFramePr>
            <p:nvPr/>
          </p:nvGraphicFramePr>
          <p:xfrm>
            <a:off x="745" y="3995"/>
            <a:ext cx="8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3" name="公式" r:id="rId11" imgW="472511" imgH="167561" progId="Equation.3">
                    <p:embed/>
                  </p:oleObj>
                </mc:Choice>
                <mc:Fallback>
                  <p:oleObj name="公式" r:id="rId11" imgW="472511" imgH="167561" progId="Equation.3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3995"/>
                          <a:ext cx="8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0" name="Line 1042"/>
            <p:cNvSpPr>
              <a:spLocks noChangeShapeType="1"/>
            </p:cNvSpPr>
            <p:nvPr/>
          </p:nvSpPr>
          <p:spPr bwMode="auto">
            <a:xfrm>
              <a:off x="720" y="4303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Line 1043"/>
            <p:cNvSpPr>
              <a:spLocks noChangeShapeType="1"/>
            </p:cNvSpPr>
            <p:nvPr/>
          </p:nvSpPr>
          <p:spPr bwMode="auto">
            <a:xfrm flipH="1" flipV="1">
              <a:off x="384" y="3775"/>
              <a:ext cx="33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Line 1044"/>
            <p:cNvSpPr>
              <a:spLocks noChangeShapeType="1"/>
            </p:cNvSpPr>
            <p:nvPr/>
          </p:nvSpPr>
          <p:spPr bwMode="auto">
            <a:xfrm flipV="1">
              <a:off x="720" y="3391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AutoShape 1045"/>
            <p:cNvSpPr>
              <a:spLocks noChangeArrowheads="1"/>
            </p:cNvSpPr>
            <p:nvPr/>
          </p:nvSpPr>
          <p:spPr bwMode="auto">
            <a:xfrm>
              <a:off x="1296" y="3247"/>
              <a:ext cx="960" cy="768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7424" name="Object 1046"/>
            <p:cNvGraphicFramePr>
              <a:graphicFrameLocks noChangeAspect="1"/>
            </p:cNvGraphicFramePr>
            <p:nvPr/>
          </p:nvGraphicFramePr>
          <p:xfrm>
            <a:off x="2256" y="4095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4" name="公式" r:id="rId13" imgW="91440" imgH="99264" progId="Equation.3">
                    <p:embed/>
                  </p:oleObj>
                </mc:Choice>
                <mc:Fallback>
                  <p:oleObj name="公式" r:id="rId13" imgW="91440" imgH="99264" progId="Equation.3">
                    <p:embed/>
                    <p:pic>
                      <p:nvPicPr>
                        <p:cNvPr id="0" name="Object 10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4095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5" name="Object 1047"/>
            <p:cNvGraphicFramePr>
              <a:graphicFrameLocks noChangeAspect="1"/>
            </p:cNvGraphicFramePr>
            <p:nvPr/>
          </p:nvGraphicFramePr>
          <p:xfrm>
            <a:off x="132" y="3533"/>
            <a:ext cx="2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5" name="公式" r:id="rId15" imgW="99095" imgH="129383" progId="Equation.3">
                    <p:embed/>
                  </p:oleObj>
                </mc:Choice>
                <mc:Fallback>
                  <p:oleObj name="公式" r:id="rId15" imgW="99095" imgH="129383" progId="Equation.3">
                    <p:embed/>
                    <p:pic>
                      <p:nvPicPr>
                        <p:cNvPr id="0" name="Object 1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" y="3533"/>
                          <a:ext cx="2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6" name="Object 1048"/>
            <p:cNvGraphicFramePr>
              <a:graphicFrameLocks noChangeAspect="1"/>
            </p:cNvGraphicFramePr>
            <p:nvPr/>
          </p:nvGraphicFramePr>
          <p:xfrm>
            <a:off x="480" y="3179"/>
            <a:ext cx="21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6" name="公式" r:id="rId17" imgW="91440" imgH="91629" progId="Equation.3">
                    <p:embed/>
                  </p:oleObj>
                </mc:Choice>
                <mc:Fallback>
                  <p:oleObj name="公式" r:id="rId17" imgW="91440" imgH="91629" progId="Equation.3">
                    <p:embed/>
                    <p:pic>
                      <p:nvPicPr>
                        <p:cNvPr id="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179"/>
                          <a:ext cx="21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1049"/>
            <p:cNvGraphicFramePr>
              <a:graphicFrameLocks noChangeAspect="1"/>
            </p:cNvGraphicFramePr>
            <p:nvPr/>
          </p:nvGraphicFramePr>
          <p:xfrm>
            <a:off x="1488" y="3264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7" name="公式" r:id="rId19" imgW="152258" imgH="137019" progId="Equation.3">
                    <p:embed/>
                  </p:oleObj>
                </mc:Choice>
                <mc:Fallback>
                  <p:oleObj name="公式" r:id="rId19" imgW="152258" imgH="137019" progId="Equation.3">
                    <p:embed/>
                    <p:pic>
                      <p:nvPicPr>
                        <p:cNvPr id="0" name="Object 10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264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1050"/>
            <p:cNvGraphicFramePr>
              <a:graphicFrameLocks noChangeAspect="1"/>
            </p:cNvGraphicFramePr>
            <p:nvPr/>
          </p:nvGraphicFramePr>
          <p:xfrm>
            <a:off x="2055" y="3724"/>
            <a:ext cx="34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8" name="公式" r:id="rId21" imgW="167569" imgH="167561" progId="Equation.3">
                    <p:embed/>
                  </p:oleObj>
                </mc:Choice>
                <mc:Fallback>
                  <p:oleObj name="公式" r:id="rId21" imgW="167569" imgH="167561" progId="Equation.3">
                    <p:embed/>
                    <p:pic>
                      <p:nvPicPr>
                        <p:cNvPr id="0" name="Object 1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" y="3724"/>
                          <a:ext cx="342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Object 1051"/>
            <p:cNvGraphicFramePr>
              <a:graphicFrameLocks noChangeAspect="1"/>
            </p:cNvGraphicFramePr>
            <p:nvPr/>
          </p:nvGraphicFramePr>
          <p:xfrm>
            <a:off x="1920" y="3456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09" name="公式" r:id="rId23" imgW="152258" imgH="137019" progId="Equation.3">
                    <p:embed/>
                  </p:oleObj>
                </mc:Choice>
                <mc:Fallback>
                  <p:oleObj name="公式" r:id="rId23" imgW="152258" imgH="137019" progId="Equation.3">
                    <p:embed/>
                    <p:pic>
                      <p:nvPicPr>
                        <p:cNvPr id="0" name="Object 1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456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0" name="Line 1052"/>
            <p:cNvSpPr>
              <a:spLocks noChangeShapeType="1"/>
            </p:cNvSpPr>
            <p:nvPr/>
          </p:nvSpPr>
          <p:spPr bwMode="auto">
            <a:xfrm flipH="1">
              <a:off x="2208" y="3648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1053"/>
            <p:cNvSpPr>
              <a:spLocks noChangeShapeType="1"/>
            </p:cNvSpPr>
            <p:nvPr/>
          </p:nvSpPr>
          <p:spPr bwMode="auto">
            <a:xfrm flipV="1">
              <a:off x="1728" y="3696"/>
              <a:ext cx="9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2" name="Line 1054"/>
            <p:cNvSpPr>
              <a:spLocks noChangeShapeType="1"/>
            </p:cNvSpPr>
            <p:nvPr/>
          </p:nvSpPr>
          <p:spPr bwMode="auto">
            <a:xfrm flipH="1">
              <a:off x="1920" y="2976"/>
              <a:ext cx="9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Oval 1055"/>
            <p:cNvSpPr>
              <a:spLocks noChangeArrowheads="1"/>
            </p:cNvSpPr>
            <p:nvPr/>
          </p:nvSpPr>
          <p:spPr bwMode="auto">
            <a:xfrm>
              <a:off x="1296" y="3984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7434" name="Line 1056"/>
            <p:cNvSpPr>
              <a:spLocks noChangeShapeType="1"/>
            </p:cNvSpPr>
            <p:nvPr/>
          </p:nvSpPr>
          <p:spPr bwMode="auto">
            <a:xfrm flipH="1">
              <a:off x="864" y="3696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3857" name="Rectangle 1057"/>
          <p:cNvSpPr>
            <a:spLocks noChangeArrowheads="1"/>
          </p:cNvSpPr>
          <p:nvPr/>
        </p:nvSpPr>
        <p:spPr bwMode="auto">
          <a:xfrm>
            <a:off x="304800" y="2133600"/>
            <a:ext cx="434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方向左表面，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dt 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时间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流入六面体的流量为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333858" name="Rectangle 1058"/>
          <p:cNvSpPr>
            <a:spLocks noChangeArrowheads="1"/>
          </p:cNvSpPr>
          <p:nvPr/>
        </p:nvSpPr>
        <p:spPr bwMode="auto">
          <a:xfrm>
            <a:off x="4876800" y="37338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流出六面体的流量为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33861" name="Object 1061"/>
          <p:cNvGraphicFramePr>
            <a:graphicFrameLocks noChangeAspect="1"/>
          </p:cNvGraphicFramePr>
          <p:nvPr/>
        </p:nvGraphicFramePr>
        <p:xfrm>
          <a:off x="5105400" y="5105400"/>
          <a:ext cx="2852738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10" name="公式" r:id="rId25" imgW="815305" imgH="213376" progId="Equation.3">
                  <p:embed/>
                </p:oleObj>
              </mc:Choice>
              <mc:Fallback>
                <p:oleObj name="公式" r:id="rId25" imgW="815305" imgH="213376" progId="Equation.3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05400"/>
                        <a:ext cx="2852738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1028"/>
          <p:cNvGraphicFramePr>
            <a:graphicFrameLocks noChangeAspect="1"/>
          </p:cNvGraphicFramePr>
          <p:nvPr/>
        </p:nvGraphicFramePr>
        <p:xfrm>
          <a:off x="5791200" y="1524000"/>
          <a:ext cx="23399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3" name="公式" r:id="rId3" imgW="663046" imgH="213376" progId="Equation.3">
                  <p:embed/>
                </p:oleObj>
              </mc:Choice>
              <mc:Fallback>
                <p:oleObj name="公式" r:id="rId3" imgW="663046" imgH="213376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524000"/>
                        <a:ext cx="23399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1057"/>
          <p:cNvSpPr>
            <a:spLocks noChangeArrowheads="1"/>
          </p:cNvSpPr>
          <p:nvPr/>
        </p:nvSpPr>
        <p:spPr bwMode="auto">
          <a:xfrm>
            <a:off x="4800600" y="304800"/>
            <a:ext cx="434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方向左表面，单位时间流入六面体的流量为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18436" name="Rectangle 1058"/>
          <p:cNvSpPr>
            <a:spLocks noChangeArrowheads="1"/>
          </p:cNvSpPr>
          <p:nvPr/>
        </p:nvSpPr>
        <p:spPr bwMode="auto">
          <a:xfrm>
            <a:off x="0" y="27432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单位时间流出六面体的流量为</a:t>
            </a:r>
          </a:p>
        </p:txBody>
      </p:sp>
      <p:graphicFrame>
        <p:nvGraphicFramePr>
          <p:cNvPr id="18437" name="Object 1059"/>
          <p:cNvGraphicFramePr>
            <a:graphicFrameLocks noChangeAspect="1"/>
          </p:cNvGraphicFramePr>
          <p:nvPr/>
        </p:nvGraphicFramePr>
        <p:xfrm>
          <a:off x="5791200" y="2514600"/>
          <a:ext cx="2852738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4" name="公式" r:id="rId5" imgW="815305" imgH="213376" progId="Equation.3">
                  <p:embed/>
                </p:oleObj>
              </mc:Choice>
              <mc:Fallback>
                <p:oleObj name="公式" r:id="rId5" imgW="815305" imgH="213376" progId="Equation.3">
                  <p:embed/>
                  <p:pic>
                    <p:nvPicPr>
                      <p:cNvPr id="0" name="Object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514600"/>
                        <a:ext cx="2852738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52" name="Rectangle 1060"/>
          <p:cNvSpPr>
            <a:spLocks noChangeArrowheads="1"/>
          </p:cNvSpPr>
          <p:nvPr/>
        </p:nvSpPr>
        <p:spPr bwMode="auto">
          <a:xfrm>
            <a:off x="0" y="36576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净流入量为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0854" name="Object 1062"/>
          <p:cNvGraphicFramePr>
            <a:graphicFrameLocks noChangeAspect="1"/>
          </p:cNvGraphicFramePr>
          <p:nvPr/>
        </p:nvGraphicFramePr>
        <p:xfrm>
          <a:off x="2017713" y="3581400"/>
          <a:ext cx="54483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5" name="公式" r:id="rId7" imgW="1585102" imgH="213376" progId="Equation.3">
                  <p:embed/>
                </p:oleObj>
              </mc:Choice>
              <mc:Fallback>
                <p:oleObj name="公式" r:id="rId7" imgW="1585102" imgH="213376" progId="Equation.3">
                  <p:embed/>
                  <p:pic>
                    <p:nvPicPr>
                      <p:cNvPr id="0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3581400"/>
                        <a:ext cx="54483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55" name="Object 1063"/>
          <p:cNvGraphicFramePr>
            <a:graphicFrameLocks noChangeAspect="1"/>
          </p:cNvGraphicFramePr>
          <p:nvPr/>
        </p:nvGraphicFramePr>
        <p:xfrm>
          <a:off x="2209800" y="4572000"/>
          <a:ext cx="51498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6" name="公式" r:id="rId9" imgW="1501317" imgH="213376" progId="Equation.3">
                  <p:embed/>
                </p:oleObj>
              </mc:Choice>
              <mc:Fallback>
                <p:oleObj name="公式" r:id="rId9" imgW="1501317" imgH="213376" progId="Equation.3">
                  <p:embed/>
                  <p:pic>
                    <p:nvPicPr>
                      <p:cNvPr id="0" name="Object 1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51498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56" name="Object 1064"/>
          <p:cNvGraphicFramePr>
            <a:graphicFrameLocks noChangeAspect="1"/>
          </p:cNvGraphicFramePr>
          <p:nvPr/>
        </p:nvGraphicFramePr>
        <p:xfrm>
          <a:off x="2209800" y="5562600"/>
          <a:ext cx="36210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7" name="公式" r:id="rId11" imgW="1044117" imgH="358030" progId="Equation.3">
                  <p:embed/>
                </p:oleObj>
              </mc:Choice>
              <mc:Fallback>
                <p:oleObj name="公式" r:id="rId11" imgW="1044117" imgH="358030" progId="Equation.3">
                  <p:embed/>
                  <p:pic>
                    <p:nvPicPr>
                      <p:cNvPr id="0" name="Object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562600"/>
                        <a:ext cx="36210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2" name="Group 1082"/>
          <p:cNvGrpSpPr>
            <a:grpSpLocks/>
          </p:cNvGrpSpPr>
          <p:nvPr/>
        </p:nvGrpSpPr>
        <p:grpSpPr bwMode="auto">
          <a:xfrm>
            <a:off x="0" y="228600"/>
            <a:ext cx="4286250" cy="2133600"/>
            <a:chOff x="0" y="864"/>
            <a:chExt cx="2700" cy="1344"/>
          </a:xfrm>
        </p:grpSpPr>
        <p:graphicFrame>
          <p:nvGraphicFramePr>
            <p:cNvPr id="18443" name="Object 1066"/>
            <p:cNvGraphicFramePr>
              <a:graphicFrameLocks noChangeAspect="1"/>
            </p:cNvGraphicFramePr>
            <p:nvPr/>
          </p:nvGraphicFramePr>
          <p:xfrm>
            <a:off x="613" y="1883"/>
            <a:ext cx="8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28" name="公式" r:id="rId13" imgW="472511" imgH="167561" progId="Equation.3">
                    <p:embed/>
                  </p:oleObj>
                </mc:Choice>
                <mc:Fallback>
                  <p:oleObj name="公式" r:id="rId13" imgW="472511" imgH="167561" progId="Equation.3">
                    <p:embed/>
                    <p:pic>
                      <p:nvPicPr>
                        <p:cNvPr id="0" name="Object 10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" y="1883"/>
                          <a:ext cx="8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4" name="Line 1067"/>
            <p:cNvSpPr>
              <a:spLocks noChangeShapeType="1"/>
            </p:cNvSpPr>
            <p:nvPr/>
          </p:nvSpPr>
          <p:spPr bwMode="auto">
            <a:xfrm>
              <a:off x="588" y="2191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Line 1068"/>
            <p:cNvSpPr>
              <a:spLocks noChangeShapeType="1"/>
            </p:cNvSpPr>
            <p:nvPr/>
          </p:nvSpPr>
          <p:spPr bwMode="auto">
            <a:xfrm flipH="1" flipV="1">
              <a:off x="252" y="1663"/>
              <a:ext cx="33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Line 1069"/>
            <p:cNvSpPr>
              <a:spLocks noChangeShapeType="1"/>
            </p:cNvSpPr>
            <p:nvPr/>
          </p:nvSpPr>
          <p:spPr bwMode="auto">
            <a:xfrm flipV="1">
              <a:off x="588" y="1279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AutoShape 1070"/>
            <p:cNvSpPr>
              <a:spLocks noChangeArrowheads="1"/>
            </p:cNvSpPr>
            <p:nvPr/>
          </p:nvSpPr>
          <p:spPr bwMode="auto">
            <a:xfrm>
              <a:off x="1164" y="1135"/>
              <a:ext cx="960" cy="76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8448" name="Object 1071"/>
            <p:cNvGraphicFramePr>
              <a:graphicFrameLocks noChangeAspect="1"/>
            </p:cNvGraphicFramePr>
            <p:nvPr/>
          </p:nvGraphicFramePr>
          <p:xfrm>
            <a:off x="2124" y="1983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29" name="公式" r:id="rId15" imgW="91440" imgH="99264" progId="Equation.3">
                    <p:embed/>
                  </p:oleObj>
                </mc:Choice>
                <mc:Fallback>
                  <p:oleObj name="公式" r:id="rId15" imgW="91440" imgH="99264" progId="Equation.3">
                    <p:embed/>
                    <p:pic>
                      <p:nvPicPr>
                        <p:cNvPr id="0" name="Object 10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1983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1072"/>
            <p:cNvGraphicFramePr>
              <a:graphicFrameLocks noChangeAspect="1"/>
            </p:cNvGraphicFramePr>
            <p:nvPr/>
          </p:nvGraphicFramePr>
          <p:xfrm>
            <a:off x="0" y="1421"/>
            <a:ext cx="2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30" name="公式" r:id="rId17" imgW="99095" imgH="129383" progId="Equation.3">
                    <p:embed/>
                  </p:oleObj>
                </mc:Choice>
                <mc:Fallback>
                  <p:oleObj name="公式" r:id="rId17" imgW="99095" imgH="129383" progId="Equation.3">
                    <p:embed/>
                    <p:pic>
                      <p:nvPicPr>
                        <p:cNvPr id="0" name="Object 10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21"/>
                          <a:ext cx="2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1073"/>
            <p:cNvGraphicFramePr>
              <a:graphicFrameLocks noChangeAspect="1"/>
            </p:cNvGraphicFramePr>
            <p:nvPr/>
          </p:nvGraphicFramePr>
          <p:xfrm>
            <a:off x="348" y="1067"/>
            <a:ext cx="21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31" name="公式" r:id="rId19" imgW="91440" imgH="91629" progId="Equation.3">
                    <p:embed/>
                  </p:oleObj>
                </mc:Choice>
                <mc:Fallback>
                  <p:oleObj name="公式" r:id="rId19" imgW="91440" imgH="91629" progId="Equation.3">
                    <p:embed/>
                    <p:pic>
                      <p:nvPicPr>
                        <p:cNvPr id="0" name="Object 10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067"/>
                          <a:ext cx="21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1074"/>
            <p:cNvGraphicFramePr>
              <a:graphicFrameLocks noChangeAspect="1"/>
            </p:cNvGraphicFramePr>
            <p:nvPr/>
          </p:nvGraphicFramePr>
          <p:xfrm>
            <a:off x="1356" y="1152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32" name="公式" r:id="rId21" imgW="152258" imgH="137019" progId="Equation.3">
                    <p:embed/>
                  </p:oleObj>
                </mc:Choice>
                <mc:Fallback>
                  <p:oleObj name="公式" r:id="rId21" imgW="152258" imgH="137019" progId="Equation.3">
                    <p:embed/>
                    <p:pic>
                      <p:nvPicPr>
                        <p:cNvPr id="0" name="Object 10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1152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1075"/>
            <p:cNvGraphicFramePr>
              <a:graphicFrameLocks noChangeAspect="1"/>
            </p:cNvGraphicFramePr>
            <p:nvPr/>
          </p:nvGraphicFramePr>
          <p:xfrm>
            <a:off x="1923" y="1612"/>
            <a:ext cx="34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33" name="公式" r:id="rId23" imgW="167569" imgH="167561" progId="Equation.3">
                    <p:embed/>
                  </p:oleObj>
                </mc:Choice>
                <mc:Fallback>
                  <p:oleObj name="公式" r:id="rId23" imgW="167569" imgH="167561" progId="Equation.3">
                    <p:embed/>
                    <p:pic>
                      <p:nvPicPr>
                        <p:cNvPr id="0" name="Object 10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3" y="1612"/>
                          <a:ext cx="342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1076"/>
            <p:cNvGraphicFramePr>
              <a:graphicFrameLocks noChangeAspect="1"/>
            </p:cNvGraphicFramePr>
            <p:nvPr/>
          </p:nvGraphicFramePr>
          <p:xfrm>
            <a:off x="1788" y="1344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34" name="公式" r:id="rId25" imgW="152258" imgH="137019" progId="Equation.3">
                    <p:embed/>
                  </p:oleObj>
                </mc:Choice>
                <mc:Fallback>
                  <p:oleObj name="公式" r:id="rId25" imgW="152258" imgH="137019" progId="Equation.3">
                    <p:embed/>
                    <p:pic>
                      <p:nvPicPr>
                        <p:cNvPr id="0" name="Object 10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8" y="1344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Line 1077"/>
            <p:cNvSpPr>
              <a:spLocks noChangeShapeType="1"/>
            </p:cNvSpPr>
            <p:nvPr/>
          </p:nvSpPr>
          <p:spPr bwMode="auto">
            <a:xfrm flipH="1">
              <a:off x="2076" y="1536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1078"/>
            <p:cNvSpPr>
              <a:spLocks noChangeShapeType="1"/>
            </p:cNvSpPr>
            <p:nvPr/>
          </p:nvSpPr>
          <p:spPr bwMode="auto">
            <a:xfrm flipV="1">
              <a:off x="1596" y="1584"/>
              <a:ext cx="9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1079"/>
            <p:cNvSpPr>
              <a:spLocks noChangeShapeType="1"/>
            </p:cNvSpPr>
            <p:nvPr/>
          </p:nvSpPr>
          <p:spPr bwMode="auto">
            <a:xfrm flipH="1">
              <a:off x="1788" y="864"/>
              <a:ext cx="9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Oval 1080"/>
            <p:cNvSpPr>
              <a:spLocks noChangeArrowheads="1"/>
            </p:cNvSpPr>
            <p:nvPr/>
          </p:nvSpPr>
          <p:spPr bwMode="auto">
            <a:xfrm>
              <a:off x="1164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8458" name="Line 1081"/>
            <p:cNvSpPr>
              <a:spLocks noChangeShapeType="1"/>
            </p:cNvSpPr>
            <p:nvPr/>
          </p:nvSpPr>
          <p:spPr bwMode="auto">
            <a:xfrm flipH="1">
              <a:off x="732" y="1584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030"/>
          <p:cNvSpPr>
            <a:spLocks noChangeShapeType="1"/>
          </p:cNvSpPr>
          <p:nvPr/>
        </p:nvSpPr>
        <p:spPr bwMode="auto">
          <a:xfrm flipH="1">
            <a:off x="0" y="2819400"/>
            <a:ext cx="4648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67" name="Rectangle 1051"/>
          <p:cNvSpPr>
            <a:spLocks noChangeArrowheads="1"/>
          </p:cNvSpPr>
          <p:nvPr/>
        </p:nvSpPr>
        <p:spPr bwMode="auto">
          <a:xfrm>
            <a:off x="4953000" y="2286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方向净流入量为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1870" name="Object 1054"/>
          <p:cNvGraphicFramePr>
            <a:graphicFrameLocks noChangeAspect="1"/>
          </p:cNvGraphicFramePr>
          <p:nvPr/>
        </p:nvGraphicFramePr>
        <p:xfrm>
          <a:off x="5045075" y="990600"/>
          <a:ext cx="3619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32" name="公式" r:id="rId3" imgW="1044117" imgH="358030" progId="Equation.3">
                  <p:embed/>
                </p:oleObj>
              </mc:Choice>
              <mc:Fallback>
                <p:oleObj name="公式" r:id="rId3" imgW="1044117" imgH="358030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075" y="990600"/>
                        <a:ext cx="3619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Line 1055"/>
          <p:cNvSpPr>
            <a:spLocks noChangeShapeType="1"/>
          </p:cNvSpPr>
          <p:nvPr/>
        </p:nvSpPr>
        <p:spPr bwMode="auto">
          <a:xfrm flipH="1" flipV="1">
            <a:off x="4495800" y="0"/>
            <a:ext cx="762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1872" name="Object 1056"/>
          <p:cNvGraphicFramePr>
            <a:graphicFrameLocks noChangeAspect="1"/>
          </p:cNvGraphicFramePr>
          <p:nvPr/>
        </p:nvGraphicFramePr>
        <p:xfrm>
          <a:off x="5157788" y="2057400"/>
          <a:ext cx="40243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33" name="公式" r:id="rId5" imgW="1295471" imgH="358030" progId="Equation.3">
                  <p:embed/>
                </p:oleObj>
              </mc:Choice>
              <mc:Fallback>
                <p:oleObj name="公式" r:id="rId5" imgW="1295471" imgH="358030" progId="Equation.3">
                  <p:embed/>
                  <p:pic>
                    <p:nvPicPr>
                      <p:cNvPr id="0" name="Object 1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8" y="2057400"/>
                        <a:ext cx="40243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3" name="Rectangle 1057"/>
          <p:cNvSpPr>
            <a:spLocks noChangeArrowheads="1"/>
          </p:cNvSpPr>
          <p:nvPr/>
        </p:nvSpPr>
        <p:spPr bwMode="auto">
          <a:xfrm>
            <a:off x="0" y="33528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y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方向净流入量为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1875" name="Object 1059"/>
          <p:cNvGraphicFramePr>
            <a:graphicFrameLocks noChangeAspect="1"/>
          </p:cNvGraphicFramePr>
          <p:nvPr/>
        </p:nvGraphicFramePr>
        <p:xfrm>
          <a:off x="3048000" y="3733800"/>
          <a:ext cx="36449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34" name="公式" r:id="rId7" imgW="1165754" imgH="380937" progId="Equation.3">
                  <p:embed/>
                </p:oleObj>
              </mc:Choice>
              <mc:Fallback>
                <p:oleObj name="公式" r:id="rId7" imgW="1165754" imgH="380937" progId="Equation.3">
                  <p:embed/>
                  <p:pic>
                    <p:nvPicPr>
                      <p:cNvPr id="0" name="Object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33800"/>
                        <a:ext cx="36449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6" name="Line 1060"/>
          <p:cNvSpPr>
            <a:spLocks noChangeShapeType="1"/>
          </p:cNvSpPr>
          <p:nvPr/>
        </p:nvSpPr>
        <p:spPr bwMode="auto">
          <a:xfrm flipH="1">
            <a:off x="6019800" y="3429000"/>
            <a:ext cx="31242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77" name="Rectangle 1061"/>
          <p:cNvSpPr>
            <a:spLocks noChangeArrowheads="1"/>
          </p:cNvSpPr>
          <p:nvPr/>
        </p:nvSpPr>
        <p:spPr bwMode="auto">
          <a:xfrm>
            <a:off x="0" y="5260975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方向净流入量为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1878" name="Object 1062"/>
          <p:cNvGraphicFramePr>
            <a:graphicFrameLocks noChangeAspect="1"/>
          </p:cNvGraphicFramePr>
          <p:nvPr/>
        </p:nvGraphicFramePr>
        <p:xfrm>
          <a:off x="3124200" y="5257800"/>
          <a:ext cx="3644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35" name="公式" r:id="rId9" imgW="1165754" imgH="358030" progId="Equation.3">
                  <p:embed/>
                </p:oleObj>
              </mc:Choice>
              <mc:Fallback>
                <p:oleObj name="公式" r:id="rId9" imgW="1165754" imgH="358030" progId="Equation.3">
                  <p:embed/>
                  <p:pic>
                    <p:nvPicPr>
                      <p:cNvPr id="0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257800"/>
                        <a:ext cx="36449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9" name="Line 1063"/>
          <p:cNvSpPr>
            <a:spLocks noChangeShapeType="1"/>
          </p:cNvSpPr>
          <p:nvPr/>
        </p:nvSpPr>
        <p:spPr bwMode="auto">
          <a:xfrm flipH="1">
            <a:off x="6019800" y="5105400"/>
            <a:ext cx="31242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469" name="Group 1081"/>
          <p:cNvGrpSpPr>
            <a:grpSpLocks/>
          </p:cNvGrpSpPr>
          <p:nvPr/>
        </p:nvGrpSpPr>
        <p:grpSpPr bwMode="auto">
          <a:xfrm>
            <a:off x="0" y="228600"/>
            <a:ext cx="4286250" cy="2133600"/>
            <a:chOff x="0" y="864"/>
            <a:chExt cx="2700" cy="1344"/>
          </a:xfrm>
        </p:grpSpPr>
        <p:graphicFrame>
          <p:nvGraphicFramePr>
            <p:cNvPr id="19470" name="Object 1082"/>
            <p:cNvGraphicFramePr>
              <a:graphicFrameLocks noChangeAspect="1"/>
            </p:cNvGraphicFramePr>
            <p:nvPr/>
          </p:nvGraphicFramePr>
          <p:xfrm>
            <a:off x="613" y="1883"/>
            <a:ext cx="8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36" name="公式" r:id="rId11" imgW="472511" imgH="167561" progId="Equation.3">
                    <p:embed/>
                  </p:oleObj>
                </mc:Choice>
                <mc:Fallback>
                  <p:oleObj name="公式" r:id="rId11" imgW="472511" imgH="167561" progId="Equation.3">
                    <p:embed/>
                    <p:pic>
                      <p:nvPicPr>
                        <p:cNvPr id="0" name="Object 10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" y="1883"/>
                          <a:ext cx="8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Line 1083"/>
            <p:cNvSpPr>
              <a:spLocks noChangeShapeType="1"/>
            </p:cNvSpPr>
            <p:nvPr/>
          </p:nvSpPr>
          <p:spPr bwMode="auto">
            <a:xfrm>
              <a:off x="588" y="2191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2" name="Line 1084"/>
            <p:cNvSpPr>
              <a:spLocks noChangeShapeType="1"/>
            </p:cNvSpPr>
            <p:nvPr/>
          </p:nvSpPr>
          <p:spPr bwMode="auto">
            <a:xfrm flipH="1" flipV="1">
              <a:off x="252" y="1663"/>
              <a:ext cx="33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Line 1085"/>
            <p:cNvSpPr>
              <a:spLocks noChangeShapeType="1"/>
            </p:cNvSpPr>
            <p:nvPr/>
          </p:nvSpPr>
          <p:spPr bwMode="auto">
            <a:xfrm flipV="1">
              <a:off x="588" y="1279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AutoShape 1086"/>
            <p:cNvSpPr>
              <a:spLocks noChangeArrowheads="1"/>
            </p:cNvSpPr>
            <p:nvPr/>
          </p:nvSpPr>
          <p:spPr bwMode="auto">
            <a:xfrm>
              <a:off x="1164" y="1135"/>
              <a:ext cx="960" cy="76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9475" name="Object 1087"/>
            <p:cNvGraphicFramePr>
              <a:graphicFrameLocks noChangeAspect="1"/>
            </p:cNvGraphicFramePr>
            <p:nvPr/>
          </p:nvGraphicFramePr>
          <p:xfrm>
            <a:off x="2124" y="1983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37" name="公式" r:id="rId13" imgW="91440" imgH="99264" progId="Equation.3">
                    <p:embed/>
                  </p:oleObj>
                </mc:Choice>
                <mc:Fallback>
                  <p:oleObj name="公式" r:id="rId13" imgW="91440" imgH="99264" progId="Equation.3">
                    <p:embed/>
                    <p:pic>
                      <p:nvPicPr>
                        <p:cNvPr id="0" name="Object 10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1983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1088"/>
            <p:cNvGraphicFramePr>
              <a:graphicFrameLocks noChangeAspect="1"/>
            </p:cNvGraphicFramePr>
            <p:nvPr/>
          </p:nvGraphicFramePr>
          <p:xfrm>
            <a:off x="0" y="1421"/>
            <a:ext cx="2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38" name="公式" r:id="rId15" imgW="99095" imgH="129383" progId="Equation.3">
                    <p:embed/>
                  </p:oleObj>
                </mc:Choice>
                <mc:Fallback>
                  <p:oleObj name="公式" r:id="rId15" imgW="99095" imgH="129383" progId="Equation.3">
                    <p:embed/>
                    <p:pic>
                      <p:nvPicPr>
                        <p:cNvPr id="0" name="Object 10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21"/>
                          <a:ext cx="2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1089"/>
            <p:cNvGraphicFramePr>
              <a:graphicFrameLocks noChangeAspect="1"/>
            </p:cNvGraphicFramePr>
            <p:nvPr/>
          </p:nvGraphicFramePr>
          <p:xfrm>
            <a:off x="348" y="1067"/>
            <a:ext cx="21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39" name="公式" r:id="rId17" imgW="91440" imgH="91629" progId="Equation.3">
                    <p:embed/>
                  </p:oleObj>
                </mc:Choice>
                <mc:Fallback>
                  <p:oleObj name="公式" r:id="rId17" imgW="91440" imgH="91629" progId="Equation.3">
                    <p:embed/>
                    <p:pic>
                      <p:nvPicPr>
                        <p:cNvPr id="0" name="Object 10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067"/>
                          <a:ext cx="21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1090"/>
            <p:cNvGraphicFramePr>
              <a:graphicFrameLocks noChangeAspect="1"/>
            </p:cNvGraphicFramePr>
            <p:nvPr/>
          </p:nvGraphicFramePr>
          <p:xfrm>
            <a:off x="1356" y="1152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0" name="公式" r:id="rId19" imgW="152258" imgH="137019" progId="Equation.3">
                    <p:embed/>
                  </p:oleObj>
                </mc:Choice>
                <mc:Fallback>
                  <p:oleObj name="公式" r:id="rId19" imgW="152258" imgH="137019" progId="Equation.3">
                    <p:embed/>
                    <p:pic>
                      <p:nvPicPr>
                        <p:cNvPr id="0" name="Object 1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1152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1091"/>
            <p:cNvGraphicFramePr>
              <a:graphicFrameLocks noChangeAspect="1"/>
            </p:cNvGraphicFramePr>
            <p:nvPr/>
          </p:nvGraphicFramePr>
          <p:xfrm>
            <a:off x="1923" y="1612"/>
            <a:ext cx="34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1" name="公式" r:id="rId21" imgW="167569" imgH="167561" progId="Equation.3">
                    <p:embed/>
                  </p:oleObj>
                </mc:Choice>
                <mc:Fallback>
                  <p:oleObj name="公式" r:id="rId21" imgW="167569" imgH="167561" progId="Equation.3">
                    <p:embed/>
                    <p:pic>
                      <p:nvPicPr>
                        <p:cNvPr id="0" name="Object 10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3" y="1612"/>
                          <a:ext cx="342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1092"/>
            <p:cNvGraphicFramePr>
              <a:graphicFrameLocks noChangeAspect="1"/>
            </p:cNvGraphicFramePr>
            <p:nvPr/>
          </p:nvGraphicFramePr>
          <p:xfrm>
            <a:off x="1788" y="1344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42" name="公式" r:id="rId23" imgW="152258" imgH="137019" progId="Equation.3">
                    <p:embed/>
                  </p:oleObj>
                </mc:Choice>
                <mc:Fallback>
                  <p:oleObj name="公式" r:id="rId23" imgW="152258" imgH="137019" progId="Equation.3">
                    <p:embed/>
                    <p:pic>
                      <p:nvPicPr>
                        <p:cNvPr id="0" name="Object 10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8" y="1344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Line 1093"/>
            <p:cNvSpPr>
              <a:spLocks noChangeShapeType="1"/>
            </p:cNvSpPr>
            <p:nvPr/>
          </p:nvSpPr>
          <p:spPr bwMode="auto">
            <a:xfrm flipH="1">
              <a:off x="2076" y="1536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Line 1094"/>
            <p:cNvSpPr>
              <a:spLocks noChangeShapeType="1"/>
            </p:cNvSpPr>
            <p:nvPr/>
          </p:nvSpPr>
          <p:spPr bwMode="auto">
            <a:xfrm flipV="1">
              <a:off x="1596" y="1584"/>
              <a:ext cx="9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Line 1095"/>
            <p:cNvSpPr>
              <a:spLocks noChangeShapeType="1"/>
            </p:cNvSpPr>
            <p:nvPr/>
          </p:nvSpPr>
          <p:spPr bwMode="auto">
            <a:xfrm flipH="1">
              <a:off x="1788" y="864"/>
              <a:ext cx="9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4" name="Oval 1096"/>
            <p:cNvSpPr>
              <a:spLocks noChangeArrowheads="1"/>
            </p:cNvSpPr>
            <p:nvPr/>
          </p:nvSpPr>
          <p:spPr bwMode="auto">
            <a:xfrm>
              <a:off x="1164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9485" name="Line 1097"/>
            <p:cNvSpPr>
              <a:spLocks noChangeShapeType="1"/>
            </p:cNvSpPr>
            <p:nvPr/>
          </p:nvSpPr>
          <p:spPr bwMode="auto">
            <a:xfrm flipH="1">
              <a:off x="732" y="1584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1026"/>
          <p:cNvSpPr>
            <a:spLocks noChangeShapeType="1"/>
          </p:cNvSpPr>
          <p:nvPr/>
        </p:nvSpPr>
        <p:spPr bwMode="auto">
          <a:xfrm flipH="1">
            <a:off x="0" y="2514600"/>
            <a:ext cx="4648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84" name="Rectangle 1044"/>
          <p:cNvSpPr>
            <a:spLocks noChangeArrowheads="1"/>
          </p:cNvSpPr>
          <p:nvPr/>
        </p:nvSpPr>
        <p:spPr bwMode="auto">
          <a:xfrm>
            <a:off x="4953000" y="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立方体净流入量为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0484" name="Line 1046"/>
          <p:cNvSpPr>
            <a:spLocks noChangeShapeType="1"/>
          </p:cNvSpPr>
          <p:nvPr/>
        </p:nvSpPr>
        <p:spPr bwMode="auto">
          <a:xfrm flipH="1" flipV="1">
            <a:off x="4572000" y="0"/>
            <a:ext cx="0" cy="2590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2887" name="Object 1047"/>
          <p:cNvGraphicFramePr>
            <a:graphicFrameLocks noChangeAspect="1"/>
          </p:cNvGraphicFramePr>
          <p:nvPr/>
        </p:nvGraphicFramePr>
        <p:xfrm>
          <a:off x="4760913" y="609600"/>
          <a:ext cx="40259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5" name="公式" r:id="rId3" imgW="1295471" imgH="1219169" progId="Equation.3">
                  <p:embed/>
                </p:oleObj>
              </mc:Choice>
              <mc:Fallback>
                <p:oleObj name="公式" r:id="rId3" imgW="1295471" imgH="1219169" progId="Equation.3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609600"/>
                        <a:ext cx="40259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88" name="Rectangle 1048"/>
          <p:cNvSpPr>
            <a:spLocks noChangeArrowheads="1"/>
          </p:cNvSpPr>
          <p:nvPr/>
        </p:nvSpPr>
        <p:spPr bwMode="auto">
          <a:xfrm>
            <a:off x="0" y="27432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如立方体内无源和汇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2889" name="Object 1049"/>
          <p:cNvGraphicFramePr>
            <a:graphicFrameLocks noChangeAspect="1"/>
          </p:cNvGraphicFramePr>
          <p:nvPr/>
        </p:nvGraphicFramePr>
        <p:xfrm>
          <a:off x="2057400" y="3962400"/>
          <a:ext cx="341153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6" name="公式" r:id="rId5" imgW="1089625" imgH="213376" progId="Equation.3">
                  <p:embed/>
                </p:oleObj>
              </mc:Choice>
              <mc:Fallback>
                <p:oleObj name="公式" r:id="rId5" imgW="1089625" imgH="213376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962400"/>
                        <a:ext cx="341153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90" name="Line 1050"/>
          <p:cNvSpPr>
            <a:spLocks noChangeShapeType="1"/>
          </p:cNvSpPr>
          <p:nvPr/>
        </p:nvSpPr>
        <p:spPr bwMode="auto">
          <a:xfrm flipH="1">
            <a:off x="4953000" y="3733800"/>
            <a:ext cx="4191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6" name="Rectangle 1056"/>
          <p:cNvSpPr>
            <a:spLocks noChangeArrowheads="1"/>
          </p:cNvSpPr>
          <p:nvPr/>
        </p:nvSpPr>
        <p:spPr bwMode="auto">
          <a:xfrm>
            <a:off x="0" y="33528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dt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时间内粒子增加数为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2914" name="Object 1074"/>
          <p:cNvGraphicFramePr>
            <a:graphicFrameLocks noChangeAspect="1"/>
          </p:cNvGraphicFramePr>
          <p:nvPr/>
        </p:nvGraphicFramePr>
        <p:xfrm>
          <a:off x="5334000" y="3962400"/>
          <a:ext cx="30670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7" name="公式" r:id="rId7" imgW="975218" imgH="243919" progId="Equation.3">
                  <p:embed/>
                </p:oleObj>
              </mc:Choice>
              <mc:Fallback>
                <p:oleObj name="公式" r:id="rId7" imgW="975218" imgH="243919" progId="Equation.3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962400"/>
                        <a:ext cx="30670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1075"/>
          <p:cNvGrpSpPr>
            <a:grpSpLocks/>
          </p:cNvGrpSpPr>
          <p:nvPr/>
        </p:nvGrpSpPr>
        <p:grpSpPr bwMode="auto">
          <a:xfrm>
            <a:off x="0" y="0"/>
            <a:ext cx="4286250" cy="2133600"/>
            <a:chOff x="0" y="864"/>
            <a:chExt cx="2700" cy="1344"/>
          </a:xfrm>
        </p:grpSpPr>
        <p:graphicFrame>
          <p:nvGraphicFramePr>
            <p:cNvPr id="20493" name="Object 1076"/>
            <p:cNvGraphicFramePr>
              <a:graphicFrameLocks noChangeAspect="1"/>
            </p:cNvGraphicFramePr>
            <p:nvPr/>
          </p:nvGraphicFramePr>
          <p:xfrm>
            <a:off x="613" y="1883"/>
            <a:ext cx="8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58" name="公式" r:id="rId9" imgW="472511" imgH="167561" progId="Equation.3">
                    <p:embed/>
                  </p:oleObj>
                </mc:Choice>
                <mc:Fallback>
                  <p:oleObj name="公式" r:id="rId9" imgW="472511" imgH="167561" progId="Equation.3">
                    <p:embed/>
                    <p:pic>
                      <p:nvPicPr>
                        <p:cNvPr id="0" name="Object 10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" y="1883"/>
                          <a:ext cx="8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4" name="Line 1077"/>
            <p:cNvSpPr>
              <a:spLocks noChangeShapeType="1"/>
            </p:cNvSpPr>
            <p:nvPr/>
          </p:nvSpPr>
          <p:spPr bwMode="auto">
            <a:xfrm>
              <a:off x="588" y="2191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5" name="Line 1078"/>
            <p:cNvSpPr>
              <a:spLocks noChangeShapeType="1"/>
            </p:cNvSpPr>
            <p:nvPr/>
          </p:nvSpPr>
          <p:spPr bwMode="auto">
            <a:xfrm flipH="1" flipV="1">
              <a:off x="252" y="1663"/>
              <a:ext cx="33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6" name="Line 1079"/>
            <p:cNvSpPr>
              <a:spLocks noChangeShapeType="1"/>
            </p:cNvSpPr>
            <p:nvPr/>
          </p:nvSpPr>
          <p:spPr bwMode="auto">
            <a:xfrm flipV="1">
              <a:off x="588" y="1279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" name="AutoShape 1080"/>
            <p:cNvSpPr>
              <a:spLocks noChangeArrowheads="1"/>
            </p:cNvSpPr>
            <p:nvPr/>
          </p:nvSpPr>
          <p:spPr bwMode="auto">
            <a:xfrm>
              <a:off x="1164" y="1135"/>
              <a:ext cx="960" cy="76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0498" name="Object 1081"/>
            <p:cNvGraphicFramePr>
              <a:graphicFrameLocks noChangeAspect="1"/>
            </p:cNvGraphicFramePr>
            <p:nvPr/>
          </p:nvGraphicFramePr>
          <p:xfrm>
            <a:off x="2124" y="1983"/>
            <a:ext cx="21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59" name="公式" r:id="rId11" imgW="91440" imgH="99264" progId="Equation.3">
                    <p:embed/>
                  </p:oleObj>
                </mc:Choice>
                <mc:Fallback>
                  <p:oleObj name="公式" r:id="rId11" imgW="91440" imgH="99264" progId="Equation.3">
                    <p:embed/>
                    <p:pic>
                      <p:nvPicPr>
                        <p:cNvPr id="0" name="Object 10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1983"/>
                          <a:ext cx="21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1082"/>
            <p:cNvGraphicFramePr>
              <a:graphicFrameLocks noChangeAspect="1"/>
            </p:cNvGraphicFramePr>
            <p:nvPr/>
          </p:nvGraphicFramePr>
          <p:xfrm>
            <a:off x="0" y="1421"/>
            <a:ext cx="2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0" name="公式" r:id="rId13" imgW="99095" imgH="129383" progId="Equation.3">
                    <p:embed/>
                  </p:oleObj>
                </mc:Choice>
                <mc:Fallback>
                  <p:oleObj name="公式" r:id="rId13" imgW="99095" imgH="129383" progId="Equation.3">
                    <p:embed/>
                    <p:pic>
                      <p:nvPicPr>
                        <p:cNvPr id="0" name="Object 10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21"/>
                          <a:ext cx="2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1083"/>
            <p:cNvGraphicFramePr>
              <a:graphicFrameLocks noChangeAspect="1"/>
            </p:cNvGraphicFramePr>
            <p:nvPr/>
          </p:nvGraphicFramePr>
          <p:xfrm>
            <a:off x="348" y="1067"/>
            <a:ext cx="21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1" name="公式" r:id="rId15" imgW="91440" imgH="91629" progId="Equation.3">
                    <p:embed/>
                  </p:oleObj>
                </mc:Choice>
                <mc:Fallback>
                  <p:oleObj name="公式" r:id="rId15" imgW="91440" imgH="91629" progId="Equation.3">
                    <p:embed/>
                    <p:pic>
                      <p:nvPicPr>
                        <p:cNvPr id="0" name="Object 10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1067"/>
                          <a:ext cx="21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Object 1084"/>
            <p:cNvGraphicFramePr>
              <a:graphicFrameLocks noChangeAspect="1"/>
            </p:cNvGraphicFramePr>
            <p:nvPr/>
          </p:nvGraphicFramePr>
          <p:xfrm>
            <a:off x="1356" y="1152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2" name="公式" r:id="rId17" imgW="152258" imgH="137019" progId="Equation.3">
                    <p:embed/>
                  </p:oleObj>
                </mc:Choice>
                <mc:Fallback>
                  <p:oleObj name="公式" r:id="rId17" imgW="152258" imgH="137019" progId="Equation.3">
                    <p:embed/>
                    <p:pic>
                      <p:nvPicPr>
                        <p:cNvPr id="0" name="Object 10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1152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1085"/>
            <p:cNvGraphicFramePr>
              <a:graphicFrameLocks noChangeAspect="1"/>
            </p:cNvGraphicFramePr>
            <p:nvPr/>
          </p:nvGraphicFramePr>
          <p:xfrm>
            <a:off x="1923" y="1612"/>
            <a:ext cx="34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3" name="公式" r:id="rId19" imgW="167569" imgH="167561" progId="Equation.3">
                    <p:embed/>
                  </p:oleObj>
                </mc:Choice>
                <mc:Fallback>
                  <p:oleObj name="公式" r:id="rId19" imgW="167569" imgH="167561" progId="Equation.3">
                    <p:embed/>
                    <p:pic>
                      <p:nvPicPr>
                        <p:cNvPr id="0" name="Object 10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3" y="1612"/>
                          <a:ext cx="342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1086"/>
            <p:cNvGraphicFramePr>
              <a:graphicFrameLocks noChangeAspect="1"/>
            </p:cNvGraphicFramePr>
            <p:nvPr/>
          </p:nvGraphicFramePr>
          <p:xfrm>
            <a:off x="1788" y="1344"/>
            <a:ext cx="3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64" name="公式" r:id="rId21" imgW="152258" imgH="137019" progId="Equation.3">
                    <p:embed/>
                  </p:oleObj>
                </mc:Choice>
                <mc:Fallback>
                  <p:oleObj name="公式" r:id="rId21" imgW="152258" imgH="137019" progId="Equation.3">
                    <p:embed/>
                    <p:pic>
                      <p:nvPicPr>
                        <p:cNvPr id="0" name="Object 10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8" y="1344"/>
                          <a:ext cx="3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Line 1087"/>
            <p:cNvSpPr>
              <a:spLocks noChangeShapeType="1"/>
            </p:cNvSpPr>
            <p:nvPr/>
          </p:nvSpPr>
          <p:spPr bwMode="auto">
            <a:xfrm flipH="1">
              <a:off x="2076" y="1536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1088"/>
            <p:cNvSpPr>
              <a:spLocks noChangeShapeType="1"/>
            </p:cNvSpPr>
            <p:nvPr/>
          </p:nvSpPr>
          <p:spPr bwMode="auto">
            <a:xfrm flipV="1">
              <a:off x="1596" y="1584"/>
              <a:ext cx="9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6" name="Line 1089"/>
            <p:cNvSpPr>
              <a:spLocks noChangeShapeType="1"/>
            </p:cNvSpPr>
            <p:nvPr/>
          </p:nvSpPr>
          <p:spPr bwMode="auto">
            <a:xfrm flipH="1">
              <a:off x="1788" y="864"/>
              <a:ext cx="9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7" name="Oval 1090"/>
            <p:cNvSpPr>
              <a:spLocks noChangeArrowheads="1"/>
            </p:cNvSpPr>
            <p:nvPr/>
          </p:nvSpPr>
          <p:spPr bwMode="auto">
            <a:xfrm>
              <a:off x="1164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0508" name="Line 1091"/>
            <p:cNvSpPr>
              <a:spLocks noChangeShapeType="1"/>
            </p:cNvSpPr>
            <p:nvPr/>
          </p:nvSpPr>
          <p:spPr bwMode="auto">
            <a:xfrm flipH="1">
              <a:off x="732" y="1584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2932" name="Object 1092"/>
          <p:cNvGraphicFramePr>
            <a:graphicFrameLocks noChangeAspect="1"/>
          </p:cNvGraphicFramePr>
          <p:nvPr/>
        </p:nvGraphicFramePr>
        <p:xfrm>
          <a:off x="5334000" y="4724400"/>
          <a:ext cx="27606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5" name="公式" r:id="rId23" imgW="876123" imgH="358030" progId="Equation.3">
                  <p:embed/>
                </p:oleObj>
              </mc:Choice>
              <mc:Fallback>
                <p:oleObj name="公式" r:id="rId23" imgW="876123" imgH="358030" progId="Equation.3">
                  <p:embed/>
                  <p:pic>
                    <p:nvPicPr>
                      <p:cNvPr id="0" name="Object 10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724400"/>
                        <a:ext cx="27606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13" name="Line 25"/>
          <p:cNvSpPr>
            <a:spLocks noChangeShapeType="1"/>
          </p:cNvSpPr>
          <p:nvPr/>
        </p:nvSpPr>
        <p:spPr bwMode="auto">
          <a:xfrm flipH="1">
            <a:off x="4343400" y="2209800"/>
            <a:ext cx="4800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914" name="Line 26"/>
          <p:cNvSpPr>
            <a:spLocks noChangeShapeType="1"/>
          </p:cNvSpPr>
          <p:nvPr/>
        </p:nvSpPr>
        <p:spPr bwMode="auto">
          <a:xfrm flipH="1">
            <a:off x="5791200" y="3657600"/>
            <a:ext cx="3352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3915" name="Object 27"/>
          <p:cNvGraphicFramePr>
            <a:graphicFrameLocks noChangeAspect="1"/>
          </p:cNvGraphicFramePr>
          <p:nvPr/>
        </p:nvGraphicFramePr>
        <p:xfrm>
          <a:off x="304800" y="0"/>
          <a:ext cx="20272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3" name="公式" r:id="rId3" imgW="632425" imgH="358030" progId="Equation.3">
                  <p:embed/>
                </p:oleObj>
              </mc:Choice>
              <mc:Fallback>
                <p:oleObj name="公式" r:id="rId3" imgW="632425" imgH="3580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20272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6" name="Object 28"/>
          <p:cNvGraphicFramePr>
            <a:graphicFrameLocks noChangeAspect="1"/>
          </p:cNvGraphicFramePr>
          <p:nvPr/>
        </p:nvGraphicFramePr>
        <p:xfrm>
          <a:off x="0" y="1066800"/>
          <a:ext cx="8534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4" name="公式" r:id="rId5" imgW="3520653" imgH="380937" progId="Equation.3">
                  <p:embed/>
                </p:oleObj>
              </mc:Choice>
              <mc:Fallback>
                <p:oleObj name="公式" r:id="rId5" imgW="3520653" imgH="38093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66800"/>
                        <a:ext cx="8534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7" name="Object 29"/>
          <p:cNvGraphicFramePr>
            <a:graphicFrameLocks noChangeAspect="1"/>
          </p:cNvGraphicFramePr>
          <p:nvPr/>
        </p:nvGraphicFramePr>
        <p:xfrm>
          <a:off x="76200" y="2514600"/>
          <a:ext cx="79851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5" name="公式" r:id="rId7" imgW="3291840" imgH="380937" progId="Equation.3">
                  <p:embed/>
                </p:oleObj>
              </mc:Choice>
              <mc:Fallback>
                <p:oleObj name="公式" r:id="rId7" imgW="3291840" imgH="38093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14600"/>
                        <a:ext cx="79851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8" name="Rectangle 30"/>
          <p:cNvSpPr>
            <a:spLocks noChangeArrowheads="1"/>
          </p:cNvSpPr>
          <p:nvPr/>
        </p:nvSpPr>
        <p:spPr bwMode="auto">
          <a:xfrm>
            <a:off x="0" y="39624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D=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恒量，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93919" name="Rectangle 31"/>
          <p:cNvSpPr>
            <a:spLocks noChangeArrowheads="1"/>
          </p:cNvSpPr>
          <p:nvPr/>
        </p:nvSpPr>
        <p:spPr bwMode="auto">
          <a:xfrm>
            <a:off x="1752600" y="3962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令 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3000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=D</a:t>
            </a:r>
            <a:endParaRPr lang="en-US" altLang="zh-CN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3920" name="Object 32"/>
          <p:cNvGraphicFramePr>
            <a:graphicFrameLocks noChangeAspect="1"/>
          </p:cNvGraphicFramePr>
          <p:nvPr/>
        </p:nvGraphicFramePr>
        <p:xfrm>
          <a:off x="4267200" y="3810000"/>
          <a:ext cx="461803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6" name="公式" r:id="rId9" imgW="1546825" imgH="213376" progId="Equation.3">
                  <p:embed/>
                </p:oleObj>
              </mc:Choice>
              <mc:Fallback>
                <p:oleObj name="公式" r:id="rId9" imgW="1546825" imgH="21337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810000"/>
                        <a:ext cx="4618038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21" name="Object 33"/>
          <p:cNvGraphicFramePr>
            <a:graphicFrameLocks noChangeAspect="1"/>
          </p:cNvGraphicFramePr>
          <p:nvPr/>
        </p:nvGraphicFramePr>
        <p:xfrm>
          <a:off x="4191000" y="4724400"/>
          <a:ext cx="24399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7" name="公式" r:id="rId11" imgW="799994" imgH="205740" progId="Equation.3">
                  <p:embed/>
                </p:oleObj>
              </mc:Choice>
              <mc:Fallback>
                <p:oleObj name="公式" r:id="rId11" imgW="799994" imgH="2057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724400"/>
                        <a:ext cx="24399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22" name="Object 34"/>
          <p:cNvGraphicFramePr>
            <a:graphicFrameLocks noChangeAspect="1"/>
          </p:cNvGraphicFramePr>
          <p:nvPr/>
        </p:nvGraphicFramePr>
        <p:xfrm>
          <a:off x="4191000" y="5638800"/>
          <a:ext cx="24384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8" name="公式" r:id="rId13" imgW="799994" imgH="205740" progId="Equation.3">
                  <p:embed/>
                </p:oleObj>
              </mc:Choice>
              <mc:Fallback>
                <p:oleObj name="公式" r:id="rId13" imgW="799994" imgH="2057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638800"/>
                        <a:ext cx="24384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23" name="Rectangle 35"/>
          <p:cNvSpPr>
            <a:spLocks noChangeArrowheads="1"/>
          </p:cNvSpPr>
          <p:nvPr/>
        </p:nvSpPr>
        <p:spPr bwMode="auto">
          <a:xfrm>
            <a:off x="2057400" y="57150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一维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Line 2050"/>
          <p:cNvSpPr>
            <a:spLocks noChangeShapeType="1"/>
          </p:cNvSpPr>
          <p:nvPr/>
        </p:nvSpPr>
        <p:spPr bwMode="auto">
          <a:xfrm flipH="1">
            <a:off x="4343400" y="1752600"/>
            <a:ext cx="4800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4915" name="Line 2051"/>
          <p:cNvSpPr>
            <a:spLocks noChangeShapeType="1"/>
          </p:cNvSpPr>
          <p:nvPr/>
        </p:nvSpPr>
        <p:spPr bwMode="auto">
          <a:xfrm flipH="1">
            <a:off x="5791200" y="3429000"/>
            <a:ext cx="3352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4922" name="Object 20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296795"/>
              </p:ext>
            </p:extLst>
          </p:nvPr>
        </p:nvGraphicFramePr>
        <p:xfrm>
          <a:off x="2483768" y="164306"/>
          <a:ext cx="243998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8" name="公式" r:id="rId3" imgW="799994" imgH="205740" progId="Equation.3">
                  <p:embed/>
                </p:oleObj>
              </mc:Choice>
              <mc:Fallback>
                <p:oleObj name="公式" r:id="rId3" imgW="799994" imgH="205740" progId="Equation.3">
                  <p:embed/>
                  <p:pic>
                    <p:nvPicPr>
                      <p:cNvPr id="0" name="Object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64306"/>
                        <a:ext cx="243998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3" name="Object 20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467500"/>
              </p:ext>
            </p:extLst>
          </p:nvPr>
        </p:nvGraphicFramePr>
        <p:xfrm>
          <a:off x="5772105" y="136595"/>
          <a:ext cx="24384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9" name="公式" r:id="rId5" imgW="799994" imgH="205740" progId="Equation.3">
                  <p:embed/>
                </p:oleObj>
              </mc:Choice>
              <mc:Fallback>
                <p:oleObj name="公式" r:id="rId5" imgW="799994" imgH="205740" progId="Equation.3">
                  <p:embed/>
                  <p:pic>
                    <p:nvPicPr>
                      <p:cNvPr id="0" name="Object 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05" y="136595"/>
                        <a:ext cx="24384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4" name="Rectangle 2060"/>
          <p:cNvSpPr>
            <a:spLocks noChangeArrowheads="1"/>
          </p:cNvSpPr>
          <p:nvPr/>
        </p:nvSpPr>
        <p:spPr bwMode="auto">
          <a:xfrm>
            <a:off x="0" y="1068388"/>
            <a:ext cx="8915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若单位时间内单位体积中产生的粒子数为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F=(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x,y,z,t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) 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与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u 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无关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4925" name="Object 20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493543"/>
              </p:ext>
            </p:extLst>
          </p:nvPr>
        </p:nvGraphicFramePr>
        <p:xfrm>
          <a:off x="899592" y="1828800"/>
          <a:ext cx="4495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0" name="公式" r:id="rId7" imgW="1409877" imgH="205740" progId="Equation.3">
                  <p:embed/>
                </p:oleObj>
              </mc:Choice>
              <mc:Fallback>
                <p:oleObj name="公式" r:id="rId7" imgW="1409877" imgH="205740" progId="Equation.3">
                  <p:embed/>
                  <p:pic>
                    <p:nvPicPr>
                      <p:cNvPr id="0" name="Object 2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828800"/>
                        <a:ext cx="4495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6" name="Object 20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462581"/>
              </p:ext>
            </p:extLst>
          </p:nvPr>
        </p:nvGraphicFramePr>
        <p:xfrm>
          <a:off x="1040085" y="2827743"/>
          <a:ext cx="421481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1" name="公式" r:id="rId9" imgW="1409877" imgH="205740" progId="Equation.3">
                  <p:embed/>
                </p:oleObj>
              </mc:Choice>
              <mc:Fallback>
                <p:oleObj name="公式" r:id="rId9" imgW="1409877" imgH="205740" progId="Equation.3">
                  <p:embed/>
                  <p:pic>
                    <p:nvPicPr>
                      <p:cNvPr id="0" name="Object 2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085" y="2827743"/>
                        <a:ext cx="4214813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7" name="Rectangle 2063"/>
          <p:cNvSpPr>
            <a:spLocks noChangeArrowheads="1"/>
          </p:cNvSpPr>
          <p:nvPr/>
        </p:nvSpPr>
        <p:spPr bwMode="auto">
          <a:xfrm>
            <a:off x="0" y="38100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若单位时间内单位体积中产生的粒子数为  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30000" dirty="0" err="1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u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en-US" altLang="zh-CN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4928" name="Object 2064"/>
          <p:cNvGraphicFramePr>
            <a:graphicFrameLocks noChangeAspect="1"/>
          </p:cNvGraphicFramePr>
          <p:nvPr/>
        </p:nvGraphicFramePr>
        <p:xfrm>
          <a:off x="762000" y="4419600"/>
          <a:ext cx="30368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2" name="公式" r:id="rId11" imgW="937366" imgH="205740" progId="Equation.3">
                  <p:embed/>
                </p:oleObj>
              </mc:Choice>
              <mc:Fallback>
                <p:oleObj name="公式" r:id="rId11" imgW="937366" imgH="205740" progId="Equation.3">
                  <p:embed/>
                  <p:pic>
                    <p:nvPicPr>
                      <p:cNvPr id="0" name="Object 2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19600"/>
                        <a:ext cx="30368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9" name="Object 2065"/>
          <p:cNvGraphicFramePr>
            <a:graphicFrameLocks noChangeAspect="1"/>
          </p:cNvGraphicFramePr>
          <p:nvPr/>
        </p:nvGraphicFramePr>
        <p:xfrm>
          <a:off x="762000" y="5334000"/>
          <a:ext cx="36671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3" name="公式" r:id="rId13" imgW="1143213" imgH="205740" progId="Equation.3">
                  <p:embed/>
                </p:oleObj>
              </mc:Choice>
              <mc:Fallback>
                <p:oleObj name="公式" r:id="rId13" imgW="1143213" imgH="205740" progId="Equation.3">
                  <p:embed/>
                  <p:pic>
                    <p:nvPicPr>
                      <p:cNvPr id="0" name="Object 2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334000"/>
                        <a:ext cx="36671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9512" y="336551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无源扩散：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315845"/>
              </p:ext>
            </p:extLst>
          </p:nvPr>
        </p:nvGraphicFramePr>
        <p:xfrm>
          <a:off x="5493483" y="4688599"/>
          <a:ext cx="2050317" cy="48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4" name="Equation" r:id="rId15" imgW="749160" imgH="177480" progId="Equation.DSMT4">
                  <p:embed/>
                </p:oleObj>
              </mc:Choice>
              <mc:Fallback>
                <p:oleObj name="Equation" r:id="rId15" imgW="7491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93483" y="4688599"/>
                        <a:ext cx="2050317" cy="4865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Line 2"/>
          <p:cNvSpPr>
            <a:spLocks noChangeShapeType="1"/>
          </p:cNvSpPr>
          <p:nvPr/>
        </p:nvSpPr>
        <p:spPr bwMode="auto">
          <a:xfrm flipH="1">
            <a:off x="6096000" y="2133600"/>
            <a:ext cx="3048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9796" name="Rectangle 4" descr="80%"/>
          <p:cNvSpPr>
            <a:spLocks noChangeArrowheads="1"/>
          </p:cNvSpPr>
          <p:nvPr/>
        </p:nvSpPr>
        <p:spPr bwMode="auto">
          <a:xfrm>
            <a:off x="296863" y="-1588"/>
            <a:ext cx="2628900" cy="52228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2‘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、热传导方程</a:t>
            </a:r>
          </a:p>
        </p:txBody>
      </p:sp>
      <p:graphicFrame>
        <p:nvGraphicFramePr>
          <p:cNvPr id="289798" name="Object 6"/>
          <p:cNvGraphicFramePr>
            <a:graphicFrameLocks noChangeAspect="1"/>
          </p:cNvGraphicFramePr>
          <p:nvPr/>
        </p:nvGraphicFramePr>
        <p:xfrm>
          <a:off x="990600" y="4419600"/>
          <a:ext cx="69342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2" name="公式" r:id="rId4" imgW="2034646" imgH="167561" progId="Equation.3">
                  <p:embed/>
                </p:oleObj>
              </mc:Choice>
              <mc:Fallback>
                <p:oleObj name="公式" r:id="rId4" imgW="2034646" imgH="1675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419600"/>
                        <a:ext cx="69342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9" name="Object 7"/>
          <p:cNvGraphicFramePr>
            <a:graphicFrameLocks noChangeAspect="1"/>
          </p:cNvGraphicFramePr>
          <p:nvPr/>
        </p:nvGraphicFramePr>
        <p:xfrm>
          <a:off x="1066800" y="5562600"/>
          <a:ext cx="12985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3" name="公式" r:id="rId6" imgW="441889" imgH="137019" progId="Equation.3">
                  <p:embed/>
                </p:oleObj>
              </mc:Choice>
              <mc:Fallback>
                <p:oleObj name="公式" r:id="rId6" imgW="441889" imgH="13701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62600"/>
                        <a:ext cx="12985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0" name="Rectangle 8"/>
          <p:cNvSpPr>
            <a:spLocks noChangeArrowheads="1"/>
          </p:cNvSpPr>
          <p:nvPr/>
        </p:nvSpPr>
        <p:spPr bwMode="auto">
          <a:xfrm>
            <a:off x="228600" y="533400"/>
            <a:ext cx="83534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设有一根恒截面为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的均匀细杆，沿杆长有温度差，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其侧面绝热</a:t>
            </a:r>
          </a:p>
        </p:txBody>
      </p:sp>
      <p:sp>
        <p:nvSpPr>
          <p:cNvPr id="289801" name="Rectangle 9"/>
          <p:cNvSpPr>
            <a:spLocks noChangeArrowheads="1"/>
          </p:cNvSpPr>
          <p:nvPr/>
        </p:nvSpPr>
        <p:spPr bwMode="auto">
          <a:xfrm>
            <a:off x="381000" y="1600200"/>
            <a:ext cx="601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u(x,t)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为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处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t 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时刻温度，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 为杆密度</a:t>
            </a:r>
            <a:endParaRPr lang="zh-CN" altLang="en-US" sz="28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289815" name="Group 23"/>
          <p:cNvGrpSpPr>
            <a:grpSpLocks/>
          </p:cNvGrpSpPr>
          <p:nvPr/>
        </p:nvGrpSpPr>
        <p:grpSpPr bwMode="auto">
          <a:xfrm>
            <a:off x="0" y="2514600"/>
            <a:ext cx="5715000" cy="1403350"/>
            <a:chOff x="0" y="1584"/>
            <a:chExt cx="3600" cy="884"/>
          </a:xfrm>
        </p:grpSpPr>
        <p:sp>
          <p:nvSpPr>
            <p:cNvPr id="23565" name="Line 3"/>
            <p:cNvSpPr>
              <a:spLocks noChangeShapeType="1"/>
            </p:cNvSpPr>
            <p:nvPr/>
          </p:nvSpPr>
          <p:spPr bwMode="auto">
            <a:xfrm flipH="1">
              <a:off x="0" y="1776"/>
              <a:ext cx="326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Rectangle 5"/>
            <p:cNvSpPr>
              <a:spLocks noChangeArrowheads="1"/>
            </p:cNvSpPr>
            <p:nvPr/>
          </p:nvSpPr>
          <p:spPr bwMode="auto">
            <a:xfrm>
              <a:off x="480" y="201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F09C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23567" name="AutoShape 10"/>
            <p:cNvSpPr>
              <a:spLocks noChangeArrowheads="1"/>
            </p:cNvSpPr>
            <p:nvPr/>
          </p:nvSpPr>
          <p:spPr bwMode="auto">
            <a:xfrm rot="5400000">
              <a:off x="1056" y="528"/>
              <a:ext cx="408" cy="2520"/>
            </a:xfrm>
            <a:prstGeom prst="can">
              <a:avLst>
                <a:gd name="adj" fmla="val 102684"/>
              </a:avLst>
            </a:prstGeom>
            <a:solidFill>
              <a:srgbClr val="DF09C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3568" name="Oval 11"/>
            <p:cNvSpPr>
              <a:spLocks noChangeArrowheads="1"/>
            </p:cNvSpPr>
            <p:nvPr/>
          </p:nvSpPr>
          <p:spPr bwMode="auto">
            <a:xfrm>
              <a:off x="1344" y="1584"/>
              <a:ext cx="288" cy="384"/>
            </a:xfrm>
            <a:prstGeom prst="ellipse">
              <a:avLst/>
            </a:prstGeom>
            <a:solidFill>
              <a:srgbClr val="DF09C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3569" name="Oval 12"/>
            <p:cNvSpPr>
              <a:spLocks noChangeArrowheads="1"/>
            </p:cNvSpPr>
            <p:nvPr/>
          </p:nvSpPr>
          <p:spPr bwMode="auto">
            <a:xfrm>
              <a:off x="672" y="1584"/>
              <a:ext cx="288" cy="384"/>
            </a:xfrm>
            <a:prstGeom prst="ellipse">
              <a:avLst/>
            </a:prstGeom>
            <a:solidFill>
              <a:srgbClr val="DF09C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3570" name="Line 13"/>
            <p:cNvSpPr>
              <a:spLocks noChangeShapeType="1"/>
            </p:cNvSpPr>
            <p:nvPr/>
          </p:nvSpPr>
          <p:spPr bwMode="auto">
            <a:xfrm flipH="1">
              <a:off x="816" y="196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14"/>
            <p:cNvSpPr>
              <a:spLocks noChangeShapeType="1"/>
            </p:cNvSpPr>
            <p:nvPr/>
          </p:nvSpPr>
          <p:spPr bwMode="auto">
            <a:xfrm flipH="1">
              <a:off x="1488" y="201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Rectangle 15"/>
            <p:cNvSpPr>
              <a:spLocks noChangeArrowheads="1"/>
            </p:cNvSpPr>
            <p:nvPr/>
          </p:nvSpPr>
          <p:spPr bwMode="auto">
            <a:xfrm>
              <a:off x="3312" y="1584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F09C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23573" name="Rectangle 16"/>
            <p:cNvSpPr>
              <a:spLocks noChangeArrowheads="1"/>
            </p:cNvSpPr>
            <p:nvPr/>
          </p:nvSpPr>
          <p:spPr bwMode="auto">
            <a:xfrm>
              <a:off x="1488" y="2064"/>
              <a:ext cx="9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F09C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x+</a:t>
              </a:r>
              <a:r>
                <a:rPr lang="en-US" altLang="zh-CN" sz="3600" b="1">
                  <a:latin typeface="Book Antiqua" panose="02040602050305030304" pitchFamily="18" charset="0"/>
                  <a:sym typeface="Symbol" panose="05050102010706020507" pitchFamily="18" charset="2"/>
                </a:rPr>
                <a:t>x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sp>
        <p:nvSpPr>
          <p:cNvPr id="289809" name="Line 17"/>
          <p:cNvSpPr>
            <a:spLocks noChangeShapeType="1"/>
          </p:cNvSpPr>
          <p:nvPr/>
        </p:nvSpPr>
        <p:spPr bwMode="auto">
          <a:xfrm flipH="1" flipV="1">
            <a:off x="6096000" y="2057400"/>
            <a:ext cx="6350" cy="1981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9810" name="Line 18"/>
          <p:cNvSpPr>
            <a:spLocks noChangeShapeType="1"/>
          </p:cNvSpPr>
          <p:nvPr/>
        </p:nvSpPr>
        <p:spPr bwMode="auto">
          <a:xfrm flipH="1">
            <a:off x="0" y="4114800"/>
            <a:ext cx="61722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9811" name="Rectangle 19"/>
          <p:cNvSpPr>
            <a:spLocks noChangeArrowheads="1"/>
          </p:cNvSpPr>
          <p:nvPr/>
        </p:nvSpPr>
        <p:spPr bwMode="auto">
          <a:xfrm>
            <a:off x="6303963" y="2378075"/>
            <a:ext cx="2840037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 （1）、</a:t>
            </a:r>
            <a:r>
              <a:rPr lang="en-US" altLang="zh-CN" sz="2800" b="1" i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dt 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时间内引起小段</a:t>
            </a:r>
            <a:r>
              <a:rPr lang="zh-CN" altLang="en-US" sz="3600" b="1">
                <a:solidFill>
                  <a:schemeClr val="tx2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3600" b="1">
                <a:solidFill>
                  <a:schemeClr val="tx2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>
                <a:latin typeface="Book Antiqua" panose="02040602050305030304" pitchFamily="18" charset="0"/>
                <a:sym typeface="Symbol" panose="05050102010706020507" pitchFamily="18" charset="2"/>
              </a:rPr>
              <a:t>温度升高所需热量为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89812" name="Object 20"/>
          <p:cNvGraphicFramePr>
            <a:graphicFrameLocks noChangeAspect="1"/>
          </p:cNvGraphicFramePr>
          <p:nvPr/>
        </p:nvGraphicFramePr>
        <p:xfrm>
          <a:off x="3200400" y="5334000"/>
          <a:ext cx="323373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4" name="公式" r:id="rId8" imgW="929711" imgH="190469" progId="Equation.3">
                  <p:embed/>
                </p:oleObj>
              </mc:Choice>
              <mc:Fallback>
                <p:oleObj name="公式" r:id="rId8" imgW="929711" imgH="1904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0"/>
                        <a:ext cx="3233738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835696" y="6165304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比热容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Line 2"/>
          <p:cNvSpPr>
            <a:spLocks noChangeShapeType="1"/>
          </p:cNvSpPr>
          <p:nvPr/>
        </p:nvSpPr>
        <p:spPr bwMode="auto">
          <a:xfrm flipH="1">
            <a:off x="4026018" y="4221088"/>
            <a:ext cx="50292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 flipH="1">
            <a:off x="0" y="762000"/>
            <a:ext cx="5181600" cy="76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762000" y="11430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4581" name="AutoShape 10"/>
          <p:cNvSpPr>
            <a:spLocks noChangeArrowheads="1"/>
          </p:cNvSpPr>
          <p:nvPr/>
        </p:nvSpPr>
        <p:spPr bwMode="auto">
          <a:xfrm rot="5400000">
            <a:off x="1676400" y="-1219200"/>
            <a:ext cx="647700" cy="4000500"/>
          </a:xfrm>
          <a:prstGeom prst="can">
            <a:avLst>
              <a:gd name="adj" fmla="val 102684"/>
            </a:avLst>
          </a:prstGeom>
          <a:solidFill>
            <a:srgbClr val="DF09CB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4582" name="Oval 11"/>
          <p:cNvSpPr>
            <a:spLocks noChangeArrowheads="1"/>
          </p:cNvSpPr>
          <p:nvPr/>
        </p:nvSpPr>
        <p:spPr bwMode="auto">
          <a:xfrm>
            <a:off x="2133600" y="4572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4583" name="Oval 12"/>
          <p:cNvSpPr>
            <a:spLocks noChangeArrowheads="1"/>
          </p:cNvSpPr>
          <p:nvPr/>
        </p:nvSpPr>
        <p:spPr bwMode="auto">
          <a:xfrm>
            <a:off x="1066800" y="4572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4584" name="Line 13"/>
          <p:cNvSpPr>
            <a:spLocks noChangeShapeType="1"/>
          </p:cNvSpPr>
          <p:nvPr/>
        </p:nvSpPr>
        <p:spPr bwMode="auto">
          <a:xfrm flipH="1">
            <a:off x="1295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5" name="Line 14"/>
          <p:cNvSpPr>
            <a:spLocks noChangeShapeType="1"/>
          </p:cNvSpPr>
          <p:nvPr/>
        </p:nvSpPr>
        <p:spPr bwMode="auto">
          <a:xfrm flipH="1">
            <a:off x="2362200" y="114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6" name="Rectangle 15"/>
          <p:cNvSpPr>
            <a:spLocks noChangeArrowheads="1"/>
          </p:cNvSpPr>
          <p:nvPr/>
        </p:nvSpPr>
        <p:spPr bwMode="auto">
          <a:xfrm>
            <a:off x="5257800" y="4572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4587" name="Rectangle 16"/>
          <p:cNvSpPr>
            <a:spLocks noChangeArrowheads="1"/>
          </p:cNvSpPr>
          <p:nvPr/>
        </p:nvSpPr>
        <p:spPr bwMode="auto">
          <a:xfrm>
            <a:off x="2362200" y="12192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x+</a:t>
            </a:r>
            <a:r>
              <a:rPr lang="en-US" altLang="zh-CN" sz="3600" b="1">
                <a:latin typeface="Book Antiqua" panose="02040602050305030304" pitchFamily="18" charset="0"/>
                <a:sym typeface="Symbol" panose="05050102010706020507" pitchFamily="18" charset="2"/>
              </a:rPr>
              <a:t>x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4588" name="Line 17"/>
          <p:cNvSpPr>
            <a:spLocks noChangeShapeType="1"/>
          </p:cNvSpPr>
          <p:nvPr/>
        </p:nvSpPr>
        <p:spPr bwMode="auto">
          <a:xfrm flipH="1" flipV="1">
            <a:off x="5867400" y="0"/>
            <a:ext cx="6350" cy="1981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9" name="Line 18"/>
          <p:cNvSpPr>
            <a:spLocks noChangeShapeType="1"/>
          </p:cNvSpPr>
          <p:nvPr/>
        </p:nvSpPr>
        <p:spPr bwMode="auto">
          <a:xfrm flipH="1">
            <a:off x="0" y="1981200"/>
            <a:ext cx="58674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477" name="Rectangle 21"/>
          <p:cNvSpPr>
            <a:spLocks noChangeArrowheads="1"/>
          </p:cNvSpPr>
          <p:nvPr/>
        </p:nvSpPr>
        <p:spPr bwMode="auto">
          <a:xfrm>
            <a:off x="5943600" y="-11678"/>
            <a:ext cx="309289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（2）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Fourier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热传导定律：单位</a:t>
            </a:r>
            <a:r>
              <a:rPr lang="zh-CN" altLang="zh-CN" sz="2800" b="1" dirty="0">
                <a:latin typeface="Book Antiqua" panose="02040602050305030304" pitchFamily="18" charset="0"/>
                <a:ea typeface="楷体_GB2312" pitchFamily="49" charset="-122"/>
              </a:rPr>
              <a:t>时间内流过单位面积的热量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q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(</a:t>
            </a:r>
            <a:r>
              <a:rPr lang="zh-CN" altLang="zh-CN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热流强度量）</a:t>
            </a:r>
            <a:r>
              <a:rPr lang="zh-CN" altLang="zh-CN" sz="2800" b="1" dirty="0">
                <a:latin typeface="Book Antiqua" panose="02040602050305030304" pitchFamily="18" charset="0"/>
                <a:ea typeface="楷体_GB2312" pitchFamily="49" charset="-122"/>
              </a:rPr>
              <a:t>与温度的下降成正比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4591" name="Line 22"/>
          <p:cNvSpPr>
            <a:spLocks noChangeShapeType="1"/>
          </p:cNvSpPr>
          <p:nvPr/>
        </p:nvSpPr>
        <p:spPr bwMode="auto">
          <a:xfrm flipH="1">
            <a:off x="685800" y="76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2" name="Line 23"/>
          <p:cNvSpPr>
            <a:spLocks noChangeShapeType="1"/>
          </p:cNvSpPr>
          <p:nvPr/>
        </p:nvSpPr>
        <p:spPr bwMode="auto">
          <a:xfrm>
            <a:off x="2362200" y="7620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3" name="Rectangle 24"/>
          <p:cNvSpPr>
            <a:spLocks noChangeArrowheads="1"/>
          </p:cNvSpPr>
          <p:nvPr/>
        </p:nvSpPr>
        <p:spPr bwMode="auto">
          <a:xfrm>
            <a:off x="381000" y="3048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Book Antiqua" panose="02040602050305030304" pitchFamily="18" charset="0"/>
              </a:rPr>
              <a:t>n</a:t>
            </a:r>
            <a:endParaRPr lang="en-US" altLang="zh-CN" sz="36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4594" name="Rectangle 25"/>
          <p:cNvSpPr>
            <a:spLocks noChangeArrowheads="1"/>
          </p:cNvSpPr>
          <p:nvPr/>
        </p:nvSpPr>
        <p:spPr bwMode="auto">
          <a:xfrm>
            <a:off x="2895600" y="2286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Book Antiqua" panose="02040602050305030304" pitchFamily="18" charset="0"/>
              </a:rPr>
              <a:t>n</a:t>
            </a:r>
            <a:endParaRPr lang="en-US" altLang="zh-CN" sz="36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75482" name="Object 26"/>
          <p:cNvGraphicFramePr>
            <a:graphicFrameLocks noChangeAspect="1"/>
          </p:cNvGraphicFramePr>
          <p:nvPr/>
        </p:nvGraphicFramePr>
        <p:xfrm>
          <a:off x="0" y="2667000"/>
          <a:ext cx="21224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7" name="公式" r:id="rId3" imgW="594573" imgH="167561" progId="Equation.3">
                  <p:embed/>
                </p:oleObj>
              </mc:Choice>
              <mc:Fallback>
                <p:oleObj name="公式" r:id="rId3" imgW="594573" imgH="16756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67000"/>
                        <a:ext cx="2122488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83" name="Rectangle 27"/>
          <p:cNvSpPr>
            <a:spLocks noChangeArrowheads="1"/>
          </p:cNvSpPr>
          <p:nvPr/>
        </p:nvSpPr>
        <p:spPr bwMode="auto">
          <a:xfrm>
            <a:off x="103981" y="3505993"/>
            <a:ext cx="2840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k </a:t>
            </a: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为热传导系数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75484" name="Rectangle 28"/>
          <p:cNvSpPr>
            <a:spLocks noChangeArrowheads="1"/>
          </p:cNvSpPr>
          <p:nvPr/>
        </p:nvSpPr>
        <p:spPr bwMode="auto">
          <a:xfrm>
            <a:off x="3124200" y="3542278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一维情况下如图有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548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727960"/>
              </p:ext>
            </p:extLst>
          </p:nvPr>
        </p:nvGraphicFramePr>
        <p:xfrm>
          <a:off x="6672381" y="2818378"/>
          <a:ext cx="2382837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8" name="公式" r:id="rId5" imgW="670702" imgH="358030" progId="Equation.3">
                  <p:embed/>
                </p:oleObj>
              </mc:Choice>
              <mc:Fallback>
                <p:oleObj name="公式" r:id="rId5" imgW="670702" imgH="3580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381" y="2818378"/>
                        <a:ext cx="2382837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86" name="Object 30"/>
          <p:cNvGraphicFramePr>
            <a:graphicFrameLocks noChangeAspect="1"/>
          </p:cNvGraphicFramePr>
          <p:nvPr/>
        </p:nvGraphicFramePr>
        <p:xfrm>
          <a:off x="3810000" y="2286000"/>
          <a:ext cx="217011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9" name="公式" r:id="rId7" imgW="609458" imgH="358030" progId="Equation.3">
                  <p:embed/>
                </p:oleObj>
              </mc:Choice>
              <mc:Fallback>
                <p:oleObj name="公式" r:id="rId7" imgW="609458" imgH="35803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286000"/>
                        <a:ext cx="2170113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87" name="Rectangle 31"/>
          <p:cNvSpPr>
            <a:spLocks noChangeArrowheads="1"/>
          </p:cNvSpPr>
          <p:nvPr/>
        </p:nvSpPr>
        <p:spPr bwMode="auto">
          <a:xfrm>
            <a:off x="2438400" y="27432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大小</a:t>
            </a:r>
            <a:endParaRPr lang="zh-CN" altLang="en-US" sz="3600" b="1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921" y="4093597"/>
            <a:ext cx="426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热导率不是比热容！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3981" y="4689515"/>
            <a:ext cx="8867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水的热导率和比热容都比较大，金属的热导率比较大但比热容比较小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574" y="5879451"/>
            <a:ext cx="2869959" cy="6505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1016" y="5600546"/>
            <a:ext cx="2979204" cy="1049016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Line 1026"/>
          <p:cNvSpPr>
            <a:spLocks noChangeShapeType="1"/>
          </p:cNvSpPr>
          <p:nvPr/>
        </p:nvSpPr>
        <p:spPr bwMode="auto">
          <a:xfrm>
            <a:off x="6935132" y="3300413"/>
            <a:ext cx="0" cy="16764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" name="Line 1036"/>
          <p:cNvSpPr>
            <a:spLocks noChangeShapeType="1"/>
          </p:cNvSpPr>
          <p:nvPr/>
        </p:nvSpPr>
        <p:spPr bwMode="auto">
          <a:xfrm flipH="1" flipV="1">
            <a:off x="5867400" y="0"/>
            <a:ext cx="0" cy="1749424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4" name="Line 1037"/>
          <p:cNvSpPr>
            <a:spLocks noChangeShapeType="1"/>
          </p:cNvSpPr>
          <p:nvPr/>
        </p:nvSpPr>
        <p:spPr bwMode="auto">
          <a:xfrm flipH="1">
            <a:off x="87689" y="1784350"/>
            <a:ext cx="58674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5" name="Line 1027"/>
          <p:cNvSpPr>
            <a:spLocks noChangeShapeType="1"/>
          </p:cNvSpPr>
          <p:nvPr/>
        </p:nvSpPr>
        <p:spPr bwMode="auto">
          <a:xfrm flipH="1">
            <a:off x="0" y="762000"/>
            <a:ext cx="5181600" cy="76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6" name="Rectangle 1028"/>
          <p:cNvSpPr>
            <a:spLocks noChangeArrowheads="1"/>
          </p:cNvSpPr>
          <p:nvPr/>
        </p:nvSpPr>
        <p:spPr bwMode="auto">
          <a:xfrm>
            <a:off x="762000" y="11430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5607" name="AutoShape 1029"/>
          <p:cNvSpPr>
            <a:spLocks noChangeArrowheads="1"/>
          </p:cNvSpPr>
          <p:nvPr/>
        </p:nvSpPr>
        <p:spPr bwMode="auto">
          <a:xfrm rot="5400000">
            <a:off x="1676400" y="-1219200"/>
            <a:ext cx="647700" cy="4000500"/>
          </a:xfrm>
          <a:prstGeom prst="can">
            <a:avLst>
              <a:gd name="adj" fmla="val 102684"/>
            </a:avLst>
          </a:prstGeom>
          <a:solidFill>
            <a:srgbClr val="DF09CB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5608" name="Oval 1030"/>
          <p:cNvSpPr>
            <a:spLocks noChangeArrowheads="1"/>
          </p:cNvSpPr>
          <p:nvPr/>
        </p:nvSpPr>
        <p:spPr bwMode="auto">
          <a:xfrm>
            <a:off x="2133600" y="4572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5609" name="Oval 1031"/>
          <p:cNvSpPr>
            <a:spLocks noChangeArrowheads="1"/>
          </p:cNvSpPr>
          <p:nvPr/>
        </p:nvSpPr>
        <p:spPr bwMode="auto">
          <a:xfrm>
            <a:off x="1066800" y="4572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5610" name="Line 1032"/>
          <p:cNvSpPr>
            <a:spLocks noChangeShapeType="1"/>
          </p:cNvSpPr>
          <p:nvPr/>
        </p:nvSpPr>
        <p:spPr bwMode="auto">
          <a:xfrm flipH="1">
            <a:off x="1295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Line 1033"/>
          <p:cNvSpPr>
            <a:spLocks noChangeShapeType="1"/>
          </p:cNvSpPr>
          <p:nvPr/>
        </p:nvSpPr>
        <p:spPr bwMode="auto">
          <a:xfrm flipH="1">
            <a:off x="2362200" y="114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2" name="Rectangle 1034"/>
          <p:cNvSpPr>
            <a:spLocks noChangeArrowheads="1"/>
          </p:cNvSpPr>
          <p:nvPr/>
        </p:nvSpPr>
        <p:spPr bwMode="auto">
          <a:xfrm>
            <a:off x="5257800" y="4572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5613" name="Rectangle 1035"/>
          <p:cNvSpPr>
            <a:spLocks noChangeArrowheads="1"/>
          </p:cNvSpPr>
          <p:nvPr/>
        </p:nvSpPr>
        <p:spPr bwMode="auto">
          <a:xfrm>
            <a:off x="2362200" y="12192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x+</a:t>
            </a:r>
            <a:r>
              <a:rPr lang="en-US" altLang="zh-CN" sz="3600" b="1">
                <a:latin typeface="Book Antiqua" panose="02040602050305030304" pitchFamily="18" charset="0"/>
                <a:sym typeface="Symbol" panose="05050102010706020507" pitchFamily="18" charset="2"/>
              </a:rPr>
              <a:t>x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5614" name="Line 1039"/>
          <p:cNvSpPr>
            <a:spLocks noChangeShapeType="1"/>
          </p:cNvSpPr>
          <p:nvPr/>
        </p:nvSpPr>
        <p:spPr bwMode="auto">
          <a:xfrm flipH="1">
            <a:off x="685800" y="76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5" name="Line 1040"/>
          <p:cNvSpPr>
            <a:spLocks noChangeShapeType="1"/>
          </p:cNvSpPr>
          <p:nvPr/>
        </p:nvSpPr>
        <p:spPr bwMode="auto">
          <a:xfrm>
            <a:off x="2362200" y="7620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5965" name="Object 1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037110"/>
              </p:ext>
            </p:extLst>
          </p:nvPr>
        </p:nvGraphicFramePr>
        <p:xfrm>
          <a:off x="112733" y="3124200"/>
          <a:ext cx="429736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3" name="公式" r:id="rId3" imgW="1241883" imgH="213376" progId="Equation.3">
                  <p:embed/>
                </p:oleObj>
              </mc:Choice>
              <mc:Fallback>
                <p:oleObj name="公式" r:id="rId3" imgW="1241883" imgH="213376" progId="Equation.3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33" y="3124200"/>
                        <a:ext cx="429736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66" name="Rectangle 1054"/>
          <p:cNvSpPr>
            <a:spLocks noChangeArrowheads="1"/>
          </p:cNvSpPr>
          <p:nvPr/>
        </p:nvSpPr>
        <p:spPr bwMode="auto">
          <a:xfrm>
            <a:off x="6400800" y="304800"/>
            <a:ext cx="2286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dt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时间净流入的热量为</a:t>
            </a:r>
          </a:p>
        </p:txBody>
      </p:sp>
      <p:graphicFrame>
        <p:nvGraphicFramePr>
          <p:cNvPr id="295968" name="Object 10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071071"/>
              </p:ext>
            </p:extLst>
          </p:nvPr>
        </p:nvGraphicFramePr>
        <p:xfrm>
          <a:off x="4305301" y="2924110"/>
          <a:ext cx="2438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4" name="公式" r:id="rId5" imgW="861237" imgH="358030" progId="Equation.3">
                  <p:embed/>
                </p:oleObj>
              </mc:Choice>
              <mc:Fallback>
                <p:oleObj name="公式" r:id="rId5" imgW="861237" imgH="358030" progId="Equation.3">
                  <p:embed/>
                  <p:pic>
                    <p:nvPicPr>
                      <p:cNvPr id="0" name="Object 1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1" y="2924110"/>
                        <a:ext cx="2438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69" name="Object 10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541484"/>
              </p:ext>
            </p:extLst>
          </p:nvPr>
        </p:nvGraphicFramePr>
        <p:xfrm>
          <a:off x="323680" y="4275138"/>
          <a:ext cx="31480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5" name="公式" r:id="rId7" imgW="899089" imgH="190469" progId="Equation.3">
                  <p:embed/>
                </p:oleObj>
              </mc:Choice>
              <mc:Fallback>
                <p:oleObj name="公式" r:id="rId7" imgW="899089" imgH="190469" progId="Equation.3">
                  <p:embed/>
                  <p:pic>
                    <p:nvPicPr>
                      <p:cNvPr id="0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80" y="4275138"/>
                        <a:ext cx="314801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71" name="Object 10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051761"/>
              </p:ext>
            </p:extLst>
          </p:nvPr>
        </p:nvGraphicFramePr>
        <p:xfrm>
          <a:off x="323681" y="4848871"/>
          <a:ext cx="48498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6" name="公式" r:id="rId9" imgW="1409877" imgH="190469" progId="Equation.3">
                  <p:embed/>
                </p:oleObj>
              </mc:Choice>
              <mc:Fallback>
                <p:oleObj name="公式" r:id="rId9" imgW="1409877" imgH="190469" progId="Equation.3">
                  <p:embed/>
                  <p:pic>
                    <p:nvPicPr>
                      <p:cNvPr id="0" name="Object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81" y="4848871"/>
                        <a:ext cx="484981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72" name="Object 10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473308"/>
              </p:ext>
            </p:extLst>
          </p:nvPr>
        </p:nvGraphicFramePr>
        <p:xfrm>
          <a:off x="4306093" y="3933179"/>
          <a:ext cx="23606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7" name="公式" r:id="rId11" imgW="746831" imgH="190469" progId="Equation.3">
                  <p:embed/>
                </p:oleObj>
              </mc:Choice>
              <mc:Fallback>
                <p:oleObj name="公式" r:id="rId11" imgW="746831" imgH="190469" progId="Equation.3">
                  <p:embed/>
                  <p:pic>
                    <p:nvPicPr>
                      <p:cNvPr id="0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093" y="3933179"/>
                        <a:ext cx="23606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73" name="Object 10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51665"/>
              </p:ext>
            </p:extLst>
          </p:nvPr>
        </p:nvGraphicFramePr>
        <p:xfrm>
          <a:off x="7086600" y="3490119"/>
          <a:ext cx="205740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8" name="公式" r:id="rId13" imgW="670702" imgH="358030" progId="Equation.3">
                  <p:embed/>
                </p:oleObj>
              </mc:Choice>
              <mc:Fallback>
                <p:oleObj name="公式" r:id="rId13" imgW="670702" imgH="358030" progId="Equation.3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490119"/>
                        <a:ext cx="205740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75" name="Line 1063"/>
          <p:cNvSpPr>
            <a:spLocks noChangeShapeType="1"/>
          </p:cNvSpPr>
          <p:nvPr/>
        </p:nvSpPr>
        <p:spPr bwMode="auto">
          <a:xfrm>
            <a:off x="6935132" y="4941168"/>
            <a:ext cx="2286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5976" name="Line 1064"/>
          <p:cNvSpPr>
            <a:spLocks noChangeShapeType="1"/>
          </p:cNvSpPr>
          <p:nvPr/>
        </p:nvSpPr>
        <p:spPr bwMode="auto">
          <a:xfrm flipV="1">
            <a:off x="5486400" y="5334000"/>
            <a:ext cx="3657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5977" name="Object 1065"/>
          <p:cNvGraphicFramePr>
            <a:graphicFrameLocks noChangeAspect="1"/>
          </p:cNvGraphicFramePr>
          <p:nvPr/>
        </p:nvGraphicFramePr>
        <p:xfrm>
          <a:off x="914400" y="5638800"/>
          <a:ext cx="23653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9" name="公式" r:id="rId15" imgW="799994" imgH="205740" progId="Equation.3">
                  <p:embed/>
                </p:oleObj>
              </mc:Choice>
              <mc:Fallback>
                <p:oleObj name="公式" r:id="rId15" imgW="799994" imgH="205740" progId="Equation.3">
                  <p:embed/>
                  <p:pic>
                    <p:nvPicPr>
                      <p:cNvPr id="0" name="Object 1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38800"/>
                        <a:ext cx="2365375" cy="760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78" name="Object 1066"/>
          <p:cNvGraphicFramePr>
            <a:graphicFrameLocks noChangeAspect="1"/>
          </p:cNvGraphicFramePr>
          <p:nvPr/>
        </p:nvGraphicFramePr>
        <p:xfrm>
          <a:off x="4572000" y="5410200"/>
          <a:ext cx="17811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60" name="公式" r:id="rId17" imgW="495477" imgH="380937" progId="Equation.3">
                  <p:embed/>
                </p:oleObj>
              </mc:Choice>
              <mc:Fallback>
                <p:oleObj name="公式" r:id="rId17" imgW="495477" imgH="380937" progId="Equation.3">
                  <p:embed/>
                  <p:pic>
                    <p:nvPicPr>
                      <p:cNvPr id="0" name="Object 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10200"/>
                        <a:ext cx="1781175" cy="1219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682148"/>
              </p:ext>
            </p:extLst>
          </p:nvPr>
        </p:nvGraphicFramePr>
        <p:xfrm>
          <a:off x="6995862" y="1698228"/>
          <a:ext cx="17462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61" name="公式" r:id="rId19" imgW="480166" imgH="213376" progId="Equation.3">
                  <p:embed/>
                </p:oleObj>
              </mc:Choice>
              <mc:Fallback>
                <p:oleObj name="公式" r:id="rId19" imgW="480166" imgH="213376" progId="Equation.3">
                  <p:embed/>
                  <p:pic>
                    <p:nvPicPr>
                      <p:cNvPr id="27548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862" y="1698228"/>
                        <a:ext cx="17462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-73826" y="1972377"/>
            <a:ext cx="73803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方向左表面，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dt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时间</a:t>
            </a:r>
            <a:r>
              <a:rPr lang="zh-CN" altLang="en-US" sz="2800" b="1" i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流入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圆柱体的热量为</a:t>
            </a:r>
            <a:endParaRPr lang="zh-CN" altLang="en-US" sz="3600" b="1" dirty="0"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152400" y="2607321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dt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时间</a:t>
            </a:r>
            <a:r>
              <a:rPr lang="zh-CN" altLang="en-US" sz="2800" b="1" i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流出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圆柱体的热量为</a:t>
            </a:r>
          </a:p>
        </p:txBody>
      </p:sp>
      <p:graphicFrame>
        <p:nvGraphicFramePr>
          <p:cNvPr id="30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018737"/>
              </p:ext>
            </p:extLst>
          </p:nvPr>
        </p:nvGraphicFramePr>
        <p:xfrm>
          <a:off x="6874367" y="2404468"/>
          <a:ext cx="2249488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62" name="公式" r:id="rId21" imgW="632425" imgH="213376" progId="Equation.3">
                  <p:embed/>
                </p:oleObj>
              </mc:Choice>
              <mc:Fallback>
                <p:oleObj name="公式" r:id="rId21" imgW="632425" imgH="213376" progId="Equation.3">
                  <p:embed/>
                  <p:pic>
                    <p:nvPicPr>
                      <p:cNvPr id="27549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4367" y="2404468"/>
                        <a:ext cx="2249488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323850" y="260350"/>
            <a:ext cx="22367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扩散方程：</a:t>
            </a:r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91590"/>
              </p:ext>
            </p:extLst>
          </p:nvPr>
        </p:nvGraphicFramePr>
        <p:xfrm>
          <a:off x="3126430" y="280979"/>
          <a:ext cx="24685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0" name="Equation" r:id="rId3" imgW="815305" imgH="221011" progId="Equation.DSMT4">
                  <p:embed/>
                </p:oleObj>
              </mc:Choice>
              <mc:Fallback>
                <p:oleObj name="Equation" r:id="rId3" imgW="815305" imgH="221011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430" y="280979"/>
                        <a:ext cx="2468562" cy="6731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椭圆 7"/>
          <p:cNvSpPr>
            <a:spLocks noChangeArrowheads="1"/>
          </p:cNvSpPr>
          <p:nvPr/>
        </p:nvSpPr>
        <p:spPr bwMode="auto">
          <a:xfrm>
            <a:off x="2900580" y="129952"/>
            <a:ext cx="792162" cy="1152525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9" name="Object 20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290128"/>
              </p:ext>
            </p:extLst>
          </p:nvPr>
        </p:nvGraphicFramePr>
        <p:xfrm>
          <a:off x="2881708" y="1493695"/>
          <a:ext cx="39306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1" name="Equation" r:id="rId5" imgW="1079280" imgH="241200" progId="Equation.DSMT4">
                  <p:embed/>
                </p:oleObj>
              </mc:Choice>
              <mc:Fallback>
                <p:oleObj name="Equation" r:id="rId5" imgW="1079280" imgH="241200" progId="Equation.DSMT4">
                  <p:embed/>
                  <p:pic>
                    <p:nvPicPr>
                      <p:cNvPr id="0" name="Object 2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708" y="1493695"/>
                        <a:ext cx="39306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矩形 9"/>
          <p:cNvSpPr>
            <a:spLocks noChangeArrowheads="1"/>
          </p:cNvSpPr>
          <p:nvPr/>
        </p:nvSpPr>
        <p:spPr bwMode="auto">
          <a:xfrm>
            <a:off x="323850" y="1528763"/>
            <a:ext cx="18256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广义扩散</a:t>
            </a:r>
            <a:endParaRPr lang="en-US" altLang="zh-CN" dirty="0"/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方程：</a:t>
            </a:r>
          </a:p>
        </p:txBody>
      </p:sp>
      <p:pic>
        <p:nvPicPr>
          <p:cNvPr id="2663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958" y="4191134"/>
            <a:ext cx="370363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矩形 11"/>
          <p:cNvSpPr>
            <a:spLocks noChangeArrowheads="1"/>
          </p:cNvSpPr>
          <p:nvPr/>
        </p:nvSpPr>
        <p:spPr bwMode="auto">
          <a:xfrm>
            <a:off x="449263" y="4094163"/>
            <a:ext cx="26463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薛定谔方程：</a:t>
            </a:r>
          </a:p>
        </p:txBody>
      </p:sp>
      <p:sp>
        <p:nvSpPr>
          <p:cNvPr id="26633" name="矩形 12"/>
          <p:cNvSpPr>
            <a:spLocks noChangeArrowheads="1"/>
          </p:cNvSpPr>
          <p:nvPr/>
        </p:nvSpPr>
        <p:spPr bwMode="auto">
          <a:xfrm>
            <a:off x="541338" y="5622925"/>
            <a:ext cx="5108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薛定谔方程是扩散方程吗？</a:t>
            </a:r>
          </a:p>
        </p:txBody>
      </p:sp>
      <p:sp>
        <p:nvSpPr>
          <p:cNvPr id="26634" name="椭圆 13"/>
          <p:cNvSpPr>
            <a:spLocks noChangeArrowheads="1"/>
          </p:cNvSpPr>
          <p:nvPr/>
        </p:nvSpPr>
        <p:spPr bwMode="auto">
          <a:xfrm>
            <a:off x="3762375" y="1544638"/>
            <a:ext cx="1295400" cy="868362"/>
          </a:xfrm>
          <a:prstGeom prst="ellips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6635" name="矩形 14"/>
          <p:cNvSpPr>
            <a:spLocks noChangeArrowheads="1"/>
          </p:cNvSpPr>
          <p:nvPr/>
        </p:nvSpPr>
        <p:spPr bwMode="auto">
          <a:xfrm>
            <a:off x="3762375" y="2419283"/>
            <a:ext cx="16224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扩散项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239160"/>
              </p:ext>
            </p:extLst>
          </p:nvPr>
        </p:nvGraphicFramePr>
        <p:xfrm>
          <a:off x="2539325" y="3033652"/>
          <a:ext cx="2952824" cy="54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2" name="Equation" r:id="rId8" imgW="1104840" imgH="203040" progId="Equation.DSMT4">
                  <p:embed/>
                </p:oleObj>
              </mc:Choice>
              <mc:Fallback>
                <p:oleObj name="Equation" r:id="rId8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39325" y="3033652"/>
                        <a:ext cx="2952824" cy="543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4"/>
          <p:cNvSpPr>
            <a:spLocks noChangeArrowheads="1"/>
          </p:cNvSpPr>
          <p:nvPr/>
        </p:nvSpPr>
        <p:spPr bwMode="auto">
          <a:xfrm>
            <a:off x="5796136" y="2991925"/>
            <a:ext cx="28664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源的性质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6012160" y="260350"/>
            <a:ext cx="28664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无源扩散</a:t>
            </a: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ChangeArrowheads="1"/>
          </p:cNvSpPr>
          <p:nvPr/>
        </p:nvSpPr>
        <p:spPr bwMode="auto">
          <a:xfrm>
            <a:off x="173038" y="-1588"/>
            <a:ext cx="21685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、泊松方程</a:t>
            </a:r>
          </a:p>
        </p:txBody>
      </p:sp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381000" y="6858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电通量的高斯定理</a:t>
            </a:r>
          </a:p>
        </p:txBody>
      </p:sp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762000" y="1371600"/>
          <a:ext cx="297815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2" name="公式" r:id="rId3" imgW="853582" imgH="396209" progId="Equation.3">
                  <p:embed/>
                </p:oleObj>
              </mc:Choice>
              <mc:Fallback>
                <p:oleObj name="公式" r:id="rId3" imgW="853582" imgH="3962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71600"/>
                        <a:ext cx="297815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5" name="Object 35"/>
          <p:cNvGraphicFramePr>
            <a:graphicFrameLocks noChangeAspect="1"/>
          </p:cNvGraphicFramePr>
          <p:nvPr/>
        </p:nvGraphicFramePr>
        <p:xfrm>
          <a:off x="3733800" y="1371600"/>
          <a:ext cx="2935288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3" name="公式" r:id="rId5" imgW="838271" imgH="396209" progId="Equation.3">
                  <p:embed/>
                </p:oleObj>
              </mc:Choice>
              <mc:Fallback>
                <p:oleObj name="公式" r:id="rId5" imgW="838271" imgH="39620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371600"/>
                        <a:ext cx="2935288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6" name="Object 36"/>
          <p:cNvGraphicFramePr>
            <a:graphicFrameLocks noChangeAspect="1"/>
          </p:cNvGraphicFramePr>
          <p:nvPr/>
        </p:nvGraphicFramePr>
        <p:xfrm>
          <a:off x="609600" y="2667000"/>
          <a:ext cx="23399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4" name="公式" r:id="rId7" imgW="663046" imgH="243919" progId="Equation.3">
                  <p:embed/>
                </p:oleObj>
              </mc:Choice>
              <mc:Fallback>
                <p:oleObj name="公式" r:id="rId7" imgW="663046" imgH="24391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67000"/>
                        <a:ext cx="23399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8" name="Object 38"/>
          <p:cNvGraphicFramePr>
            <a:graphicFrameLocks noChangeAspect="1"/>
          </p:cNvGraphicFramePr>
          <p:nvPr/>
        </p:nvGraphicFramePr>
        <p:xfrm>
          <a:off x="3086100" y="2720975"/>
          <a:ext cx="1790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5" name="公式" r:id="rId9" imgW="723865" imgH="243919" progId="Equation.3">
                  <p:embed/>
                </p:oleObj>
              </mc:Choice>
              <mc:Fallback>
                <p:oleObj name="公式" r:id="rId9" imgW="723865" imgH="24391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720975"/>
                        <a:ext cx="1790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9" name="Object 39"/>
          <p:cNvGraphicFramePr>
            <a:graphicFrameLocks noChangeAspect="1"/>
          </p:cNvGraphicFramePr>
          <p:nvPr/>
        </p:nvGraphicFramePr>
        <p:xfrm>
          <a:off x="6934200" y="2667000"/>
          <a:ext cx="18811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6" name="公式" r:id="rId11" imgW="762142" imgH="205740" progId="Equation.3">
                  <p:embed/>
                </p:oleObj>
              </mc:Choice>
              <mc:Fallback>
                <p:oleObj name="公式" r:id="rId11" imgW="762142" imgH="2057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667000"/>
                        <a:ext cx="1881188" cy="6540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0" name="Object 40"/>
          <p:cNvGraphicFramePr>
            <a:graphicFrameLocks noChangeAspect="1"/>
          </p:cNvGraphicFramePr>
          <p:nvPr/>
        </p:nvGraphicFramePr>
        <p:xfrm>
          <a:off x="533400" y="3962400"/>
          <a:ext cx="52228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7" name="公式" r:id="rId13" imgW="1463040" imgH="319851" progId="Equation.3">
                  <p:embed/>
                </p:oleObj>
              </mc:Choice>
              <mc:Fallback>
                <p:oleObj name="公式" r:id="rId13" imgW="1463040" imgH="319851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962400"/>
                        <a:ext cx="52228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1" name="Line 41"/>
          <p:cNvSpPr>
            <a:spLocks noChangeShapeType="1"/>
          </p:cNvSpPr>
          <p:nvPr/>
        </p:nvSpPr>
        <p:spPr bwMode="auto">
          <a:xfrm flipH="1">
            <a:off x="0" y="3810000"/>
            <a:ext cx="4495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22" name="Object 42"/>
          <p:cNvGraphicFramePr>
            <a:graphicFrameLocks noChangeAspect="1"/>
          </p:cNvGraphicFramePr>
          <p:nvPr/>
        </p:nvGraphicFramePr>
        <p:xfrm>
          <a:off x="7162800" y="4267200"/>
          <a:ext cx="14605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8" name="公式" r:id="rId15" imgW="586917" imgH="190469" progId="Equation.3">
                  <p:embed/>
                </p:oleObj>
              </mc:Choice>
              <mc:Fallback>
                <p:oleObj name="公式" r:id="rId15" imgW="586917" imgH="190469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267200"/>
                        <a:ext cx="1460500" cy="6238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3" name="Line 43"/>
          <p:cNvSpPr>
            <a:spLocks noChangeShapeType="1"/>
          </p:cNvSpPr>
          <p:nvPr/>
        </p:nvSpPr>
        <p:spPr bwMode="auto">
          <a:xfrm flipH="1">
            <a:off x="0" y="5486400"/>
            <a:ext cx="914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24" name="Object 44"/>
          <p:cNvGraphicFramePr>
            <a:graphicFrameLocks noChangeAspect="1"/>
          </p:cNvGraphicFramePr>
          <p:nvPr/>
        </p:nvGraphicFramePr>
        <p:xfrm>
          <a:off x="685800" y="5638800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9" name="公式" r:id="rId17" imgW="838271" imgH="205740" progId="Equation.3">
                  <p:embed/>
                </p:oleObj>
              </mc:Choice>
              <mc:Fallback>
                <p:oleObj name="公式" r:id="rId17" imgW="838271" imgH="20574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638800"/>
                        <a:ext cx="2060575" cy="6540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5" name="Rectangle 45"/>
          <p:cNvSpPr>
            <a:spLocks noChangeArrowheads="1"/>
          </p:cNvSpPr>
          <p:nvPr/>
        </p:nvSpPr>
        <p:spPr bwMode="auto">
          <a:xfrm>
            <a:off x="4800600" y="5715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称为泊松方程</a:t>
            </a:r>
          </a:p>
        </p:txBody>
      </p:sp>
      <p:sp>
        <p:nvSpPr>
          <p:cNvPr id="276528" name="AutoShape 48"/>
          <p:cNvSpPr>
            <a:spLocks noChangeArrowheads="1"/>
          </p:cNvSpPr>
          <p:nvPr/>
        </p:nvSpPr>
        <p:spPr bwMode="auto">
          <a:xfrm>
            <a:off x="5867400" y="2590800"/>
            <a:ext cx="6096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18" name="Line 14"/>
          <p:cNvSpPr>
            <a:spLocks noChangeShapeType="1"/>
          </p:cNvSpPr>
          <p:nvPr/>
        </p:nvSpPr>
        <p:spPr bwMode="auto">
          <a:xfrm flipH="1">
            <a:off x="0" y="1981200"/>
            <a:ext cx="914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7519" name="Object 15"/>
          <p:cNvGraphicFramePr>
            <a:graphicFrameLocks noChangeAspect="1"/>
          </p:cNvGraphicFramePr>
          <p:nvPr/>
        </p:nvGraphicFramePr>
        <p:xfrm>
          <a:off x="2971800" y="304800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69" name="公式" r:id="rId3" imgW="838271" imgH="205740" progId="Equation.3">
                  <p:embed/>
                </p:oleObj>
              </mc:Choice>
              <mc:Fallback>
                <p:oleObj name="公式" r:id="rId3" imgW="838271" imgH="2057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4800"/>
                        <a:ext cx="2060575" cy="6540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20" name="Rectangle 16"/>
          <p:cNvSpPr>
            <a:spLocks noChangeArrowheads="1"/>
          </p:cNvSpPr>
          <p:nvPr/>
        </p:nvSpPr>
        <p:spPr bwMode="auto">
          <a:xfrm>
            <a:off x="5257800" y="3048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称为泊松方程</a:t>
            </a:r>
          </a:p>
        </p:txBody>
      </p:sp>
      <p:sp>
        <p:nvSpPr>
          <p:cNvPr id="277521" name="Rectangle 17"/>
          <p:cNvSpPr>
            <a:spLocks noChangeArrowheads="1"/>
          </p:cNvSpPr>
          <p:nvPr/>
        </p:nvSpPr>
        <p:spPr bwMode="auto">
          <a:xfrm>
            <a:off x="5257800" y="1219200"/>
            <a:ext cx="321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Laplace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277522" name="Object 18"/>
          <p:cNvGraphicFramePr>
            <a:graphicFrameLocks noChangeAspect="1"/>
          </p:cNvGraphicFramePr>
          <p:nvPr/>
        </p:nvGraphicFramePr>
        <p:xfrm>
          <a:off x="1447800" y="1219200"/>
          <a:ext cx="8969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0" name="公式" r:id="rId5" imgW="342794" imgH="167561" progId="Equation.3">
                  <p:embed/>
                </p:oleObj>
              </mc:Choice>
              <mc:Fallback>
                <p:oleObj name="公式" r:id="rId5" imgW="342794" imgH="1675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19200"/>
                        <a:ext cx="89693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3" name="Object 19"/>
          <p:cNvGraphicFramePr>
            <a:graphicFrameLocks noChangeAspect="1"/>
          </p:cNvGraphicFramePr>
          <p:nvPr/>
        </p:nvGraphicFramePr>
        <p:xfrm>
          <a:off x="2971800" y="1219200"/>
          <a:ext cx="127952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1" name="公式" r:id="rId7" imgW="510363" imgH="190469" progId="Equation.3">
                  <p:embed/>
                </p:oleObj>
              </mc:Choice>
              <mc:Fallback>
                <p:oleObj name="公式" r:id="rId7" imgW="510363" imgH="19046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219200"/>
                        <a:ext cx="1279525" cy="6238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4" name="Object 20"/>
          <p:cNvGraphicFramePr>
            <a:graphicFrameLocks noChangeAspect="1"/>
          </p:cNvGraphicFramePr>
          <p:nvPr/>
        </p:nvGraphicFramePr>
        <p:xfrm>
          <a:off x="3200400" y="2667000"/>
          <a:ext cx="421481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2" name="公式" r:id="rId9" imgW="1409877" imgH="205740" progId="Equation.3">
                  <p:embed/>
                </p:oleObj>
              </mc:Choice>
              <mc:Fallback>
                <p:oleObj name="公式" r:id="rId9" imgW="1409877" imgH="2057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667000"/>
                        <a:ext cx="4214813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25" name="Rectangle 21"/>
          <p:cNvSpPr>
            <a:spLocks noChangeArrowheads="1"/>
          </p:cNvSpPr>
          <p:nvPr/>
        </p:nvSpPr>
        <p:spPr bwMode="auto">
          <a:xfrm>
            <a:off x="1981200" y="2743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对于</a:t>
            </a:r>
          </a:p>
        </p:txBody>
      </p:sp>
      <p:sp>
        <p:nvSpPr>
          <p:cNvPr id="277526" name="Rectangle 22"/>
          <p:cNvSpPr>
            <a:spLocks noChangeArrowheads="1"/>
          </p:cNvSpPr>
          <p:nvPr/>
        </p:nvSpPr>
        <p:spPr bwMode="auto">
          <a:xfrm>
            <a:off x="261938" y="35814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稳定浓度分布有</a:t>
            </a:r>
          </a:p>
        </p:txBody>
      </p:sp>
      <p:graphicFrame>
        <p:nvGraphicFramePr>
          <p:cNvPr id="277527" name="Object 23"/>
          <p:cNvGraphicFramePr>
            <a:graphicFrameLocks noChangeAspect="1"/>
          </p:cNvGraphicFramePr>
          <p:nvPr/>
        </p:nvGraphicFramePr>
        <p:xfrm>
          <a:off x="3200400" y="3505200"/>
          <a:ext cx="11414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3" name="公式" r:id="rId11" imgW="358105" imgH="190469" progId="Equation.3">
                  <p:embed/>
                </p:oleObj>
              </mc:Choice>
              <mc:Fallback>
                <p:oleObj name="公式" r:id="rId11" imgW="358105" imgH="19046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05200"/>
                        <a:ext cx="114141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8" name="Object 24"/>
          <p:cNvGraphicFramePr>
            <a:graphicFrameLocks noChangeAspect="1"/>
          </p:cNvGraphicFramePr>
          <p:nvPr/>
        </p:nvGraphicFramePr>
        <p:xfrm>
          <a:off x="5843588" y="3581400"/>
          <a:ext cx="33004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4" name="公式" r:id="rId13" imgW="1409877" imgH="167561" progId="Equation.3">
                  <p:embed/>
                </p:oleObj>
              </mc:Choice>
              <mc:Fallback>
                <p:oleObj name="公式" r:id="rId13" imgW="1409877" imgH="16756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3581400"/>
                        <a:ext cx="330041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9" name="Object 25"/>
          <p:cNvGraphicFramePr>
            <a:graphicFrameLocks noChangeAspect="1"/>
          </p:cNvGraphicFramePr>
          <p:nvPr/>
        </p:nvGraphicFramePr>
        <p:xfrm>
          <a:off x="1524000" y="4495800"/>
          <a:ext cx="36607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5" name="公式" r:id="rId15" imgW="1219342" imgH="190469" progId="Equation.3">
                  <p:embed/>
                </p:oleObj>
              </mc:Choice>
              <mc:Fallback>
                <p:oleObj name="公式" r:id="rId15" imgW="1219342" imgH="19046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95800"/>
                        <a:ext cx="36607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30" name="Rectangle 26"/>
          <p:cNvSpPr>
            <a:spLocks noChangeArrowheads="1"/>
          </p:cNvSpPr>
          <p:nvPr/>
        </p:nvSpPr>
        <p:spPr bwMode="auto">
          <a:xfrm>
            <a:off x="6172200" y="4572000"/>
            <a:ext cx="1987550" cy="528638"/>
          </a:xfrm>
          <a:prstGeom prst="rect">
            <a:avLst/>
          </a:prstGeom>
          <a:noFill/>
          <a:ln w="9525">
            <a:solidFill>
              <a:srgbClr val="DF09C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为泊松方程</a:t>
            </a:r>
          </a:p>
        </p:txBody>
      </p:sp>
      <p:graphicFrame>
        <p:nvGraphicFramePr>
          <p:cNvPr id="277531" name="Object 27"/>
          <p:cNvGraphicFramePr>
            <a:graphicFrameLocks noChangeAspect="1"/>
          </p:cNvGraphicFramePr>
          <p:nvPr/>
        </p:nvGraphicFramePr>
        <p:xfrm>
          <a:off x="1600200" y="5486400"/>
          <a:ext cx="1939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6" name="公式" r:id="rId17" imgW="815305" imgH="167561" progId="Equation.3">
                  <p:embed/>
                </p:oleObj>
              </mc:Choice>
              <mc:Fallback>
                <p:oleObj name="公式" r:id="rId17" imgW="815305" imgH="167561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486400"/>
                        <a:ext cx="19399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2" name="Object 28"/>
          <p:cNvGraphicFramePr>
            <a:graphicFrameLocks noChangeAspect="1"/>
          </p:cNvGraphicFramePr>
          <p:nvPr/>
        </p:nvGraphicFramePr>
        <p:xfrm>
          <a:off x="4724400" y="5410200"/>
          <a:ext cx="12890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77" name="公式" r:id="rId19" imgW="404037" imgH="137019" progId="Equation.3">
                  <p:embed/>
                </p:oleObj>
              </mc:Choice>
              <mc:Fallback>
                <p:oleObj name="公式" r:id="rId19" imgW="404037" imgH="13701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410200"/>
                        <a:ext cx="12890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33" name="Rectangle 29"/>
          <p:cNvSpPr>
            <a:spLocks noChangeArrowheads="1"/>
          </p:cNvSpPr>
          <p:nvPr/>
        </p:nvSpPr>
        <p:spPr bwMode="auto">
          <a:xfrm>
            <a:off x="6273800" y="5334000"/>
            <a:ext cx="2870200" cy="528638"/>
          </a:xfrm>
          <a:prstGeom prst="rect">
            <a:avLst/>
          </a:prstGeom>
          <a:noFill/>
          <a:ln w="9525">
            <a:solidFill>
              <a:srgbClr val="DF09C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Laplace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sp>
        <p:nvSpPr>
          <p:cNvPr id="277534" name="Rectangle 30"/>
          <p:cNvSpPr>
            <a:spLocks noChangeArrowheads="1"/>
          </p:cNvSpPr>
          <p:nvPr/>
        </p:nvSpPr>
        <p:spPr bwMode="auto">
          <a:xfrm>
            <a:off x="173038" y="2057400"/>
            <a:ext cx="287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、稳定浓度分布</a:t>
            </a:r>
          </a:p>
        </p:txBody>
      </p:sp>
      <p:sp>
        <p:nvSpPr>
          <p:cNvPr id="277535" name="Rectangle 31"/>
          <p:cNvSpPr>
            <a:spLocks noChangeArrowheads="1"/>
          </p:cNvSpPr>
          <p:nvPr/>
        </p:nvSpPr>
        <p:spPr bwMode="auto">
          <a:xfrm>
            <a:off x="4876800" y="35052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</a:t>
            </a:r>
          </a:p>
        </p:txBody>
      </p:sp>
      <p:sp>
        <p:nvSpPr>
          <p:cNvPr id="277536" name="AutoShape 32"/>
          <p:cNvSpPr>
            <a:spLocks noChangeArrowheads="1"/>
          </p:cNvSpPr>
          <p:nvPr/>
        </p:nvSpPr>
        <p:spPr bwMode="auto">
          <a:xfrm>
            <a:off x="3810000" y="5486400"/>
            <a:ext cx="609600" cy="533400"/>
          </a:xfrm>
          <a:prstGeom prst="notchedRightArrow">
            <a:avLst>
              <a:gd name="adj1" fmla="val 50000"/>
              <a:gd name="adj2" fmla="val 28571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77537" name="Rectangle 33"/>
          <p:cNvSpPr>
            <a:spLocks noChangeArrowheads="1"/>
          </p:cNvSpPr>
          <p:nvPr/>
        </p:nvSpPr>
        <p:spPr bwMode="auto">
          <a:xfrm>
            <a:off x="722313" y="5414963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F09C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若</a:t>
            </a:r>
          </a:p>
        </p:txBody>
      </p:sp>
      <p:sp>
        <p:nvSpPr>
          <p:cNvPr id="277538" name="Rectangle 34"/>
          <p:cNvSpPr>
            <a:spLocks noChangeArrowheads="1"/>
          </p:cNvSpPr>
          <p:nvPr/>
        </p:nvSpPr>
        <p:spPr bwMode="auto">
          <a:xfrm>
            <a:off x="609600" y="12192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F09C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若</a:t>
            </a: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/>
          <p:cNvSpPr>
            <a:spLocks noChangeArrowheads="1"/>
          </p:cNvSpPr>
          <p:nvPr/>
        </p:nvSpPr>
        <p:spPr bwMode="auto">
          <a:xfrm>
            <a:off x="684213" y="2501900"/>
            <a:ext cx="339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扩散</a:t>
            </a:r>
            <a:r>
              <a:rPr lang="en-US" altLang="zh-CN"/>
              <a:t>or</a:t>
            </a:r>
            <a:r>
              <a:rPr lang="zh-CN" altLang="en-US"/>
              <a:t>输运方程：</a:t>
            </a:r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/>
        </p:nvGraphicFramePr>
        <p:xfrm>
          <a:off x="4294188" y="2413000"/>
          <a:ext cx="24685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2" name="Equation" r:id="rId3" imgW="815305" imgH="221011" progId="Equation.DSMT4">
                  <p:embed/>
                </p:oleObj>
              </mc:Choice>
              <mc:Fallback>
                <p:oleObj name="Equation" r:id="rId3" imgW="815305" imgH="221011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2413000"/>
                        <a:ext cx="24685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矩形 15"/>
          <p:cNvSpPr>
            <a:spLocks noChangeArrowheads="1"/>
          </p:cNvSpPr>
          <p:nvPr/>
        </p:nvSpPr>
        <p:spPr bwMode="auto">
          <a:xfrm>
            <a:off x="684213" y="420688"/>
            <a:ext cx="3397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波动</a:t>
            </a:r>
            <a:r>
              <a:rPr lang="en-US" altLang="zh-CN"/>
              <a:t>or</a:t>
            </a:r>
            <a:r>
              <a:rPr lang="zh-CN" altLang="en-US"/>
              <a:t>振动方程：</a:t>
            </a:r>
          </a:p>
        </p:txBody>
      </p:sp>
      <p:graphicFrame>
        <p:nvGraphicFramePr>
          <p:cNvPr id="17" name="Object 51"/>
          <p:cNvGraphicFramePr>
            <a:graphicFrameLocks noChangeAspect="1"/>
          </p:cNvGraphicFramePr>
          <p:nvPr/>
        </p:nvGraphicFramePr>
        <p:xfrm>
          <a:off x="4052888" y="376238"/>
          <a:ext cx="25431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3" name="Equation" r:id="rId5" imgW="838271" imgH="221011" progId="Equation.DSMT4">
                  <p:embed/>
                </p:oleObj>
              </mc:Choice>
              <mc:Fallback>
                <p:oleObj name="Equation" r:id="rId5" imgW="838271" imgH="221011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888" y="376238"/>
                        <a:ext cx="25431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4557713" y="4254500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4" name="公式" r:id="rId7" imgW="838271" imgH="205740" progId="Equation.3">
                  <p:embed/>
                </p:oleObj>
              </mc:Choice>
              <mc:Fallback>
                <p:oleObj name="公式" r:id="rId7" imgW="838271" imgH="2057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4254500"/>
                        <a:ext cx="2060575" cy="6540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矩形 18"/>
          <p:cNvSpPr>
            <a:spLocks noChangeArrowheads="1"/>
          </p:cNvSpPr>
          <p:nvPr/>
        </p:nvSpPr>
        <p:spPr bwMode="auto">
          <a:xfrm>
            <a:off x="650875" y="4324350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泊松</a:t>
            </a:r>
            <a:r>
              <a:rPr lang="en-US" altLang="zh-CN"/>
              <a:t>or</a:t>
            </a:r>
            <a:r>
              <a:rPr lang="zh-CN" altLang="en-US"/>
              <a:t>稳定场方程：</a:t>
            </a:r>
          </a:p>
        </p:txBody>
      </p:sp>
      <p:sp>
        <p:nvSpPr>
          <p:cNvPr id="2" name="右大括号 1"/>
          <p:cNvSpPr/>
          <p:nvPr/>
        </p:nvSpPr>
        <p:spPr bwMode="auto">
          <a:xfrm>
            <a:off x="6761551" y="539319"/>
            <a:ext cx="335992" cy="2537420"/>
          </a:xfrm>
          <a:prstGeom prst="rightBrace">
            <a:avLst>
              <a:gd name="adj1" fmla="val 70048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47856" y="2577188"/>
            <a:ext cx="12961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分离变量</a:t>
            </a:r>
          </a:p>
        </p:txBody>
      </p:sp>
      <p:sp>
        <p:nvSpPr>
          <p:cNvPr id="4" name="下箭头 3"/>
          <p:cNvSpPr/>
          <p:nvPr/>
        </p:nvSpPr>
        <p:spPr bwMode="auto">
          <a:xfrm>
            <a:off x="7380312" y="2577188"/>
            <a:ext cx="360040" cy="164718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29201" y="1269420"/>
            <a:ext cx="12961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含时方程</a:t>
            </a: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2286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7.2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定解条件</a:t>
            </a:r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文本框 2"/>
          <p:cNvSpPr txBox="1">
            <a:spLocks noChangeArrowheads="1"/>
          </p:cNvSpPr>
          <p:nvPr/>
        </p:nvSpPr>
        <p:spPr bwMode="auto">
          <a:xfrm>
            <a:off x="827088" y="1341438"/>
            <a:ext cx="5545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常微分方程的定解条件？</a:t>
            </a:r>
          </a:p>
        </p:txBody>
      </p:sp>
      <p:sp>
        <p:nvSpPr>
          <p:cNvPr id="30724" name="文本框 4"/>
          <p:cNvSpPr txBox="1">
            <a:spLocks noChangeArrowheads="1"/>
          </p:cNvSpPr>
          <p:nvPr/>
        </p:nvSpPr>
        <p:spPr bwMode="auto">
          <a:xfrm>
            <a:off x="755650" y="3429000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需要两个变量来定解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36416" y="4013775"/>
            <a:ext cx="2163476" cy="5847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36416" y="4725144"/>
            <a:ext cx="2269275" cy="58477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36989" y="5309919"/>
            <a:ext cx="2012410" cy="5847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5576" y="2259450"/>
            <a:ext cx="2460161" cy="58477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3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1747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2286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7.2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定解条件</a:t>
            </a:r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457200" y="16002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对于输运方程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78534" name="Line 6"/>
          <p:cNvSpPr>
            <a:spLocks noChangeShapeType="1"/>
          </p:cNvSpPr>
          <p:nvPr/>
        </p:nvSpPr>
        <p:spPr bwMode="auto">
          <a:xfrm flipH="1">
            <a:off x="3962400" y="3200400"/>
            <a:ext cx="5181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36" name="Rectangle 8"/>
          <p:cNvSpPr>
            <a:spLocks noChangeArrowheads="1"/>
          </p:cNvSpPr>
          <p:nvPr/>
        </p:nvSpPr>
        <p:spPr bwMode="auto">
          <a:xfrm>
            <a:off x="0" y="9906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（一）、初始条件</a:t>
            </a:r>
          </a:p>
        </p:txBody>
      </p:sp>
      <p:graphicFrame>
        <p:nvGraphicFramePr>
          <p:cNvPr id="278567" name="Object 39"/>
          <p:cNvGraphicFramePr>
            <a:graphicFrameLocks noChangeAspect="1"/>
          </p:cNvGraphicFramePr>
          <p:nvPr/>
        </p:nvGraphicFramePr>
        <p:xfrm>
          <a:off x="3657600" y="1447800"/>
          <a:ext cx="24399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2" name="公式" r:id="rId4" imgW="799994" imgH="205740" progId="Equation.3">
                  <p:embed/>
                </p:oleObj>
              </mc:Choice>
              <mc:Fallback>
                <p:oleObj name="公式" r:id="rId4" imgW="799994" imgH="2057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24399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68" name="Rectangle 40"/>
          <p:cNvSpPr>
            <a:spLocks noChangeArrowheads="1"/>
          </p:cNvSpPr>
          <p:nvPr/>
        </p:nvSpPr>
        <p:spPr bwMode="auto">
          <a:xfrm>
            <a:off x="98425" y="24384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初始条件要求已知</a:t>
            </a:r>
          </a:p>
        </p:txBody>
      </p:sp>
      <p:graphicFrame>
        <p:nvGraphicFramePr>
          <p:cNvPr id="278569" name="Object 41"/>
          <p:cNvGraphicFramePr>
            <a:graphicFrameLocks noChangeAspect="1"/>
          </p:cNvGraphicFramePr>
          <p:nvPr/>
        </p:nvGraphicFramePr>
        <p:xfrm>
          <a:off x="3352800" y="2209800"/>
          <a:ext cx="45847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3" name="公式" r:id="rId6" imgW="1539169" imgH="243919" progId="Equation.3">
                  <p:embed/>
                </p:oleObj>
              </mc:Choice>
              <mc:Fallback>
                <p:oleObj name="公式" r:id="rId6" imgW="1539169" imgH="24391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09800"/>
                        <a:ext cx="45847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74" name="Rectangle 46"/>
          <p:cNvSpPr>
            <a:spLocks noChangeArrowheads="1"/>
          </p:cNvSpPr>
          <p:nvPr/>
        </p:nvSpPr>
        <p:spPr bwMode="auto">
          <a:xfrm>
            <a:off x="0" y="3429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对于弦振动方程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78575" name="Object 47"/>
          <p:cNvGraphicFramePr>
            <a:graphicFrameLocks noChangeAspect="1"/>
          </p:cNvGraphicFramePr>
          <p:nvPr/>
        </p:nvGraphicFramePr>
        <p:xfrm>
          <a:off x="3525838" y="3276600"/>
          <a:ext cx="25082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4" name="公式" r:id="rId8" imgW="822960" imgH="205740" progId="Equation.3">
                  <p:embed/>
                </p:oleObj>
              </mc:Choice>
              <mc:Fallback>
                <p:oleObj name="公式" r:id="rId8" imgW="822960" imgH="2057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3276600"/>
                        <a:ext cx="25082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76" name="Rectangle 48"/>
          <p:cNvSpPr>
            <a:spLocks noChangeArrowheads="1"/>
          </p:cNvSpPr>
          <p:nvPr/>
        </p:nvSpPr>
        <p:spPr bwMode="auto">
          <a:xfrm>
            <a:off x="304800" y="4343400"/>
            <a:ext cx="1295400" cy="13731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初始条件要求已知</a:t>
            </a:r>
          </a:p>
        </p:txBody>
      </p:sp>
      <p:graphicFrame>
        <p:nvGraphicFramePr>
          <p:cNvPr id="278577" name="Object 49"/>
          <p:cNvGraphicFramePr>
            <a:graphicFrameLocks noChangeAspect="1"/>
          </p:cNvGraphicFramePr>
          <p:nvPr/>
        </p:nvGraphicFramePr>
        <p:xfrm>
          <a:off x="3962400" y="4267200"/>
          <a:ext cx="45847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5" name="公式" r:id="rId10" imgW="1539169" imgH="243919" progId="Equation.3">
                  <p:embed/>
                </p:oleObj>
              </mc:Choice>
              <mc:Fallback>
                <p:oleObj name="公式" r:id="rId10" imgW="1539169" imgH="24391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267200"/>
                        <a:ext cx="45847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78" name="Object 50"/>
          <p:cNvGraphicFramePr>
            <a:graphicFrameLocks noChangeAspect="1"/>
          </p:cNvGraphicFramePr>
          <p:nvPr/>
        </p:nvGraphicFramePr>
        <p:xfrm>
          <a:off x="4038600" y="5257800"/>
          <a:ext cx="4732338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6" name="公式" r:id="rId12" imgW="1585102" imgH="243919" progId="Equation.3">
                  <p:embed/>
                </p:oleObj>
              </mc:Choice>
              <mc:Fallback>
                <p:oleObj name="公式" r:id="rId12" imgW="1585102" imgH="243919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57800"/>
                        <a:ext cx="4732338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79" name="Rectangle 51"/>
          <p:cNvSpPr>
            <a:spLocks noChangeArrowheads="1"/>
          </p:cNvSpPr>
          <p:nvPr/>
        </p:nvSpPr>
        <p:spPr bwMode="auto">
          <a:xfrm>
            <a:off x="2286000" y="4419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位移满足</a:t>
            </a:r>
          </a:p>
        </p:txBody>
      </p:sp>
      <p:sp>
        <p:nvSpPr>
          <p:cNvPr id="278580" name="Rectangle 52"/>
          <p:cNvSpPr>
            <a:spLocks noChangeArrowheads="1"/>
          </p:cNvSpPr>
          <p:nvPr/>
        </p:nvSpPr>
        <p:spPr bwMode="auto">
          <a:xfrm>
            <a:off x="2286000" y="5334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速度满足</a:t>
            </a:r>
          </a:p>
        </p:txBody>
      </p:sp>
      <p:sp>
        <p:nvSpPr>
          <p:cNvPr id="31761" name="矩形 1"/>
          <p:cNvSpPr>
            <a:spLocks noChangeArrowheads="1"/>
          </p:cNvSpPr>
          <p:nvPr/>
        </p:nvSpPr>
        <p:spPr bwMode="auto">
          <a:xfrm>
            <a:off x="336550" y="6078538"/>
            <a:ext cx="59298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稳定场方程是否需要初始条件？</a:t>
            </a: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589" name="Group 37"/>
          <p:cNvGrpSpPr>
            <a:grpSpLocks/>
          </p:cNvGrpSpPr>
          <p:nvPr/>
        </p:nvGrpSpPr>
        <p:grpSpPr bwMode="auto">
          <a:xfrm>
            <a:off x="609600" y="0"/>
            <a:ext cx="4876800" cy="2424113"/>
            <a:chOff x="384" y="0"/>
            <a:chExt cx="3072" cy="1527"/>
          </a:xfrm>
        </p:grpSpPr>
        <p:sp>
          <p:nvSpPr>
            <p:cNvPr id="32780" name="Line 2"/>
            <p:cNvSpPr>
              <a:spLocks noChangeShapeType="1"/>
            </p:cNvSpPr>
            <p:nvPr/>
          </p:nvSpPr>
          <p:spPr bwMode="auto">
            <a:xfrm>
              <a:off x="624" y="1104"/>
              <a:ext cx="24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Line 3"/>
            <p:cNvSpPr>
              <a:spLocks noChangeShapeType="1"/>
            </p:cNvSpPr>
            <p:nvPr/>
          </p:nvSpPr>
          <p:spPr bwMode="auto">
            <a:xfrm flipV="1">
              <a:off x="720" y="144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2" name="Line 6"/>
            <p:cNvSpPr>
              <a:spLocks noChangeShapeType="1"/>
            </p:cNvSpPr>
            <p:nvPr/>
          </p:nvSpPr>
          <p:spPr bwMode="auto">
            <a:xfrm flipV="1">
              <a:off x="720" y="432"/>
              <a:ext cx="91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3" name="Line 9"/>
            <p:cNvSpPr>
              <a:spLocks noChangeShapeType="1"/>
            </p:cNvSpPr>
            <p:nvPr/>
          </p:nvSpPr>
          <p:spPr bwMode="auto">
            <a:xfrm>
              <a:off x="1152" y="816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4" name="Line 10"/>
            <p:cNvSpPr>
              <a:spLocks noChangeShapeType="1"/>
            </p:cNvSpPr>
            <p:nvPr/>
          </p:nvSpPr>
          <p:spPr bwMode="auto">
            <a:xfrm flipH="1">
              <a:off x="1632" y="336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5" name="Rectangle 13"/>
            <p:cNvSpPr>
              <a:spLocks noChangeArrowheads="1"/>
            </p:cNvSpPr>
            <p:nvPr/>
          </p:nvSpPr>
          <p:spPr bwMode="auto">
            <a:xfrm>
              <a:off x="1488" y="120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x=l / 2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86" name="Rectangle 23"/>
            <p:cNvSpPr>
              <a:spLocks noChangeArrowheads="1"/>
            </p:cNvSpPr>
            <p:nvPr/>
          </p:nvSpPr>
          <p:spPr bwMode="auto">
            <a:xfrm>
              <a:off x="3168" y="91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87" name="Rectangle 24"/>
            <p:cNvSpPr>
              <a:spLocks noChangeArrowheads="1"/>
            </p:cNvSpPr>
            <p:nvPr/>
          </p:nvSpPr>
          <p:spPr bwMode="auto">
            <a:xfrm>
              <a:off x="384" y="0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y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88" name="Line 25"/>
            <p:cNvSpPr>
              <a:spLocks noChangeShapeType="1"/>
            </p:cNvSpPr>
            <p:nvPr/>
          </p:nvSpPr>
          <p:spPr bwMode="auto">
            <a:xfrm flipH="1" flipV="1">
              <a:off x="1632" y="432"/>
              <a:ext cx="91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Rectangle 26"/>
            <p:cNvSpPr>
              <a:spLocks noChangeArrowheads="1"/>
            </p:cNvSpPr>
            <p:nvPr/>
          </p:nvSpPr>
          <p:spPr bwMode="auto">
            <a:xfrm>
              <a:off x="2448" y="115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x=l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90" name="Rectangle 27"/>
            <p:cNvSpPr>
              <a:spLocks noChangeArrowheads="1"/>
            </p:cNvSpPr>
            <p:nvPr/>
          </p:nvSpPr>
          <p:spPr bwMode="auto">
            <a:xfrm>
              <a:off x="1632" y="672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h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91" name="Rectangle 28"/>
            <p:cNvSpPr>
              <a:spLocks noChangeArrowheads="1"/>
            </p:cNvSpPr>
            <p:nvPr/>
          </p:nvSpPr>
          <p:spPr bwMode="auto">
            <a:xfrm>
              <a:off x="960" y="11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2792" name="Rectangle 29"/>
            <p:cNvSpPr>
              <a:spLocks noChangeArrowheads="1"/>
            </p:cNvSpPr>
            <p:nvPr/>
          </p:nvSpPr>
          <p:spPr bwMode="auto">
            <a:xfrm>
              <a:off x="432" y="110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0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79582" name="Object 30"/>
          <p:cNvGraphicFramePr>
            <a:graphicFrameLocks noChangeAspect="1"/>
          </p:cNvGraphicFramePr>
          <p:nvPr/>
        </p:nvGraphicFramePr>
        <p:xfrm>
          <a:off x="2514600" y="2971800"/>
          <a:ext cx="17748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7" name="公式" r:id="rId3" imgW="571606" imgH="243919" progId="Equation.3">
                  <p:embed/>
                </p:oleObj>
              </mc:Choice>
              <mc:Fallback>
                <p:oleObj name="公式" r:id="rId3" imgW="571606" imgH="243919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71800"/>
                        <a:ext cx="177482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83" name="Object 31"/>
          <p:cNvGraphicFramePr>
            <a:graphicFrameLocks noChangeAspect="1"/>
          </p:cNvGraphicFramePr>
          <p:nvPr/>
        </p:nvGraphicFramePr>
        <p:xfrm>
          <a:off x="2514600" y="4953000"/>
          <a:ext cx="3289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8" name="公式" r:id="rId5" imgW="1089625" imgH="243919" progId="Equation.3">
                  <p:embed/>
                </p:oleObj>
              </mc:Choice>
              <mc:Fallback>
                <p:oleObj name="公式" r:id="rId5" imgW="1089625" imgH="24391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953000"/>
                        <a:ext cx="32893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84" name="Rectangle 32"/>
          <p:cNvSpPr>
            <a:spLocks noChangeArrowheads="1"/>
          </p:cNvSpPr>
          <p:nvPr/>
        </p:nvSpPr>
        <p:spPr bwMode="auto">
          <a:xfrm>
            <a:off x="304800" y="3048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位移满足</a:t>
            </a:r>
          </a:p>
        </p:txBody>
      </p:sp>
      <p:sp>
        <p:nvSpPr>
          <p:cNvPr id="279585" name="Rectangle 33"/>
          <p:cNvSpPr>
            <a:spLocks noChangeArrowheads="1"/>
          </p:cNvSpPr>
          <p:nvPr/>
        </p:nvSpPr>
        <p:spPr bwMode="auto">
          <a:xfrm>
            <a:off x="381000" y="51054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速度满足</a:t>
            </a:r>
          </a:p>
        </p:txBody>
      </p:sp>
      <p:graphicFrame>
        <p:nvGraphicFramePr>
          <p:cNvPr id="279586" name="Object 34"/>
          <p:cNvGraphicFramePr>
            <a:graphicFrameLocks noChangeAspect="1"/>
          </p:cNvGraphicFramePr>
          <p:nvPr/>
        </p:nvGraphicFramePr>
        <p:xfrm>
          <a:off x="4953000" y="2438400"/>
          <a:ext cx="3549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9" name="公式" r:id="rId7" imgW="1181065" imgH="167561" progId="Equation.3">
                  <p:embed/>
                </p:oleObj>
              </mc:Choice>
              <mc:Fallback>
                <p:oleObj name="公式" r:id="rId7" imgW="1181065" imgH="16756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438400"/>
                        <a:ext cx="3549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87" name="Object 35"/>
          <p:cNvGraphicFramePr>
            <a:graphicFrameLocks noChangeAspect="1"/>
          </p:cNvGraphicFramePr>
          <p:nvPr/>
        </p:nvGraphicFramePr>
        <p:xfrm>
          <a:off x="5105400" y="3276600"/>
          <a:ext cx="38100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0" name="公式" r:id="rId9" imgW="1272505" imgH="358030" progId="Equation.3">
                  <p:embed/>
                </p:oleObj>
              </mc:Choice>
              <mc:Fallback>
                <p:oleObj name="公式" r:id="rId9" imgW="1272505" imgH="35803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276600"/>
                        <a:ext cx="381000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88" name="AutoShape 36"/>
          <p:cNvSpPr>
            <a:spLocks/>
          </p:cNvSpPr>
          <p:nvPr/>
        </p:nvSpPr>
        <p:spPr bwMode="auto">
          <a:xfrm>
            <a:off x="4495800" y="2743200"/>
            <a:ext cx="457200" cy="1219200"/>
          </a:xfrm>
          <a:prstGeom prst="leftBrace">
            <a:avLst>
              <a:gd name="adj1" fmla="val 22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79590" name="Line 38"/>
          <p:cNvSpPr>
            <a:spLocks noChangeShapeType="1"/>
          </p:cNvSpPr>
          <p:nvPr/>
        </p:nvSpPr>
        <p:spPr bwMode="auto">
          <a:xfrm flipH="1">
            <a:off x="3962400" y="4495800"/>
            <a:ext cx="51816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32"/>
          <p:cNvSpPr>
            <a:spLocks noChangeArrowheads="1"/>
          </p:cNvSpPr>
          <p:nvPr/>
        </p:nvSpPr>
        <p:spPr bwMode="auto">
          <a:xfrm>
            <a:off x="5486400" y="558800"/>
            <a:ext cx="3070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弦振动的初始条件</a:t>
            </a: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-88900" y="3048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（二）、边界条件</a:t>
            </a:r>
          </a:p>
        </p:txBody>
      </p:sp>
      <p:graphicFrame>
        <p:nvGraphicFramePr>
          <p:cNvPr id="280584" name="Object 8"/>
          <p:cNvGraphicFramePr>
            <a:graphicFrameLocks noChangeAspect="1"/>
          </p:cNvGraphicFramePr>
          <p:nvPr/>
        </p:nvGraphicFramePr>
        <p:xfrm>
          <a:off x="2438400" y="1143000"/>
          <a:ext cx="59547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9" name="公式" r:id="rId3" imgW="1966173" imgH="243919" progId="Equation.3">
                  <p:embed/>
                </p:oleObj>
              </mc:Choice>
              <mc:Fallback>
                <p:oleObj name="公式" r:id="rId3" imgW="1966173" imgH="2439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43000"/>
                        <a:ext cx="59547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2" name="Rectangle 16"/>
          <p:cNvSpPr>
            <a:spLocks noChangeArrowheads="1"/>
          </p:cNvSpPr>
          <p:nvPr/>
        </p:nvSpPr>
        <p:spPr bwMode="auto">
          <a:xfrm>
            <a:off x="0" y="1219200"/>
            <a:ext cx="188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第一类边界条件</a:t>
            </a:r>
          </a:p>
        </p:txBody>
      </p:sp>
      <p:graphicFrame>
        <p:nvGraphicFramePr>
          <p:cNvPr id="280593" name="Object 17"/>
          <p:cNvGraphicFramePr>
            <a:graphicFrameLocks noChangeAspect="1"/>
          </p:cNvGraphicFramePr>
          <p:nvPr/>
        </p:nvGraphicFramePr>
        <p:xfrm>
          <a:off x="2590800" y="2286000"/>
          <a:ext cx="6294438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0" name="公式" r:id="rId5" imgW="2080154" imgH="358030" progId="Equation.3">
                  <p:embed/>
                </p:oleObj>
              </mc:Choice>
              <mc:Fallback>
                <p:oleObj name="公式" r:id="rId5" imgW="2080154" imgH="3580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6294438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5" name="Rectangle 19"/>
          <p:cNvSpPr>
            <a:spLocks noChangeArrowheads="1"/>
          </p:cNvSpPr>
          <p:nvPr/>
        </p:nvSpPr>
        <p:spPr bwMode="auto">
          <a:xfrm>
            <a:off x="0" y="2514600"/>
            <a:ext cx="188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第二类边界条件</a:t>
            </a:r>
          </a:p>
        </p:txBody>
      </p:sp>
      <p:sp>
        <p:nvSpPr>
          <p:cNvPr id="280596" name="Rectangle 20"/>
          <p:cNvSpPr>
            <a:spLocks noChangeArrowheads="1"/>
          </p:cNvSpPr>
          <p:nvPr/>
        </p:nvSpPr>
        <p:spPr bwMode="auto">
          <a:xfrm>
            <a:off x="0" y="4114800"/>
            <a:ext cx="188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第三类边界条件</a:t>
            </a:r>
          </a:p>
        </p:txBody>
      </p:sp>
      <p:graphicFrame>
        <p:nvGraphicFramePr>
          <p:cNvPr id="280597" name="Object 21"/>
          <p:cNvGraphicFramePr>
            <a:graphicFrameLocks noChangeAspect="1"/>
          </p:cNvGraphicFramePr>
          <p:nvPr/>
        </p:nvGraphicFramePr>
        <p:xfrm>
          <a:off x="2057400" y="3962400"/>
          <a:ext cx="6831013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1" name="公式" r:id="rId7" imgW="2529698" imgH="358030" progId="Equation.3">
                  <p:embed/>
                </p:oleObj>
              </mc:Choice>
              <mc:Fallback>
                <p:oleObj name="公式" r:id="rId7" imgW="2529698" imgH="3580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962400"/>
                        <a:ext cx="6831013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874" name="Object 2"/>
          <p:cNvGraphicFramePr>
            <a:graphicFrameLocks noChangeAspect="1"/>
          </p:cNvGraphicFramePr>
          <p:nvPr/>
        </p:nvGraphicFramePr>
        <p:xfrm>
          <a:off x="2209800" y="762000"/>
          <a:ext cx="59547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6" name="公式" r:id="rId3" imgW="1966173" imgH="243919" progId="Equation.3">
                  <p:embed/>
                </p:oleObj>
              </mc:Choice>
              <mc:Fallback>
                <p:oleObj name="公式" r:id="rId3" imgW="1966173" imgH="2439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62000"/>
                        <a:ext cx="59547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75" name="Rectangle 3"/>
          <p:cNvSpPr>
            <a:spLocks noChangeArrowheads="1"/>
          </p:cNvSpPr>
          <p:nvPr/>
        </p:nvSpPr>
        <p:spPr bwMode="auto">
          <a:xfrm>
            <a:off x="228600" y="2209800"/>
            <a:ext cx="3949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如两端固定弦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端点位移</a:t>
            </a:r>
          </a:p>
        </p:txBody>
      </p:sp>
      <p:grpSp>
        <p:nvGrpSpPr>
          <p:cNvPr id="335876" name="Group 4"/>
          <p:cNvGrpSpPr>
            <a:grpSpLocks/>
          </p:cNvGrpSpPr>
          <p:nvPr/>
        </p:nvGrpSpPr>
        <p:grpSpPr bwMode="auto">
          <a:xfrm>
            <a:off x="4267200" y="3200400"/>
            <a:ext cx="4876800" cy="2424113"/>
            <a:chOff x="384" y="0"/>
            <a:chExt cx="3072" cy="1527"/>
          </a:xfrm>
        </p:grpSpPr>
        <p:sp>
          <p:nvSpPr>
            <p:cNvPr id="34825" name="Line 5"/>
            <p:cNvSpPr>
              <a:spLocks noChangeShapeType="1"/>
            </p:cNvSpPr>
            <p:nvPr/>
          </p:nvSpPr>
          <p:spPr bwMode="auto">
            <a:xfrm>
              <a:off x="624" y="1104"/>
              <a:ext cx="24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6" name="Line 6"/>
            <p:cNvSpPr>
              <a:spLocks noChangeShapeType="1"/>
            </p:cNvSpPr>
            <p:nvPr/>
          </p:nvSpPr>
          <p:spPr bwMode="auto">
            <a:xfrm flipV="1">
              <a:off x="720" y="144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7" name="Line 7"/>
            <p:cNvSpPr>
              <a:spLocks noChangeShapeType="1"/>
            </p:cNvSpPr>
            <p:nvPr/>
          </p:nvSpPr>
          <p:spPr bwMode="auto">
            <a:xfrm flipV="1">
              <a:off x="720" y="432"/>
              <a:ext cx="91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8" name="Line 8"/>
            <p:cNvSpPr>
              <a:spLocks noChangeShapeType="1"/>
            </p:cNvSpPr>
            <p:nvPr/>
          </p:nvSpPr>
          <p:spPr bwMode="auto">
            <a:xfrm>
              <a:off x="1152" y="816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9" name="Line 9"/>
            <p:cNvSpPr>
              <a:spLocks noChangeShapeType="1"/>
            </p:cNvSpPr>
            <p:nvPr/>
          </p:nvSpPr>
          <p:spPr bwMode="auto">
            <a:xfrm flipH="1">
              <a:off x="1632" y="336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0" name="Rectangle 10"/>
            <p:cNvSpPr>
              <a:spLocks noChangeArrowheads="1"/>
            </p:cNvSpPr>
            <p:nvPr/>
          </p:nvSpPr>
          <p:spPr bwMode="auto">
            <a:xfrm>
              <a:off x="1488" y="120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x=l / 2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1" name="Rectangle 11"/>
            <p:cNvSpPr>
              <a:spLocks noChangeArrowheads="1"/>
            </p:cNvSpPr>
            <p:nvPr/>
          </p:nvSpPr>
          <p:spPr bwMode="auto">
            <a:xfrm>
              <a:off x="3168" y="91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2" name="Rectangle 12"/>
            <p:cNvSpPr>
              <a:spLocks noChangeArrowheads="1"/>
            </p:cNvSpPr>
            <p:nvPr/>
          </p:nvSpPr>
          <p:spPr bwMode="auto">
            <a:xfrm>
              <a:off x="384" y="0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y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3" name="Line 13"/>
            <p:cNvSpPr>
              <a:spLocks noChangeShapeType="1"/>
            </p:cNvSpPr>
            <p:nvPr/>
          </p:nvSpPr>
          <p:spPr bwMode="auto">
            <a:xfrm flipH="1" flipV="1">
              <a:off x="1632" y="432"/>
              <a:ext cx="91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4" name="Rectangle 14"/>
            <p:cNvSpPr>
              <a:spLocks noChangeArrowheads="1"/>
            </p:cNvSpPr>
            <p:nvPr/>
          </p:nvSpPr>
          <p:spPr bwMode="auto">
            <a:xfrm>
              <a:off x="2448" y="115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x=l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5" name="Rectangle 15"/>
            <p:cNvSpPr>
              <a:spLocks noChangeArrowheads="1"/>
            </p:cNvSpPr>
            <p:nvPr/>
          </p:nvSpPr>
          <p:spPr bwMode="auto">
            <a:xfrm>
              <a:off x="1632" y="672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h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6" name="Rectangle 16"/>
            <p:cNvSpPr>
              <a:spLocks noChangeArrowheads="1"/>
            </p:cNvSpPr>
            <p:nvPr/>
          </p:nvSpPr>
          <p:spPr bwMode="auto">
            <a:xfrm>
              <a:off x="960" y="115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4837" name="Rectangle 17"/>
            <p:cNvSpPr>
              <a:spLocks noChangeArrowheads="1"/>
            </p:cNvSpPr>
            <p:nvPr/>
          </p:nvSpPr>
          <p:spPr bwMode="auto">
            <a:xfrm>
              <a:off x="432" y="110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0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35890" name="Object 18"/>
          <p:cNvGraphicFramePr>
            <a:graphicFrameLocks noChangeAspect="1"/>
          </p:cNvGraphicFramePr>
          <p:nvPr/>
        </p:nvGraphicFramePr>
        <p:xfrm>
          <a:off x="381000" y="3124200"/>
          <a:ext cx="24876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7" name="公式" r:id="rId5" imgW="799994" imgH="213376" progId="Equation.3">
                  <p:embed/>
                </p:oleObj>
              </mc:Choice>
              <mc:Fallback>
                <p:oleObj name="公式" r:id="rId5" imgW="799994" imgH="21337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24200"/>
                        <a:ext cx="24876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91" name="Object 19"/>
          <p:cNvGraphicFramePr>
            <a:graphicFrameLocks noChangeAspect="1"/>
          </p:cNvGraphicFramePr>
          <p:nvPr/>
        </p:nvGraphicFramePr>
        <p:xfrm>
          <a:off x="304800" y="4419600"/>
          <a:ext cx="24479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" name="公式" r:id="rId7" imgW="784683" imgH="213376" progId="Equation.3">
                  <p:embed/>
                </p:oleObj>
              </mc:Choice>
              <mc:Fallback>
                <p:oleObj name="公式" r:id="rId7" imgW="784683" imgH="21337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19600"/>
                        <a:ext cx="244792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37"/>
          <p:cNvSpPr>
            <a:spLocks noChangeArrowheads="1"/>
          </p:cNvSpPr>
          <p:nvPr/>
        </p:nvSpPr>
        <p:spPr bwMode="auto">
          <a:xfrm>
            <a:off x="0" y="152400"/>
            <a:ext cx="3949700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）、第一类边界条件</a:t>
            </a:r>
          </a:p>
        </p:txBody>
      </p:sp>
      <p:sp>
        <p:nvSpPr>
          <p:cNvPr id="335910" name="Line 38"/>
          <p:cNvSpPr>
            <a:spLocks noChangeShapeType="1"/>
          </p:cNvSpPr>
          <p:nvPr/>
        </p:nvSpPr>
        <p:spPr bwMode="auto">
          <a:xfrm flipH="1">
            <a:off x="5105400" y="1828800"/>
            <a:ext cx="4038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45" name="Rectangle 21"/>
          <p:cNvSpPr>
            <a:spLocks noChangeArrowheads="1"/>
          </p:cNvSpPr>
          <p:nvPr/>
        </p:nvSpPr>
        <p:spPr bwMode="auto">
          <a:xfrm>
            <a:off x="685800" y="2651125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如细杆热传导端点温度</a:t>
            </a:r>
          </a:p>
        </p:txBody>
      </p:sp>
      <p:sp>
        <p:nvSpPr>
          <p:cNvPr id="282654" name="Rectangle 30"/>
          <p:cNvSpPr>
            <a:spLocks noChangeArrowheads="1"/>
          </p:cNvSpPr>
          <p:nvPr/>
        </p:nvSpPr>
        <p:spPr bwMode="auto">
          <a:xfrm>
            <a:off x="6705600" y="14478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Book Antiqua" panose="02040602050305030304" pitchFamily="18" charset="0"/>
              </a:rPr>
              <a:t>l</a:t>
            </a:r>
            <a:endParaRPr lang="en-US" altLang="zh-CN" sz="36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282664" name="Group 40"/>
          <p:cNvGrpSpPr>
            <a:grpSpLocks/>
          </p:cNvGrpSpPr>
          <p:nvPr/>
        </p:nvGrpSpPr>
        <p:grpSpPr bwMode="auto">
          <a:xfrm>
            <a:off x="2667000" y="685800"/>
            <a:ext cx="5791200" cy="1066800"/>
            <a:chOff x="1680" y="3024"/>
            <a:chExt cx="3648" cy="672"/>
          </a:xfrm>
        </p:grpSpPr>
        <p:sp>
          <p:nvSpPr>
            <p:cNvPr id="35848" name="Rectangle 23"/>
            <p:cNvSpPr>
              <a:spLocks noChangeArrowheads="1"/>
            </p:cNvSpPr>
            <p:nvPr/>
          </p:nvSpPr>
          <p:spPr bwMode="auto">
            <a:xfrm>
              <a:off x="1680" y="3264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0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5849" name="Line 22"/>
            <p:cNvSpPr>
              <a:spLocks noChangeShapeType="1"/>
            </p:cNvSpPr>
            <p:nvPr/>
          </p:nvSpPr>
          <p:spPr bwMode="auto">
            <a:xfrm flipH="1">
              <a:off x="1872" y="3216"/>
              <a:ext cx="326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AutoShape 24"/>
            <p:cNvSpPr>
              <a:spLocks noChangeArrowheads="1"/>
            </p:cNvSpPr>
            <p:nvPr/>
          </p:nvSpPr>
          <p:spPr bwMode="auto">
            <a:xfrm rot="5400000">
              <a:off x="3072" y="1968"/>
              <a:ext cx="408" cy="2520"/>
            </a:xfrm>
            <a:prstGeom prst="can">
              <a:avLst>
                <a:gd name="adj" fmla="val 102684"/>
              </a:avLst>
            </a:prstGeom>
            <a:solidFill>
              <a:srgbClr val="DF09C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5851" name="Oval 25"/>
            <p:cNvSpPr>
              <a:spLocks noChangeArrowheads="1"/>
            </p:cNvSpPr>
            <p:nvPr/>
          </p:nvSpPr>
          <p:spPr bwMode="auto">
            <a:xfrm>
              <a:off x="3360" y="3024"/>
              <a:ext cx="288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5852" name="Oval 26"/>
            <p:cNvSpPr>
              <a:spLocks noChangeArrowheads="1"/>
            </p:cNvSpPr>
            <p:nvPr/>
          </p:nvSpPr>
          <p:spPr bwMode="auto">
            <a:xfrm>
              <a:off x="2688" y="3024"/>
              <a:ext cx="288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5853" name="Line 27"/>
            <p:cNvSpPr>
              <a:spLocks noChangeShapeType="1"/>
            </p:cNvSpPr>
            <p:nvPr/>
          </p:nvSpPr>
          <p:spPr bwMode="auto">
            <a:xfrm flipH="1">
              <a:off x="2016" y="326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4" name="Line 28"/>
            <p:cNvSpPr>
              <a:spLocks noChangeShapeType="1"/>
            </p:cNvSpPr>
            <p:nvPr/>
          </p:nvSpPr>
          <p:spPr bwMode="auto">
            <a:xfrm flipH="1">
              <a:off x="4368" y="3264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Rectangle 29"/>
            <p:cNvSpPr>
              <a:spLocks noChangeArrowheads="1"/>
            </p:cNvSpPr>
            <p:nvPr/>
          </p:nvSpPr>
          <p:spPr bwMode="auto">
            <a:xfrm>
              <a:off x="5040" y="3168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5856" name="Line 31"/>
            <p:cNvSpPr>
              <a:spLocks noChangeShapeType="1"/>
            </p:cNvSpPr>
            <p:nvPr/>
          </p:nvSpPr>
          <p:spPr bwMode="auto">
            <a:xfrm flipH="1">
              <a:off x="2448" y="321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7" name="Line 32"/>
            <p:cNvSpPr>
              <a:spLocks noChangeShapeType="1"/>
            </p:cNvSpPr>
            <p:nvPr/>
          </p:nvSpPr>
          <p:spPr bwMode="auto">
            <a:xfrm>
              <a:off x="3504" y="3216"/>
              <a:ext cx="43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82657" name="Object 33"/>
          <p:cNvGraphicFramePr>
            <a:graphicFrameLocks noChangeAspect="1"/>
          </p:cNvGraphicFramePr>
          <p:nvPr/>
        </p:nvGraphicFramePr>
        <p:xfrm>
          <a:off x="4648200" y="3505200"/>
          <a:ext cx="26384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0" name="公式" r:id="rId3" imgW="853582" imgH="213376" progId="Equation.3">
                  <p:embed/>
                </p:oleObj>
              </mc:Choice>
              <mc:Fallback>
                <p:oleObj name="公式" r:id="rId3" imgW="853582" imgH="21337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505200"/>
                        <a:ext cx="263842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58" name="Object 34"/>
          <p:cNvGraphicFramePr>
            <a:graphicFrameLocks noChangeAspect="1"/>
          </p:cNvGraphicFramePr>
          <p:nvPr/>
        </p:nvGraphicFramePr>
        <p:xfrm>
          <a:off x="4724400" y="4648200"/>
          <a:ext cx="25558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1" name="公式" r:id="rId5" imgW="822960" imgH="213376" progId="Equation.3">
                  <p:embed/>
                </p:oleObj>
              </mc:Choice>
              <mc:Fallback>
                <p:oleObj name="公式" r:id="rId5" imgW="822960" imgH="21337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648200"/>
                        <a:ext cx="25558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60" name="Rectangle 36"/>
          <p:cNvSpPr>
            <a:spLocks noChangeArrowheads="1"/>
          </p:cNvSpPr>
          <p:nvPr/>
        </p:nvSpPr>
        <p:spPr bwMode="auto">
          <a:xfrm>
            <a:off x="762000" y="35052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（如扩散端点浓度）</a:t>
            </a: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1026"/>
          <p:cNvSpPr>
            <a:spLocks noChangeArrowheads="1"/>
          </p:cNvSpPr>
          <p:nvPr/>
        </p:nvSpPr>
        <p:spPr bwMode="auto">
          <a:xfrm>
            <a:off x="533400" y="914400"/>
            <a:ext cx="2057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）、如细杆的纵振动，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x=a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处受力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f(t)</a:t>
            </a:r>
          </a:p>
        </p:txBody>
      </p:sp>
      <p:sp>
        <p:nvSpPr>
          <p:cNvPr id="325636" name="Line 1028"/>
          <p:cNvSpPr>
            <a:spLocks noChangeShapeType="1"/>
          </p:cNvSpPr>
          <p:nvPr/>
        </p:nvSpPr>
        <p:spPr bwMode="auto">
          <a:xfrm flipH="1">
            <a:off x="3962400" y="2819400"/>
            <a:ext cx="5181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5637" name="Object 1029"/>
          <p:cNvGraphicFramePr>
            <a:graphicFrameLocks noChangeAspect="1"/>
          </p:cNvGraphicFramePr>
          <p:nvPr/>
        </p:nvGraphicFramePr>
        <p:xfrm>
          <a:off x="533400" y="2819400"/>
          <a:ext cx="32019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4" name="公式" r:id="rId3" imgW="1044117" imgH="213376" progId="Equation.3">
                  <p:embed/>
                </p:oleObj>
              </mc:Choice>
              <mc:Fallback>
                <p:oleObj name="公式" r:id="rId3" imgW="1044117" imgH="213376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19400"/>
                        <a:ext cx="3201988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1045"/>
          <p:cNvSpPr>
            <a:spLocks noChangeArrowheads="1"/>
          </p:cNvSpPr>
          <p:nvPr/>
        </p:nvSpPr>
        <p:spPr bwMode="auto">
          <a:xfrm>
            <a:off x="0" y="228600"/>
            <a:ext cx="3949700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）、第二类边界条件</a:t>
            </a:r>
          </a:p>
        </p:txBody>
      </p:sp>
      <p:graphicFrame>
        <p:nvGraphicFramePr>
          <p:cNvPr id="325656" name="Object 1048"/>
          <p:cNvGraphicFramePr>
            <a:graphicFrameLocks noChangeAspect="1"/>
          </p:cNvGraphicFramePr>
          <p:nvPr/>
        </p:nvGraphicFramePr>
        <p:xfrm>
          <a:off x="685800" y="4191000"/>
          <a:ext cx="32019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5" name="公式" r:id="rId5" imgW="1044117" imgH="213376" progId="Equation.3">
                  <p:embed/>
                </p:oleObj>
              </mc:Choice>
              <mc:Fallback>
                <p:oleObj name="公式" r:id="rId5" imgW="1044117" imgH="213376" progId="Equation.3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91000"/>
                        <a:ext cx="3201988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7" name="Object 1049"/>
          <p:cNvGraphicFramePr>
            <a:graphicFrameLocks noChangeAspect="1"/>
          </p:cNvGraphicFramePr>
          <p:nvPr/>
        </p:nvGraphicFramePr>
        <p:xfrm>
          <a:off x="5943600" y="3733800"/>
          <a:ext cx="237331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6" name="公式" r:id="rId7" imgW="762142" imgH="396209" progId="Equation.3">
                  <p:embed/>
                </p:oleObj>
              </mc:Choice>
              <mc:Fallback>
                <p:oleObj name="公式" r:id="rId7" imgW="762142" imgH="396209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733800"/>
                        <a:ext cx="2373313" cy="1252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8" name="Line 1050"/>
          <p:cNvSpPr>
            <a:spLocks noChangeShapeType="1"/>
          </p:cNvSpPr>
          <p:nvPr/>
        </p:nvSpPr>
        <p:spPr bwMode="auto">
          <a:xfrm flipH="1">
            <a:off x="5867400" y="5181600"/>
            <a:ext cx="3276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5659" name="Rectangle 1051"/>
          <p:cNvSpPr>
            <a:spLocks noChangeArrowheads="1"/>
          </p:cNvSpPr>
          <p:nvPr/>
        </p:nvSpPr>
        <p:spPr bwMode="auto">
          <a:xfrm>
            <a:off x="914400" y="5622925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如杆端自由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f(t)=0</a:t>
            </a:r>
          </a:p>
        </p:txBody>
      </p:sp>
      <p:graphicFrame>
        <p:nvGraphicFramePr>
          <p:cNvPr id="325660" name="Object 1052"/>
          <p:cNvGraphicFramePr>
            <a:graphicFrameLocks noChangeAspect="1"/>
          </p:cNvGraphicFramePr>
          <p:nvPr/>
        </p:nvGraphicFramePr>
        <p:xfrm>
          <a:off x="5867400" y="5486400"/>
          <a:ext cx="17287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7" name="公式" r:id="rId9" imgW="548640" imgH="213376" progId="Equation.3">
                  <p:embed/>
                </p:oleObj>
              </mc:Choice>
              <mc:Fallback>
                <p:oleObj name="公式" r:id="rId9" imgW="548640" imgH="213376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486400"/>
                        <a:ext cx="1728788" cy="735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62" name="Object 1054"/>
          <p:cNvGraphicFramePr>
            <a:graphicFrameLocks noChangeAspect="1"/>
          </p:cNvGraphicFramePr>
          <p:nvPr/>
        </p:nvGraphicFramePr>
        <p:xfrm>
          <a:off x="4419600" y="0"/>
          <a:ext cx="42545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8" name="公式" r:id="rId11" imgW="1463040" imgH="243919" progId="Equation.3">
                  <p:embed/>
                </p:oleObj>
              </mc:Choice>
              <mc:Fallback>
                <p:oleObj name="公式" r:id="rId11" imgW="1463040" imgH="243919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0"/>
                        <a:ext cx="425450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7" name="Rectangle 1039"/>
          <p:cNvSpPr>
            <a:spLocks noChangeArrowheads="1"/>
          </p:cNvSpPr>
          <p:nvPr/>
        </p:nvSpPr>
        <p:spPr bwMode="auto">
          <a:xfrm>
            <a:off x="7010400" y="20574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09C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Book Antiqua" panose="02040602050305030304" pitchFamily="18" charset="0"/>
              </a:rPr>
              <a:t>a</a:t>
            </a:r>
            <a:endParaRPr lang="en-US" altLang="zh-CN" sz="36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325664" name="Group 1056"/>
          <p:cNvGrpSpPr>
            <a:grpSpLocks/>
          </p:cNvGrpSpPr>
          <p:nvPr/>
        </p:nvGrpSpPr>
        <p:grpSpPr bwMode="auto">
          <a:xfrm>
            <a:off x="2895600" y="1295400"/>
            <a:ext cx="5943600" cy="1068388"/>
            <a:chOff x="1824" y="816"/>
            <a:chExt cx="3744" cy="673"/>
          </a:xfrm>
        </p:grpSpPr>
        <p:sp>
          <p:nvSpPr>
            <p:cNvPr id="36880" name="Rectangle 1032"/>
            <p:cNvSpPr>
              <a:spLocks noChangeArrowheads="1"/>
            </p:cNvSpPr>
            <p:nvPr/>
          </p:nvSpPr>
          <p:spPr bwMode="auto">
            <a:xfrm>
              <a:off x="1824" y="105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F09C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0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6881" name="AutoShape 1033"/>
            <p:cNvSpPr>
              <a:spLocks noChangeArrowheads="1"/>
            </p:cNvSpPr>
            <p:nvPr/>
          </p:nvSpPr>
          <p:spPr bwMode="auto">
            <a:xfrm rot="5400000">
              <a:off x="3216" y="-240"/>
              <a:ext cx="408" cy="2520"/>
            </a:xfrm>
            <a:prstGeom prst="can">
              <a:avLst>
                <a:gd name="adj" fmla="val 102684"/>
              </a:avLst>
            </a:prstGeom>
            <a:solidFill>
              <a:srgbClr val="DF09C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6882" name="Line 1036"/>
            <p:cNvSpPr>
              <a:spLocks noChangeShapeType="1"/>
            </p:cNvSpPr>
            <p:nvPr/>
          </p:nvSpPr>
          <p:spPr bwMode="auto">
            <a:xfrm flipH="1">
              <a:off x="2160" y="105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Line 1037"/>
            <p:cNvSpPr>
              <a:spLocks noChangeShapeType="1"/>
            </p:cNvSpPr>
            <p:nvPr/>
          </p:nvSpPr>
          <p:spPr bwMode="auto">
            <a:xfrm flipH="1">
              <a:off x="4512" y="105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4" name="Rectangle 1038"/>
            <p:cNvSpPr>
              <a:spLocks noChangeArrowheads="1"/>
            </p:cNvSpPr>
            <p:nvPr/>
          </p:nvSpPr>
          <p:spPr bwMode="auto">
            <a:xfrm>
              <a:off x="5280" y="81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F09C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6885" name="Object 1047"/>
            <p:cNvGraphicFramePr>
              <a:graphicFrameLocks noChangeAspect="1"/>
            </p:cNvGraphicFramePr>
            <p:nvPr/>
          </p:nvGraphicFramePr>
          <p:xfrm>
            <a:off x="4704" y="1104"/>
            <a:ext cx="568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09" name="公式" r:id="rId13" imgW="266665" imgH="167561" progId="Equation.3">
                    <p:embed/>
                  </p:oleObj>
                </mc:Choice>
                <mc:Fallback>
                  <p:oleObj name="公式" r:id="rId13" imgW="266665" imgH="167561" progId="Equation.3">
                    <p:embed/>
                    <p:pic>
                      <p:nvPicPr>
                        <p:cNvPr id="0" name="Object 1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104"/>
                          <a:ext cx="568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DF09CB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6" name="Line 1031"/>
            <p:cNvSpPr>
              <a:spLocks noChangeShapeType="1"/>
            </p:cNvSpPr>
            <p:nvPr/>
          </p:nvSpPr>
          <p:spPr bwMode="auto">
            <a:xfrm flipH="1">
              <a:off x="2016" y="1008"/>
              <a:ext cx="326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AutoShape 1040"/>
            <p:cNvSpPr>
              <a:spLocks noChangeArrowheads="1"/>
            </p:cNvSpPr>
            <p:nvPr/>
          </p:nvSpPr>
          <p:spPr bwMode="auto">
            <a:xfrm>
              <a:off x="4560" y="912"/>
              <a:ext cx="384" cy="144"/>
            </a:xfrm>
            <a:prstGeom prst="notchedRightArrow">
              <a:avLst>
                <a:gd name="adj1" fmla="val 50000"/>
                <a:gd name="adj2" fmla="val 66667"/>
              </a:avLst>
            </a:prstGeom>
            <a:solidFill>
              <a:srgbClr val="DF09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  <p:sp>
        <p:nvSpPr>
          <p:cNvPr id="325665" name="AutoShape 1057"/>
          <p:cNvSpPr>
            <a:spLocks noChangeArrowheads="1"/>
          </p:cNvSpPr>
          <p:nvPr/>
        </p:nvSpPr>
        <p:spPr bwMode="auto">
          <a:xfrm rot="5400000">
            <a:off x="1562100" y="3543300"/>
            <a:ext cx="6096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5666" name="AutoShape 1058"/>
          <p:cNvSpPr>
            <a:spLocks noChangeArrowheads="1"/>
          </p:cNvSpPr>
          <p:nvPr/>
        </p:nvSpPr>
        <p:spPr bwMode="auto">
          <a:xfrm>
            <a:off x="4800600" y="4191000"/>
            <a:ext cx="6096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21" name="Rectangle 21"/>
          <p:cNvSpPr>
            <a:spLocks noChangeArrowheads="1"/>
          </p:cNvSpPr>
          <p:nvPr/>
        </p:nvSpPr>
        <p:spPr bwMode="auto">
          <a:xfrm>
            <a:off x="0" y="1066800"/>
            <a:ext cx="2819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如细杆热传导端点有热量流出</a:t>
            </a:r>
          </a:p>
        </p:txBody>
      </p:sp>
      <p:graphicFrame>
        <p:nvGraphicFramePr>
          <p:cNvPr id="281634" name="Object 34"/>
          <p:cNvGraphicFramePr>
            <a:graphicFrameLocks noChangeAspect="1"/>
          </p:cNvGraphicFramePr>
          <p:nvPr/>
        </p:nvGraphicFramePr>
        <p:xfrm>
          <a:off x="6477000" y="3124200"/>
          <a:ext cx="9017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27" name="公式" r:id="rId3" imgW="266665" imgH="167561" progId="Equation.3">
                  <p:embed/>
                </p:oleObj>
              </mc:Choice>
              <mc:Fallback>
                <p:oleObj name="公式" r:id="rId3" imgW="266665" imgH="16756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124200"/>
                        <a:ext cx="9017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36" name="Line 36"/>
          <p:cNvSpPr>
            <a:spLocks noChangeShapeType="1"/>
          </p:cNvSpPr>
          <p:nvPr/>
        </p:nvSpPr>
        <p:spPr bwMode="auto">
          <a:xfrm flipH="1">
            <a:off x="3962400" y="2590800"/>
            <a:ext cx="5181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1638" name="Object 38"/>
          <p:cNvGraphicFramePr>
            <a:graphicFrameLocks noChangeAspect="1"/>
          </p:cNvGraphicFramePr>
          <p:nvPr/>
        </p:nvGraphicFramePr>
        <p:xfrm>
          <a:off x="1676400" y="3048000"/>
          <a:ext cx="2219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28" name="公式" r:id="rId5" imgW="624769" imgH="213376" progId="Equation.3">
                  <p:embed/>
                </p:oleObj>
              </mc:Choice>
              <mc:Fallback>
                <p:oleObj name="公式" r:id="rId5" imgW="624769" imgH="213376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0"/>
                        <a:ext cx="2219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40" name="Object 40"/>
          <p:cNvGraphicFramePr>
            <a:graphicFrameLocks noChangeAspect="1"/>
          </p:cNvGraphicFramePr>
          <p:nvPr/>
        </p:nvGraphicFramePr>
        <p:xfrm>
          <a:off x="0" y="2971800"/>
          <a:ext cx="17446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29" name="公式" r:id="rId7" imgW="480166" imgH="213376" progId="Equation.3">
                  <p:embed/>
                </p:oleObj>
              </mc:Choice>
              <mc:Fallback>
                <p:oleObj name="公式" r:id="rId7" imgW="480166" imgH="21337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1800"/>
                        <a:ext cx="17446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41" name="Rectangle 41"/>
          <p:cNvSpPr>
            <a:spLocks noChangeArrowheads="1"/>
          </p:cNvSpPr>
          <p:nvPr/>
        </p:nvSpPr>
        <p:spPr bwMode="auto">
          <a:xfrm>
            <a:off x="0" y="4495800"/>
            <a:ext cx="2743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如细杆热传导端点有热量流入</a:t>
            </a:r>
          </a:p>
        </p:txBody>
      </p:sp>
      <p:graphicFrame>
        <p:nvGraphicFramePr>
          <p:cNvPr id="281645" name="Object 45"/>
          <p:cNvGraphicFramePr>
            <a:graphicFrameLocks noChangeAspect="1"/>
          </p:cNvGraphicFramePr>
          <p:nvPr/>
        </p:nvGraphicFramePr>
        <p:xfrm>
          <a:off x="2743200" y="4495800"/>
          <a:ext cx="38290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30" name="公式" r:id="rId9" imgW="1104935" imgH="358030" progId="Equation.3">
                  <p:embed/>
                </p:oleObj>
              </mc:Choice>
              <mc:Fallback>
                <p:oleObj name="公式" r:id="rId9" imgW="1104935" imgH="35803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95800"/>
                        <a:ext cx="382905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46" name="Object 46"/>
          <p:cNvGraphicFramePr>
            <a:graphicFrameLocks noChangeAspect="1"/>
          </p:cNvGraphicFramePr>
          <p:nvPr/>
        </p:nvGraphicFramePr>
        <p:xfrm>
          <a:off x="6477000" y="4800600"/>
          <a:ext cx="15478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31" name="公式" r:id="rId11" imgW="480166" imgH="167561" progId="Equation.3">
                  <p:embed/>
                </p:oleObj>
              </mc:Choice>
              <mc:Fallback>
                <p:oleObj name="公式" r:id="rId11" imgW="480166" imgH="167561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800600"/>
                        <a:ext cx="1547813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47" name="Rectangle 47"/>
          <p:cNvSpPr>
            <a:spLocks noChangeArrowheads="1"/>
          </p:cNvSpPr>
          <p:nvPr/>
        </p:nvSpPr>
        <p:spPr bwMode="auto">
          <a:xfrm>
            <a:off x="228600" y="228600"/>
            <a:ext cx="215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）、热传导</a:t>
            </a:r>
          </a:p>
        </p:txBody>
      </p:sp>
      <p:graphicFrame>
        <p:nvGraphicFramePr>
          <p:cNvPr id="281650" name="Object 50"/>
          <p:cNvGraphicFramePr>
            <a:graphicFrameLocks noChangeAspect="1"/>
          </p:cNvGraphicFramePr>
          <p:nvPr/>
        </p:nvGraphicFramePr>
        <p:xfrm>
          <a:off x="3886200" y="2743200"/>
          <a:ext cx="2589213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32" name="公式" r:id="rId13" imgW="739175" imgH="358030" progId="Equation.3">
                  <p:embed/>
                </p:oleObj>
              </mc:Choice>
              <mc:Fallback>
                <p:oleObj name="公式" r:id="rId13" imgW="739175" imgH="35803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743200"/>
                        <a:ext cx="2589213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0" name="Group 52"/>
          <p:cNvGrpSpPr>
            <a:grpSpLocks/>
          </p:cNvGrpSpPr>
          <p:nvPr/>
        </p:nvGrpSpPr>
        <p:grpSpPr bwMode="auto">
          <a:xfrm>
            <a:off x="2895600" y="914400"/>
            <a:ext cx="6019800" cy="1555750"/>
            <a:chOff x="1824" y="576"/>
            <a:chExt cx="3792" cy="980"/>
          </a:xfrm>
        </p:grpSpPr>
        <p:sp>
          <p:nvSpPr>
            <p:cNvPr id="37901" name="Rectangle 24"/>
            <p:cNvSpPr>
              <a:spLocks noChangeArrowheads="1"/>
            </p:cNvSpPr>
            <p:nvPr/>
          </p:nvSpPr>
          <p:spPr bwMode="auto">
            <a:xfrm>
              <a:off x="1824" y="91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0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7902" name="AutoShape 25"/>
            <p:cNvSpPr>
              <a:spLocks noChangeArrowheads="1"/>
            </p:cNvSpPr>
            <p:nvPr/>
          </p:nvSpPr>
          <p:spPr bwMode="auto">
            <a:xfrm rot="5400000">
              <a:off x="3216" y="-384"/>
              <a:ext cx="408" cy="2520"/>
            </a:xfrm>
            <a:prstGeom prst="can">
              <a:avLst>
                <a:gd name="adj" fmla="val 1026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7903" name="Oval 26"/>
            <p:cNvSpPr>
              <a:spLocks noChangeArrowheads="1"/>
            </p:cNvSpPr>
            <p:nvPr/>
          </p:nvSpPr>
          <p:spPr bwMode="auto">
            <a:xfrm>
              <a:off x="3504" y="672"/>
              <a:ext cx="288" cy="38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7904" name="Oval 27"/>
            <p:cNvSpPr>
              <a:spLocks noChangeArrowheads="1"/>
            </p:cNvSpPr>
            <p:nvPr/>
          </p:nvSpPr>
          <p:spPr bwMode="auto">
            <a:xfrm>
              <a:off x="2832" y="672"/>
              <a:ext cx="288" cy="38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7905" name="Line 28"/>
            <p:cNvSpPr>
              <a:spLocks noChangeShapeType="1"/>
            </p:cNvSpPr>
            <p:nvPr/>
          </p:nvSpPr>
          <p:spPr bwMode="auto">
            <a:xfrm flipH="1">
              <a:off x="2160" y="91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Line 29"/>
            <p:cNvSpPr>
              <a:spLocks noChangeShapeType="1"/>
            </p:cNvSpPr>
            <p:nvPr/>
          </p:nvSpPr>
          <p:spPr bwMode="auto">
            <a:xfrm flipH="1">
              <a:off x="4512" y="91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Rectangle 30"/>
            <p:cNvSpPr>
              <a:spLocks noChangeArrowheads="1"/>
            </p:cNvSpPr>
            <p:nvPr/>
          </p:nvSpPr>
          <p:spPr bwMode="auto">
            <a:xfrm>
              <a:off x="5328" y="67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7908" name="Rectangle 31"/>
            <p:cNvSpPr>
              <a:spLocks noChangeArrowheads="1"/>
            </p:cNvSpPr>
            <p:nvPr/>
          </p:nvSpPr>
          <p:spPr bwMode="auto">
            <a:xfrm>
              <a:off x="4416" y="1152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latin typeface="Book Antiqua" panose="02040602050305030304" pitchFamily="18" charset="0"/>
                </a:rPr>
                <a:t>a</a:t>
              </a:r>
              <a:endParaRPr lang="en-US" altLang="zh-CN" sz="36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7909" name="AutoShape 39"/>
            <p:cNvSpPr>
              <a:spLocks noChangeArrowheads="1"/>
            </p:cNvSpPr>
            <p:nvPr/>
          </p:nvSpPr>
          <p:spPr bwMode="auto">
            <a:xfrm>
              <a:off x="4704" y="576"/>
              <a:ext cx="384" cy="288"/>
            </a:xfrm>
            <a:prstGeom prst="notchedRight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7910" name="Line 23"/>
            <p:cNvSpPr>
              <a:spLocks noChangeShapeType="1"/>
            </p:cNvSpPr>
            <p:nvPr/>
          </p:nvSpPr>
          <p:spPr bwMode="auto">
            <a:xfrm flipH="1">
              <a:off x="2016" y="864"/>
              <a:ext cx="326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1" name="Rectangle 3"/>
          <p:cNvSpPr>
            <a:spLocks noChangeArrowheads="1"/>
          </p:cNvSpPr>
          <p:nvPr/>
        </p:nvSpPr>
        <p:spPr bwMode="auto">
          <a:xfrm>
            <a:off x="0" y="2041525"/>
            <a:ext cx="2819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如细杆热传导，</a:t>
            </a:r>
            <a:r>
              <a:rPr lang="en-US" altLang="zh-CN" sz="2800" b="1" i="1" dirty="0">
                <a:latin typeface="+mn-lt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端自由冷却</a:t>
            </a:r>
          </a:p>
        </p:txBody>
      </p:sp>
      <p:graphicFrame>
        <p:nvGraphicFramePr>
          <p:cNvPr id="283661" name="Object 13"/>
          <p:cNvGraphicFramePr>
            <a:graphicFrameLocks noChangeAspect="1"/>
          </p:cNvGraphicFramePr>
          <p:nvPr/>
        </p:nvGraphicFramePr>
        <p:xfrm>
          <a:off x="6616700" y="4486275"/>
          <a:ext cx="25273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7" name="公式" r:id="rId3" imgW="815305" imgH="213376" progId="Equation.3">
                  <p:embed/>
                </p:oleObj>
              </mc:Choice>
              <mc:Fallback>
                <p:oleObj name="公式" r:id="rId3" imgW="815305" imgH="21337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4486275"/>
                        <a:ext cx="25273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2" name="Line 14"/>
          <p:cNvSpPr>
            <a:spLocks noChangeShapeType="1"/>
          </p:cNvSpPr>
          <p:nvPr/>
        </p:nvSpPr>
        <p:spPr bwMode="auto">
          <a:xfrm flipH="1">
            <a:off x="3962400" y="3505200"/>
            <a:ext cx="51816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3666" name="Rectangle 18"/>
          <p:cNvSpPr>
            <a:spLocks noChangeArrowheads="1"/>
          </p:cNvSpPr>
          <p:nvPr/>
        </p:nvSpPr>
        <p:spPr bwMode="auto">
          <a:xfrm>
            <a:off x="0" y="3724275"/>
            <a:ext cx="883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则热流强度与杆端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u|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x=a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和周围介质温度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差有关系</a:t>
            </a:r>
          </a:p>
        </p:txBody>
      </p:sp>
      <p:graphicFrame>
        <p:nvGraphicFramePr>
          <p:cNvPr id="283667" name="Object 19"/>
          <p:cNvGraphicFramePr>
            <a:graphicFrameLocks noChangeAspect="1"/>
          </p:cNvGraphicFramePr>
          <p:nvPr/>
        </p:nvGraphicFramePr>
        <p:xfrm>
          <a:off x="533400" y="4257675"/>
          <a:ext cx="38290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8" name="公式" r:id="rId5" imgW="1104935" imgH="358030" progId="Equation.3">
                  <p:embed/>
                </p:oleObj>
              </mc:Choice>
              <mc:Fallback>
                <p:oleObj name="公式" r:id="rId5" imgW="1104935" imgH="3580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57675"/>
                        <a:ext cx="382905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21"/>
          <p:cNvSpPr>
            <a:spLocks noChangeArrowheads="1"/>
          </p:cNvSpPr>
          <p:nvPr/>
        </p:nvSpPr>
        <p:spPr bwMode="auto">
          <a:xfrm>
            <a:off x="0" y="0"/>
            <a:ext cx="3949700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）、第三类边界条件</a:t>
            </a:r>
          </a:p>
        </p:txBody>
      </p:sp>
      <p:graphicFrame>
        <p:nvGraphicFramePr>
          <p:cNvPr id="283671" name="Object 23"/>
          <p:cNvGraphicFramePr>
            <a:graphicFrameLocks noChangeAspect="1"/>
          </p:cNvGraphicFramePr>
          <p:nvPr/>
        </p:nvGraphicFramePr>
        <p:xfrm>
          <a:off x="457200" y="5715000"/>
          <a:ext cx="29559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9" name="公式" r:id="rId7" imgW="1005840" imgH="213376" progId="Equation.3">
                  <p:embed/>
                </p:oleObj>
              </mc:Choice>
              <mc:Fallback>
                <p:oleObj name="公式" r:id="rId7" imgW="1005840" imgH="21337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715000"/>
                        <a:ext cx="29559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3" name="Line 25"/>
          <p:cNvSpPr>
            <a:spLocks noChangeShapeType="1"/>
          </p:cNvSpPr>
          <p:nvPr/>
        </p:nvSpPr>
        <p:spPr bwMode="auto">
          <a:xfrm flipH="1">
            <a:off x="5715000" y="5553075"/>
            <a:ext cx="34290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3674" name="Line 26"/>
          <p:cNvSpPr>
            <a:spLocks noChangeShapeType="1"/>
          </p:cNvSpPr>
          <p:nvPr/>
        </p:nvSpPr>
        <p:spPr bwMode="auto">
          <a:xfrm flipH="1">
            <a:off x="5797550" y="1905000"/>
            <a:ext cx="33464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3676" name="Object 28"/>
          <p:cNvGraphicFramePr>
            <a:graphicFrameLocks noChangeAspect="1"/>
          </p:cNvGraphicFramePr>
          <p:nvPr/>
        </p:nvGraphicFramePr>
        <p:xfrm>
          <a:off x="4038600" y="4257675"/>
          <a:ext cx="255270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0" name="公式" r:id="rId9" imgW="723865" imgH="358030" progId="Equation.3">
                  <p:embed/>
                </p:oleObj>
              </mc:Choice>
              <mc:Fallback>
                <p:oleObj name="公式" r:id="rId9" imgW="723865" imgH="3580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57675"/>
                        <a:ext cx="255270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77" name="Object 29"/>
          <p:cNvGraphicFramePr>
            <a:graphicFrameLocks noChangeAspect="1"/>
          </p:cNvGraphicFramePr>
          <p:nvPr/>
        </p:nvGraphicFramePr>
        <p:xfrm>
          <a:off x="685800" y="762000"/>
          <a:ext cx="55181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1" name="公式" r:id="rId11" imgW="1904929" imgH="243919" progId="Equation.3">
                  <p:embed/>
                </p:oleObj>
              </mc:Choice>
              <mc:Fallback>
                <p:oleObj name="公式" r:id="rId11" imgW="1904929" imgH="24391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"/>
                        <a:ext cx="55181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3680" name="Group 32"/>
          <p:cNvGrpSpPr>
            <a:grpSpLocks/>
          </p:cNvGrpSpPr>
          <p:nvPr/>
        </p:nvGrpSpPr>
        <p:grpSpPr bwMode="auto">
          <a:xfrm>
            <a:off x="3276600" y="2057400"/>
            <a:ext cx="5867400" cy="1403350"/>
            <a:chOff x="1872" y="1488"/>
            <a:chExt cx="3696" cy="884"/>
          </a:xfrm>
        </p:grpSpPr>
        <p:sp>
          <p:nvSpPr>
            <p:cNvPr id="38926" name="Rectangle 5"/>
            <p:cNvSpPr>
              <a:spLocks noChangeArrowheads="1"/>
            </p:cNvSpPr>
            <p:nvPr/>
          </p:nvSpPr>
          <p:spPr bwMode="auto">
            <a:xfrm>
              <a:off x="1872" y="1728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0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8927" name="AutoShape 6"/>
            <p:cNvSpPr>
              <a:spLocks noChangeArrowheads="1"/>
            </p:cNvSpPr>
            <p:nvPr/>
          </p:nvSpPr>
          <p:spPr bwMode="auto">
            <a:xfrm rot="5400000">
              <a:off x="3216" y="432"/>
              <a:ext cx="408" cy="2520"/>
            </a:xfrm>
            <a:prstGeom prst="can">
              <a:avLst>
                <a:gd name="adj" fmla="val 102684"/>
              </a:avLst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8928" name="Oval 7"/>
            <p:cNvSpPr>
              <a:spLocks noChangeArrowheads="1"/>
            </p:cNvSpPr>
            <p:nvPr/>
          </p:nvSpPr>
          <p:spPr bwMode="auto">
            <a:xfrm>
              <a:off x="3504" y="1488"/>
              <a:ext cx="288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8929" name="Oval 8"/>
            <p:cNvSpPr>
              <a:spLocks noChangeArrowheads="1"/>
            </p:cNvSpPr>
            <p:nvPr/>
          </p:nvSpPr>
          <p:spPr bwMode="auto">
            <a:xfrm>
              <a:off x="2832" y="1488"/>
              <a:ext cx="288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8930" name="Line 9"/>
            <p:cNvSpPr>
              <a:spLocks noChangeShapeType="1"/>
            </p:cNvSpPr>
            <p:nvPr/>
          </p:nvSpPr>
          <p:spPr bwMode="auto">
            <a:xfrm flipH="1">
              <a:off x="2160" y="17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1" name="Line 10"/>
            <p:cNvSpPr>
              <a:spLocks noChangeShapeType="1"/>
            </p:cNvSpPr>
            <p:nvPr/>
          </p:nvSpPr>
          <p:spPr bwMode="auto">
            <a:xfrm flipH="1">
              <a:off x="4512" y="172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Rectangle 11"/>
            <p:cNvSpPr>
              <a:spLocks noChangeArrowheads="1"/>
            </p:cNvSpPr>
            <p:nvPr/>
          </p:nvSpPr>
          <p:spPr bwMode="auto">
            <a:xfrm>
              <a:off x="5280" y="1488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8933" name="Rectangle 12"/>
            <p:cNvSpPr>
              <a:spLocks noChangeArrowheads="1"/>
            </p:cNvSpPr>
            <p:nvPr/>
          </p:nvSpPr>
          <p:spPr bwMode="auto">
            <a:xfrm>
              <a:off x="4416" y="1968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latin typeface="Book Antiqua" panose="02040602050305030304" pitchFamily="18" charset="0"/>
                </a:rPr>
                <a:t>a</a:t>
              </a:r>
              <a:endParaRPr lang="en-US" altLang="zh-CN" sz="36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8934" name="AutoShape 16"/>
            <p:cNvSpPr>
              <a:spLocks noChangeArrowheads="1"/>
            </p:cNvSpPr>
            <p:nvPr/>
          </p:nvSpPr>
          <p:spPr bwMode="auto">
            <a:xfrm>
              <a:off x="4464" y="1536"/>
              <a:ext cx="384" cy="288"/>
            </a:xfrm>
            <a:prstGeom prst="notchedRightArrow">
              <a:avLst>
                <a:gd name="adj1" fmla="val 50000"/>
                <a:gd name="adj2" fmla="val 33333"/>
              </a:avLst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8935" name="AutoShape 24"/>
            <p:cNvSpPr>
              <a:spLocks noChangeArrowheads="1"/>
            </p:cNvSpPr>
            <p:nvPr/>
          </p:nvSpPr>
          <p:spPr bwMode="auto">
            <a:xfrm flipH="1">
              <a:off x="1872" y="1536"/>
              <a:ext cx="384" cy="288"/>
            </a:xfrm>
            <a:prstGeom prst="notchedRightArrow">
              <a:avLst>
                <a:gd name="adj1" fmla="val 50000"/>
                <a:gd name="adj2" fmla="val 33333"/>
              </a:avLst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8936" name="Line 4"/>
            <p:cNvSpPr>
              <a:spLocks noChangeShapeType="1"/>
            </p:cNvSpPr>
            <p:nvPr/>
          </p:nvSpPr>
          <p:spPr bwMode="auto">
            <a:xfrm flipH="1">
              <a:off x="2016" y="1680"/>
              <a:ext cx="326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ChangeArrowheads="1"/>
          </p:cNvSpPr>
          <p:nvPr/>
        </p:nvSpPr>
        <p:spPr bwMode="auto">
          <a:xfrm>
            <a:off x="228600" y="2286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x=0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处</a:t>
            </a:r>
          </a:p>
        </p:txBody>
      </p:sp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2971800" y="6858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0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9940" name="AutoShape 5"/>
          <p:cNvSpPr>
            <a:spLocks noChangeArrowheads="1"/>
          </p:cNvSpPr>
          <p:nvPr/>
        </p:nvSpPr>
        <p:spPr bwMode="auto">
          <a:xfrm rot="5400000">
            <a:off x="5105400" y="-1371600"/>
            <a:ext cx="647700" cy="4000500"/>
          </a:xfrm>
          <a:prstGeom prst="can">
            <a:avLst>
              <a:gd name="adj" fmla="val 102684"/>
            </a:avLst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9941" name="Oval 6"/>
          <p:cNvSpPr>
            <a:spLocks noChangeArrowheads="1"/>
          </p:cNvSpPr>
          <p:nvPr/>
        </p:nvSpPr>
        <p:spPr bwMode="auto">
          <a:xfrm>
            <a:off x="5562600" y="3048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9942" name="Oval 7"/>
          <p:cNvSpPr>
            <a:spLocks noChangeArrowheads="1"/>
          </p:cNvSpPr>
          <p:nvPr/>
        </p:nvSpPr>
        <p:spPr bwMode="auto">
          <a:xfrm>
            <a:off x="4495800" y="304800"/>
            <a:ext cx="457200" cy="609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9943" name="Line 8"/>
          <p:cNvSpPr>
            <a:spLocks noChangeShapeType="1"/>
          </p:cNvSpPr>
          <p:nvPr/>
        </p:nvSpPr>
        <p:spPr bwMode="auto">
          <a:xfrm flipH="1">
            <a:off x="3429000" y="68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4" name="Line 9"/>
          <p:cNvSpPr>
            <a:spLocks noChangeShapeType="1"/>
          </p:cNvSpPr>
          <p:nvPr/>
        </p:nvSpPr>
        <p:spPr bwMode="auto">
          <a:xfrm flipH="1">
            <a:off x="7162800" y="685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8686800" y="3048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Book Antiqua" panose="02040602050305030304" pitchFamily="18" charset="0"/>
              </a:rPr>
              <a:t>x</a:t>
            </a:r>
            <a:endParaRPr lang="en-US" altLang="zh-CN" sz="36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9946" name="Rectangle 11"/>
          <p:cNvSpPr>
            <a:spLocks noChangeArrowheads="1"/>
          </p:cNvSpPr>
          <p:nvPr/>
        </p:nvSpPr>
        <p:spPr bwMode="auto">
          <a:xfrm>
            <a:off x="7010400" y="10668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Book Antiqua" panose="02040602050305030304" pitchFamily="18" charset="0"/>
              </a:rPr>
              <a:t>a</a:t>
            </a:r>
            <a:endParaRPr lang="en-US" altLang="zh-CN" sz="3600" b="1" i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84684" name="Object 12"/>
          <p:cNvGraphicFramePr>
            <a:graphicFrameLocks noChangeAspect="1"/>
          </p:cNvGraphicFramePr>
          <p:nvPr/>
        </p:nvGraphicFramePr>
        <p:xfrm>
          <a:off x="3810000" y="3352800"/>
          <a:ext cx="25273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4" name="公式" r:id="rId3" imgW="815305" imgH="213376" progId="Equation.3">
                  <p:embed/>
                </p:oleObj>
              </mc:Choice>
              <mc:Fallback>
                <p:oleObj name="公式" r:id="rId3" imgW="815305" imgH="21337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352800"/>
                        <a:ext cx="25273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Line 13"/>
          <p:cNvSpPr>
            <a:spLocks noChangeShapeType="1"/>
          </p:cNvSpPr>
          <p:nvPr/>
        </p:nvSpPr>
        <p:spPr bwMode="auto">
          <a:xfrm flipH="1">
            <a:off x="3962400" y="1752600"/>
            <a:ext cx="5181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4688" name="Object 16"/>
          <p:cNvGraphicFramePr>
            <a:graphicFrameLocks noChangeAspect="1"/>
          </p:cNvGraphicFramePr>
          <p:nvPr/>
        </p:nvGraphicFramePr>
        <p:xfrm>
          <a:off x="339725" y="1719263"/>
          <a:ext cx="3786188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5" name="公式" r:id="rId5" imgW="1089625" imgH="358030" progId="Equation.3">
                  <p:embed/>
                </p:oleObj>
              </mc:Choice>
              <mc:Fallback>
                <p:oleObj name="公式" r:id="rId5" imgW="1089625" imgH="3580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1719263"/>
                        <a:ext cx="3786188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1" name="Object 19"/>
          <p:cNvGraphicFramePr>
            <a:graphicFrameLocks noChangeAspect="1"/>
          </p:cNvGraphicFramePr>
          <p:nvPr/>
        </p:nvGraphicFramePr>
        <p:xfrm>
          <a:off x="1524000" y="4495800"/>
          <a:ext cx="2921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6" name="公式" r:id="rId7" imgW="990529" imgH="213376" progId="Equation.3">
                  <p:embed/>
                </p:oleObj>
              </mc:Choice>
              <mc:Fallback>
                <p:oleObj name="公式" r:id="rId7" imgW="990529" imgH="21337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95800"/>
                        <a:ext cx="2921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3" name="Object 21"/>
          <p:cNvGraphicFramePr>
            <a:graphicFrameLocks noChangeAspect="1"/>
          </p:cNvGraphicFramePr>
          <p:nvPr/>
        </p:nvGraphicFramePr>
        <p:xfrm>
          <a:off x="1600200" y="3124200"/>
          <a:ext cx="2211388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7" name="公式" r:id="rId9" imgW="624769" imgH="358030" progId="Equation.3">
                  <p:embed/>
                </p:oleObj>
              </mc:Choice>
              <mc:Fallback>
                <p:oleObj name="公式" r:id="rId9" imgW="624769" imgH="3580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124200"/>
                        <a:ext cx="2211388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4" name="Object 22"/>
          <p:cNvGraphicFramePr>
            <a:graphicFrameLocks noChangeAspect="1"/>
          </p:cNvGraphicFramePr>
          <p:nvPr/>
        </p:nvGraphicFramePr>
        <p:xfrm>
          <a:off x="1447800" y="5486400"/>
          <a:ext cx="29559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8" name="公式" r:id="rId11" imgW="1005840" imgH="213376" progId="Equation.3">
                  <p:embed/>
                </p:oleObj>
              </mc:Choice>
              <mc:Fallback>
                <p:oleObj name="公式" r:id="rId11" imgW="1005840" imgH="21337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486400"/>
                        <a:ext cx="29559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5" name="AutoShape 23"/>
          <p:cNvSpPr>
            <a:spLocks/>
          </p:cNvSpPr>
          <p:nvPr/>
        </p:nvSpPr>
        <p:spPr bwMode="auto">
          <a:xfrm>
            <a:off x="990600" y="48768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84696" name="Line 24"/>
          <p:cNvSpPr>
            <a:spLocks noChangeShapeType="1"/>
          </p:cNvSpPr>
          <p:nvPr/>
        </p:nvSpPr>
        <p:spPr bwMode="auto">
          <a:xfrm flipH="1">
            <a:off x="4800600" y="4267200"/>
            <a:ext cx="43434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4697" name="Object 25"/>
          <p:cNvGraphicFramePr>
            <a:graphicFrameLocks noChangeAspect="1"/>
          </p:cNvGraphicFramePr>
          <p:nvPr/>
        </p:nvGraphicFramePr>
        <p:xfrm>
          <a:off x="4114800" y="1752600"/>
          <a:ext cx="3190875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9" name="公式" r:id="rId13" imgW="914400" imgH="380937" progId="Equation.3">
                  <p:embed/>
                </p:oleObj>
              </mc:Choice>
              <mc:Fallback>
                <p:oleObj name="公式" r:id="rId13" imgW="914400" imgH="380937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52600"/>
                        <a:ext cx="3190875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6" name="Line 3"/>
          <p:cNvSpPr>
            <a:spLocks noChangeShapeType="1"/>
          </p:cNvSpPr>
          <p:nvPr/>
        </p:nvSpPr>
        <p:spPr bwMode="auto">
          <a:xfrm flipH="1">
            <a:off x="3200400" y="609600"/>
            <a:ext cx="5181600" cy="76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7" name="AutoShape 14"/>
          <p:cNvSpPr>
            <a:spLocks noChangeArrowheads="1"/>
          </p:cNvSpPr>
          <p:nvPr/>
        </p:nvSpPr>
        <p:spPr bwMode="auto">
          <a:xfrm>
            <a:off x="7086600" y="381000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66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9958" name="AutoShape 20"/>
          <p:cNvSpPr>
            <a:spLocks noChangeArrowheads="1"/>
          </p:cNvSpPr>
          <p:nvPr/>
        </p:nvSpPr>
        <p:spPr bwMode="auto">
          <a:xfrm flipH="1">
            <a:off x="2971800" y="381000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66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3" name="Object 19"/>
          <p:cNvGraphicFramePr>
            <a:graphicFrameLocks noChangeAspect="1"/>
          </p:cNvGraphicFramePr>
          <p:nvPr/>
        </p:nvGraphicFramePr>
        <p:xfrm>
          <a:off x="4724400" y="4449763"/>
          <a:ext cx="17081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0" name="Equation" r:id="rId15" imgW="571606" imgH="152290" progId="Equation.DSMT4">
                  <p:embed/>
                </p:oleObj>
              </mc:Choice>
              <mc:Fallback>
                <p:oleObj name="Equation" r:id="rId15" imgW="571606" imgH="15229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449763"/>
                        <a:ext cx="17081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4843463" y="5511800"/>
            <a:ext cx="23526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退化条件：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38476" y="5462299"/>
            <a:ext cx="1353447" cy="584775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ChangeArrowheads="1"/>
          </p:cNvSpPr>
          <p:nvPr/>
        </p:nvSpPr>
        <p:spPr bwMode="auto">
          <a:xfrm>
            <a:off x="0" y="3048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（三）、衔接条件</a:t>
            </a:r>
          </a:p>
        </p:txBody>
      </p:sp>
      <p:graphicFrame>
        <p:nvGraphicFramePr>
          <p:cNvPr id="285704" name="Object 8"/>
          <p:cNvGraphicFramePr>
            <a:graphicFrameLocks noChangeAspect="1"/>
          </p:cNvGraphicFramePr>
          <p:nvPr/>
        </p:nvGraphicFramePr>
        <p:xfrm>
          <a:off x="0" y="3200400"/>
          <a:ext cx="4724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0" name="公式" r:id="rId3" imgW="1691853" imgH="175197" progId="Equation.3">
                  <p:embed/>
                </p:oleObj>
              </mc:Choice>
              <mc:Fallback>
                <p:oleObj name="公式" r:id="rId3" imgW="1691853" imgH="17519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00400"/>
                        <a:ext cx="4724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5745" name="Group 49"/>
          <p:cNvGrpSpPr>
            <a:grpSpLocks/>
          </p:cNvGrpSpPr>
          <p:nvPr/>
        </p:nvGrpSpPr>
        <p:grpSpPr bwMode="auto">
          <a:xfrm>
            <a:off x="4724400" y="304800"/>
            <a:ext cx="4419600" cy="2805113"/>
            <a:chOff x="2976" y="192"/>
            <a:chExt cx="2784" cy="1767"/>
          </a:xfrm>
        </p:grpSpPr>
        <p:graphicFrame>
          <p:nvGraphicFramePr>
            <p:cNvPr id="40977" name="Object 3"/>
            <p:cNvGraphicFramePr>
              <a:graphicFrameLocks noChangeAspect="1"/>
            </p:cNvGraphicFramePr>
            <p:nvPr/>
          </p:nvGraphicFramePr>
          <p:xfrm>
            <a:off x="4320" y="192"/>
            <a:ext cx="591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41" name="公式" r:id="rId5" imgW="281975" imgH="190469" progId="Equation.3">
                    <p:embed/>
                  </p:oleObj>
                </mc:Choice>
                <mc:Fallback>
                  <p:oleObj name="公式" r:id="rId5" imgW="281975" imgH="190469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92"/>
                          <a:ext cx="591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8" name="Line 10"/>
            <p:cNvSpPr>
              <a:spLocks noChangeShapeType="1"/>
            </p:cNvSpPr>
            <p:nvPr/>
          </p:nvSpPr>
          <p:spPr bwMode="auto">
            <a:xfrm>
              <a:off x="3216" y="1536"/>
              <a:ext cx="24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11"/>
            <p:cNvSpPr>
              <a:spLocks noChangeShapeType="1"/>
            </p:cNvSpPr>
            <p:nvPr/>
          </p:nvSpPr>
          <p:spPr bwMode="auto">
            <a:xfrm flipV="1">
              <a:off x="3312" y="576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13"/>
            <p:cNvSpPr>
              <a:spLocks noChangeShapeType="1"/>
            </p:cNvSpPr>
            <p:nvPr/>
          </p:nvSpPr>
          <p:spPr bwMode="auto">
            <a:xfrm flipV="1">
              <a:off x="3456" y="864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14"/>
            <p:cNvSpPr>
              <a:spLocks noChangeShapeType="1"/>
            </p:cNvSpPr>
            <p:nvPr/>
          </p:nvSpPr>
          <p:spPr bwMode="auto">
            <a:xfrm flipH="1">
              <a:off x="4224" y="768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2" name="Rectangle 15"/>
            <p:cNvSpPr>
              <a:spLocks noChangeArrowheads="1"/>
            </p:cNvSpPr>
            <p:nvPr/>
          </p:nvSpPr>
          <p:spPr bwMode="auto">
            <a:xfrm>
              <a:off x="4080" y="1632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x</a:t>
              </a:r>
              <a:r>
                <a:rPr lang="en-US" altLang="zh-CN" sz="2800" b="1" i="1" baseline="-25000">
                  <a:latin typeface="Book Antiqua" panose="02040602050305030304" pitchFamily="18" charset="0"/>
                </a:rPr>
                <a:t>0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40983" name="Rectangle 16"/>
            <p:cNvSpPr>
              <a:spLocks noChangeArrowheads="1"/>
            </p:cNvSpPr>
            <p:nvPr/>
          </p:nvSpPr>
          <p:spPr bwMode="auto">
            <a:xfrm>
              <a:off x="5472" y="1536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x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40984" name="Rectangle 17"/>
            <p:cNvSpPr>
              <a:spLocks noChangeArrowheads="1"/>
            </p:cNvSpPr>
            <p:nvPr/>
          </p:nvSpPr>
          <p:spPr bwMode="auto">
            <a:xfrm>
              <a:off x="2976" y="43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latin typeface="Book Antiqua" panose="02040602050305030304" pitchFamily="18" charset="0"/>
                </a:rPr>
                <a:t>y</a:t>
              </a:r>
              <a:endParaRPr lang="en-US" altLang="zh-CN" sz="36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40985" name="Rectangle 20"/>
            <p:cNvSpPr>
              <a:spLocks noChangeArrowheads="1"/>
            </p:cNvSpPr>
            <p:nvPr/>
          </p:nvSpPr>
          <p:spPr bwMode="auto">
            <a:xfrm>
              <a:off x="4224" y="1104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40986" name="Rectangle 22"/>
            <p:cNvSpPr>
              <a:spLocks noChangeArrowheads="1"/>
            </p:cNvSpPr>
            <p:nvPr/>
          </p:nvSpPr>
          <p:spPr bwMode="auto">
            <a:xfrm>
              <a:off x="3024" y="153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0</a:t>
              </a:r>
              <a:endParaRPr lang="en-US" altLang="zh-CN" sz="2800" b="1" i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40987" name="Line 23"/>
            <p:cNvSpPr>
              <a:spLocks noChangeShapeType="1"/>
            </p:cNvSpPr>
            <p:nvPr/>
          </p:nvSpPr>
          <p:spPr bwMode="auto">
            <a:xfrm flipV="1">
              <a:off x="4224" y="288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8" name="Freeform 25"/>
            <p:cNvSpPr>
              <a:spLocks/>
            </p:cNvSpPr>
            <p:nvPr/>
          </p:nvSpPr>
          <p:spPr bwMode="auto">
            <a:xfrm>
              <a:off x="3744" y="864"/>
              <a:ext cx="480" cy="288"/>
            </a:xfrm>
            <a:custGeom>
              <a:avLst/>
              <a:gdLst>
                <a:gd name="T0" fmla="*/ 480 w 480"/>
                <a:gd name="T1" fmla="*/ 0 h 288"/>
                <a:gd name="T2" fmla="*/ 192 w 480"/>
                <a:gd name="T3" fmla="*/ 48 h 288"/>
                <a:gd name="T4" fmla="*/ 0 w 480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288">
                  <a:moveTo>
                    <a:pt x="480" y="0"/>
                  </a:moveTo>
                  <a:cubicBezTo>
                    <a:pt x="376" y="0"/>
                    <a:pt x="272" y="0"/>
                    <a:pt x="192" y="48"/>
                  </a:cubicBezTo>
                  <a:cubicBezTo>
                    <a:pt x="112" y="96"/>
                    <a:pt x="56" y="192"/>
                    <a:pt x="0" y="28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9" name="Freeform 26"/>
            <p:cNvSpPr>
              <a:spLocks/>
            </p:cNvSpPr>
            <p:nvPr/>
          </p:nvSpPr>
          <p:spPr bwMode="auto">
            <a:xfrm>
              <a:off x="4224" y="864"/>
              <a:ext cx="336" cy="336"/>
            </a:xfrm>
            <a:custGeom>
              <a:avLst/>
              <a:gdLst>
                <a:gd name="T0" fmla="*/ 0 w 336"/>
                <a:gd name="T1" fmla="*/ 0 h 336"/>
                <a:gd name="T2" fmla="*/ 240 w 336"/>
                <a:gd name="T3" fmla="*/ 96 h 336"/>
                <a:gd name="T4" fmla="*/ 336 w 336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336">
                  <a:moveTo>
                    <a:pt x="0" y="0"/>
                  </a:moveTo>
                  <a:cubicBezTo>
                    <a:pt x="92" y="20"/>
                    <a:pt x="184" y="40"/>
                    <a:pt x="240" y="96"/>
                  </a:cubicBezTo>
                  <a:cubicBezTo>
                    <a:pt x="296" y="152"/>
                    <a:pt x="316" y="244"/>
                    <a:pt x="336" y="33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Arc 32"/>
            <p:cNvSpPr>
              <a:spLocks/>
            </p:cNvSpPr>
            <p:nvPr/>
          </p:nvSpPr>
          <p:spPr bwMode="auto">
            <a:xfrm rot="10800000">
              <a:off x="3696" y="864"/>
              <a:ext cx="144" cy="192"/>
            </a:xfrm>
            <a:custGeom>
              <a:avLst/>
              <a:gdLst>
                <a:gd name="T0" fmla="*/ 0 w 23872"/>
                <a:gd name="T1" fmla="*/ 0 h 21600"/>
                <a:gd name="T2" fmla="*/ 0 w 23872"/>
                <a:gd name="T3" fmla="*/ 0 h 21600"/>
                <a:gd name="T4" fmla="*/ 0 w 2387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872" h="21600" fill="none" extrusionOk="0">
                  <a:moveTo>
                    <a:pt x="-1" y="119"/>
                  </a:moveTo>
                  <a:cubicBezTo>
                    <a:pt x="754" y="39"/>
                    <a:pt x="1513" y="0"/>
                    <a:pt x="2272" y="0"/>
                  </a:cubicBezTo>
                  <a:cubicBezTo>
                    <a:pt x="14201" y="0"/>
                    <a:pt x="23872" y="9670"/>
                    <a:pt x="23872" y="21600"/>
                  </a:cubicBezTo>
                </a:path>
                <a:path w="23872" h="21600" stroke="0" extrusionOk="0">
                  <a:moveTo>
                    <a:pt x="-1" y="119"/>
                  </a:moveTo>
                  <a:cubicBezTo>
                    <a:pt x="754" y="39"/>
                    <a:pt x="1513" y="0"/>
                    <a:pt x="2272" y="0"/>
                  </a:cubicBezTo>
                  <a:cubicBezTo>
                    <a:pt x="14201" y="0"/>
                    <a:pt x="23872" y="9670"/>
                    <a:pt x="23872" y="21600"/>
                  </a:cubicBezTo>
                  <a:lnTo>
                    <a:pt x="2272" y="21600"/>
                  </a:lnTo>
                  <a:lnTo>
                    <a:pt x="-1" y="11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1" name="Arc 34"/>
            <p:cNvSpPr>
              <a:spLocks/>
            </p:cNvSpPr>
            <p:nvPr/>
          </p:nvSpPr>
          <p:spPr bwMode="auto">
            <a:xfrm rot="10800000" flipH="1">
              <a:off x="4560" y="864"/>
              <a:ext cx="66" cy="192"/>
            </a:xfrm>
            <a:custGeom>
              <a:avLst/>
              <a:gdLst>
                <a:gd name="T0" fmla="*/ 0 w 29816"/>
                <a:gd name="T1" fmla="*/ 0 h 21600"/>
                <a:gd name="T2" fmla="*/ 0 w 29816"/>
                <a:gd name="T3" fmla="*/ 0 h 21600"/>
                <a:gd name="T4" fmla="*/ 0 w 2981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816" h="21600" fill="none" extrusionOk="0">
                  <a:moveTo>
                    <a:pt x="0" y="1623"/>
                  </a:moveTo>
                  <a:cubicBezTo>
                    <a:pt x="2606" y="551"/>
                    <a:pt x="5397" y="0"/>
                    <a:pt x="8216" y="0"/>
                  </a:cubicBezTo>
                  <a:cubicBezTo>
                    <a:pt x="20145" y="0"/>
                    <a:pt x="29816" y="9670"/>
                    <a:pt x="29816" y="21600"/>
                  </a:cubicBezTo>
                </a:path>
                <a:path w="29816" h="21600" stroke="0" extrusionOk="0">
                  <a:moveTo>
                    <a:pt x="0" y="1623"/>
                  </a:moveTo>
                  <a:cubicBezTo>
                    <a:pt x="2606" y="551"/>
                    <a:pt x="5397" y="0"/>
                    <a:pt x="8216" y="0"/>
                  </a:cubicBezTo>
                  <a:cubicBezTo>
                    <a:pt x="20145" y="0"/>
                    <a:pt x="29816" y="9670"/>
                    <a:pt x="29816" y="21600"/>
                  </a:cubicBezTo>
                  <a:lnTo>
                    <a:pt x="8216" y="21600"/>
                  </a:lnTo>
                  <a:lnTo>
                    <a:pt x="0" y="16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992" name="Object 35"/>
            <p:cNvGraphicFramePr>
              <a:graphicFrameLocks noChangeAspect="1"/>
            </p:cNvGraphicFramePr>
            <p:nvPr/>
          </p:nvGraphicFramePr>
          <p:xfrm>
            <a:off x="3408" y="768"/>
            <a:ext cx="274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42" name="公式" r:id="rId7" imgW="129717" imgH="175197" progId="Equation.3">
                    <p:embed/>
                  </p:oleObj>
                </mc:Choice>
                <mc:Fallback>
                  <p:oleObj name="公式" r:id="rId7" imgW="129717" imgH="175197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768"/>
                          <a:ext cx="274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3" name="Object 36"/>
            <p:cNvGraphicFramePr>
              <a:graphicFrameLocks noChangeAspect="1"/>
            </p:cNvGraphicFramePr>
            <p:nvPr/>
          </p:nvGraphicFramePr>
          <p:xfrm>
            <a:off x="4634" y="864"/>
            <a:ext cx="319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43" name="公式" r:id="rId9" imgW="152258" imgH="175197" progId="Equation.3">
                    <p:embed/>
                  </p:oleObj>
                </mc:Choice>
                <mc:Fallback>
                  <p:oleObj name="公式" r:id="rId9" imgW="152258" imgH="175197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4" y="864"/>
                          <a:ext cx="319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5734" name="Object 38"/>
          <p:cNvGraphicFramePr>
            <a:graphicFrameLocks noChangeAspect="1"/>
          </p:cNvGraphicFramePr>
          <p:nvPr/>
        </p:nvGraphicFramePr>
        <p:xfrm>
          <a:off x="0" y="1524000"/>
          <a:ext cx="40386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4" name="公式" r:id="rId11" imgW="1424763" imgH="190469" progId="Equation.3">
                  <p:embed/>
                </p:oleObj>
              </mc:Choice>
              <mc:Fallback>
                <p:oleObj name="公式" r:id="rId11" imgW="1424763" imgH="19046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0"/>
                        <a:ext cx="403860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5" name="Object 39"/>
          <p:cNvGraphicFramePr>
            <a:graphicFrameLocks noChangeAspect="1"/>
          </p:cNvGraphicFramePr>
          <p:nvPr/>
        </p:nvGraphicFramePr>
        <p:xfrm>
          <a:off x="6553200" y="3505200"/>
          <a:ext cx="20955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5" name="公式" r:id="rId13" imgW="746831" imgH="175197" progId="Equation.3">
                  <p:embed/>
                </p:oleObj>
              </mc:Choice>
              <mc:Fallback>
                <p:oleObj name="公式" r:id="rId13" imgW="746831" imgH="175197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505200"/>
                        <a:ext cx="20955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6" name="Object 40"/>
          <p:cNvGraphicFramePr>
            <a:graphicFrameLocks noChangeAspect="1"/>
          </p:cNvGraphicFramePr>
          <p:nvPr/>
        </p:nvGraphicFramePr>
        <p:xfrm>
          <a:off x="6553200" y="4191000"/>
          <a:ext cx="22971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6" name="公式" r:id="rId15" imgW="822960" imgH="190469" progId="Equation.3">
                  <p:embed/>
                </p:oleObj>
              </mc:Choice>
              <mc:Fallback>
                <p:oleObj name="公式" r:id="rId15" imgW="822960" imgH="190469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191000"/>
                        <a:ext cx="22971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7" name="Object 41"/>
          <p:cNvGraphicFramePr>
            <a:graphicFrameLocks noChangeAspect="1"/>
          </p:cNvGraphicFramePr>
          <p:nvPr/>
        </p:nvGraphicFramePr>
        <p:xfrm>
          <a:off x="6629400" y="5029200"/>
          <a:ext cx="21971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7" name="公式" r:id="rId17" imgW="784683" imgH="175197" progId="Equation.3">
                  <p:embed/>
                </p:oleObj>
              </mc:Choice>
              <mc:Fallback>
                <p:oleObj name="公式" r:id="rId17" imgW="784683" imgH="175197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029200"/>
                        <a:ext cx="21971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8" name="Object 42"/>
          <p:cNvGraphicFramePr>
            <a:graphicFrameLocks noChangeAspect="1"/>
          </p:cNvGraphicFramePr>
          <p:nvPr/>
        </p:nvGraphicFramePr>
        <p:xfrm>
          <a:off x="6508750" y="5715000"/>
          <a:ext cx="25384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8" name="公式" r:id="rId19" imgW="914400" imgH="190469" progId="Equation.3">
                  <p:embed/>
                </p:oleObj>
              </mc:Choice>
              <mc:Fallback>
                <p:oleObj name="公式" r:id="rId19" imgW="914400" imgH="190469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5715000"/>
                        <a:ext cx="25384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9" name="Object 43"/>
          <p:cNvGraphicFramePr>
            <a:graphicFrameLocks noChangeAspect="1"/>
          </p:cNvGraphicFramePr>
          <p:nvPr/>
        </p:nvGraphicFramePr>
        <p:xfrm>
          <a:off x="304800" y="4419600"/>
          <a:ext cx="5562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9" name="公式" r:id="rId21" imgW="2194560" imgH="190469" progId="Equation.3">
                  <p:embed/>
                </p:oleObj>
              </mc:Choice>
              <mc:Fallback>
                <p:oleObj name="公式" r:id="rId21" imgW="2194560" imgH="19046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19600"/>
                        <a:ext cx="5562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40" name="Line 44"/>
          <p:cNvSpPr>
            <a:spLocks noChangeShapeType="1"/>
          </p:cNvSpPr>
          <p:nvPr/>
        </p:nvSpPr>
        <p:spPr bwMode="auto">
          <a:xfrm>
            <a:off x="6096000" y="3581400"/>
            <a:ext cx="0" cy="32766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5741" name="Line 45"/>
          <p:cNvSpPr>
            <a:spLocks noChangeShapeType="1"/>
          </p:cNvSpPr>
          <p:nvPr/>
        </p:nvSpPr>
        <p:spPr bwMode="auto">
          <a:xfrm flipH="1">
            <a:off x="6096000" y="3505200"/>
            <a:ext cx="3048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5742" name="Line 46"/>
          <p:cNvSpPr>
            <a:spLocks noChangeShapeType="1"/>
          </p:cNvSpPr>
          <p:nvPr/>
        </p:nvSpPr>
        <p:spPr bwMode="auto">
          <a:xfrm flipH="1">
            <a:off x="6172200" y="5029200"/>
            <a:ext cx="2971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5743" name="Object 47"/>
          <p:cNvGraphicFramePr>
            <a:graphicFrameLocks noChangeAspect="1"/>
          </p:cNvGraphicFramePr>
          <p:nvPr/>
        </p:nvGraphicFramePr>
        <p:xfrm>
          <a:off x="381000" y="5257800"/>
          <a:ext cx="40386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0" name="公式" r:id="rId23" imgW="1424763" imgH="190469" progId="Equation.3">
                  <p:embed/>
                </p:oleObj>
              </mc:Choice>
              <mc:Fallback>
                <p:oleObj name="公式" r:id="rId23" imgW="1424763" imgH="190469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57800"/>
                        <a:ext cx="403860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44" name="AutoShape 48"/>
          <p:cNvSpPr>
            <a:spLocks/>
          </p:cNvSpPr>
          <p:nvPr/>
        </p:nvSpPr>
        <p:spPr bwMode="auto">
          <a:xfrm>
            <a:off x="0" y="4724400"/>
            <a:ext cx="304800" cy="838200"/>
          </a:xfrm>
          <a:prstGeom prst="leftBrace">
            <a:avLst>
              <a:gd name="adj1" fmla="val 2291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357188" y="806450"/>
            <a:ext cx="23495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弦振动问题：</a:t>
            </a: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ChangeArrowheads="1"/>
          </p:cNvSpPr>
          <p:nvPr/>
        </p:nvSpPr>
        <p:spPr bwMode="auto">
          <a:xfrm>
            <a:off x="0" y="0"/>
            <a:ext cx="915352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例：一根导热杆由两段构成，两段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热传导系数、比热、密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度分别为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c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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k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c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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II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初始温度为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然后保持两端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温度为零，写出热传导问题的定解方程。</a:t>
            </a:r>
          </a:p>
        </p:txBody>
      </p:sp>
      <p:sp>
        <p:nvSpPr>
          <p:cNvPr id="329734" name="Rectangle 6"/>
          <p:cNvSpPr>
            <a:spLocks noChangeArrowheads="1"/>
          </p:cNvSpPr>
          <p:nvPr/>
        </p:nvSpPr>
        <p:spPr bwMode="auto">
          <a:xfrm>
            <a:off x="0" y="1371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29752" name="Rectangle 24"/>
          <p:cNvSpPr>
            <a:spLocks noChangeArrowheads="1"/>
          </p:cNvSpPr>
          <p:nvPr/>
        </p:nvSpPr>
        <p:spPr bwMode="auto">
          <a:xfrm>
            <a:off x="838200" y="14478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第一段</a:t>
            </a:r>
          </a:p>
        </p:txBody>
      </p:sp>
      <p:graphicFrame>
        <p:nvGraphicFramePr>
          <p:cNvPr id="329768" name="Object 40"/>
          <p:cNvGraphicFramePr>
            <a:graphicFrameLocks noChangeAspect="1"/>
          </p:cNvGraphicFramePr>
          <p:nvPr/>
        </p:nvGraphicFramePr>
        <p:xfrm>
          <a:off x="2057400" y="1524000"/>
          <a:ext cx="32988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8" name="公式" r:id="rId3" imgW="1127902" imgH="403844" progId="Equation.3">
                  <p:embed/>
                </p:oleObj>
              </mc:Choice>
              <mc:Fallback>
                <p:oleObj name="公式" r:id="rId3" imgW="1127902" imgH="403844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524000"/>
                        <a:ext cx="329882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69" name="Object 41"/>
          <p:cNvGraphicFramePr>
            <a:graphicFrameLocks noChangeAspect="1"/>
          </p:cNvGraphicFramePr>
          <p:nvPr/>
        </p:nvGraphicFramePr>
        <p:xfrm>
          <a:off x="1909763" y="2895600"/>
          <a:ext cx="18303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9" name="公式" r:id="rId5" imgW="609458" imgH="213376" progId="Equation.3">
                  <p:embed/>
                </p:oleObj>
              </mc:Choice>
              <mc:Fallback>
                <p:oleObj name="公式" r:id="rId5" imgW="609458" imgH="21337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895600"/>
                        <a:ext cx="18303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70" name="Object 42"/>
          <p:cNvGraphicFramePr>
            <a:graphicFrameLocks noChangeAspect="1"/>
          </p:cNvGraphicFramePr>
          <p:nvPr/>
        </p:nvGraphicFramePr>
        <p:xfrm>
          <a:off x="4572000" y="2819400"/>
          <a:ext cx="182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0" name="公式" r:id="rId7" imgW="609458" imgH="243919" progId="Equation.3">
                  <p:embed/>
                </p:oleObj>
              </mc:Choice>
              <mc:Fallback>
                <p:oleObj name="公式" r:id="rId7" imgW="609458" imgH="243919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19400"/>
                        <a:ext cx="1828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72" name="Rectangle 44"/>
          <p:cNvSpPr>
            <a:spLocks noChangeArrowheads="1"/>
          </p:cNvSpPr>
          <p:nvPr/>
        </p:nvSpPr>
        <p:spPr bwMode="auto">
          <a:xfrm>
            <a:off x="846138" y="42037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第二段</a:t>
            </a:r>
          </a:p>
        </p:txBody>
      </p:sp>
      <p:graphicFrame>
        <p:nvGraphicFramePr>
          <p:cNvPr id="329773" name="Object 45"/>
          <p:cNvGraphicFramePr>
            <a:graphicFrameLocks noChangeAspect="1"/>
          </p:cNvGraphicFramePr>
          <p:nvPr/>
        </p:nvGraphicFramePr>
        <p:xfrm>
          <a:off x="2438400" y="3886200"/>
          <a:ext cx="35147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1" name="公式" r:id="rId9" imgW="1204031" imgH="403844" progId="Equation.3">
                  <p:embed/>
                </p:oleObj>
              </mc:Choice>
              <mc:Fallback>
                <p:oleObj name="公式" r:id="rId9" imgW="1204031" imgH="403844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351472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74" name="Object 46"/>
          <p:cNvGraphicFramePr>
            <a:graphicFrameLocks noChangeAspect="1"/>
          </p:cNvGraphicFramePr>
          <p:nvPr/>
        </p:nvGraphicFramePr>
        <p:xfrm>
          <a:off x="2365375" y="5105400"/>
          <a:ext cx="19367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2" name="公式" r:id="rId11" imgW="647735" imgH="213376" progId="Equation.3">
                  <p:embed/>
                </p:oleObj>
              </mc:Choice>
              <mc:Fallback>
                <p:oleObj name="公式" r:id="rId11" imgW="647735" imgH="21337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5105400"/>
                        <a:ext cx="19367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75" name="Object 47"/>
          <p:cNvGraphicFramePr>
            <a:graphicFrameLocks noChangeAspect="1"/>
          </p:cNvGraphicFramePr>
          <p:nvPr/>
        </p:nvGraphicFramePr>
        <p:xfrm>
          <a:off x="5122863" y="5045075"/>
          <a:ext cx="1735137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3" name="公式" r:id="rId13" imgW="647735" imgH="243919" progId="Equation.3">
                  <p:embed/>
                </p:oleObj>
              </mc:Choice>
              <mc:Fallback>
                <p:oleObj name="公式" r:id="rId13" imgW="647735" imgH="243919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5045075"/>
                        <a:ext cx="1735137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76" name="AutoShape 48"/>
          <p:cNvSpPr>
            <a:spLocks/>
          </p:cNvSpPr>
          <p:nvPr/>
        </p:nvSpPr>
        <p:spPr bwMode="auto">
          <a:xfrm>
            <a:off x="1600200" y="2057400"/>
            <a:ext cx="381000" cy="1295400"/>
          </a:xfrm>
          <a:prstGeom prst="leftBrace">
            <a:avLst>
              <a:gd name="adj1" fmla="val 2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9777" name="Line 49"/>
          <p:cNvSpPr>
            <a:spLocks noChangeShapeType="1"/>
          </p:cNvSpPr>
          <p:nvPr/>
        </p:nvSpPr>
        <p:spPr bwMode="auto">
          <a:xfrm flipH="1">
            <a:off x="3643313" y="3657600"/>
            <a:ext cx="5043487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9778" name="AutoShape 50"/>
          <p:cNvSpPr>
            <a:spLocks/>
          </p:cNvSpPr>
          <p:nvPr/>
        </p:nvSpPr>
        <p:spPr bwMode="auto">
          <a:xfrm>
            <a:off x="1981200" y="4495800"/>
            <a:ext cx="381000" cy="1066800"/>
          </a:xfrm>
          <a:prstGeom prst="leftBrace">
            <a:avLst>
              <a:gd name="adj1" fmla="val 2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9779" name="Object 51"/>
          <p:cNvGraphicFramePr>
            <a:graphicFrameLocks noChangeAspect="1"/>
          </p:cNvGraphicFramePr>
          <p:nvPr/>
        </p:nvGraphicFramePr>
        <p:xfrm>
          <a:off x="1981200" y="6081713"/>
          <a:ext cx="216376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4" name="公式" r:id="rId15" imgW="975218" imgH="243919" progId="Equation.3">
                  <p:embed/>
                </p:oleObj>
              </mc:Choice>
              <mc:Fallback>
                <p:oleObj name="公式" r:id="rId15" imgW="975218" imgH="243919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081713"/>
                        <a:ext cx="216376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80" name="Object 52"/>
          <p:cNvGraphicFramePr>
            <a:graphicFrameLocks noChangeAspect="1"/>
          </p:cNvGraphicFramePr>
          <p:nvPr/>
        </p:nvGraphicFramePr>
        <p:xfrm>
          <a:off x="5638800" y="6126163"/>
          <a:ext cx="33829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5" name="公式" r:id="rId17" imgW="1371600" imgH="243919" progId="Equation.3">
                  <p:embed/>
                </p:oleObj>
              </mc:Choice>
              <mc:Fallback>
                <p:oleObj name="公式" r:id="rId17" imgW="1371600" imgH="243919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126163"/>
                        <a:ext cx="33829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81" name="Rectangle 53"/>
          <p:cNvSpPr>
            <a:spLocks noChangeArrowheads="1"/>
          </p:cNvSpPr>
          <p:nvPr/>
        </p:nvSpPr>
        <p:spPr bwMode="auto">
          <a:xfrm>
            <a:off x="0" y="5562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衔接条件：</a:t>
            </a:r>
          </a:p>
        </p:txBody>
      </p:sp>
      <p:sp>
        <p:nvSpPr>
          <p:cNvPr id="329782" name="Rectangle 54"/>
          <p:cNvSpPr>
            <a:spLocks noChangeArrowheads="1"/>
          </p:cNvSpPr>
          <p:nvPr/>
        </p:nvSpPr>
        <p:spPr bwMode="auto">
          <a:xfrm>
            <a:off x="304800" y="6172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温度相等</a:t>
            </a:r>
          </a:p>
        </p:txBody>
      </p:sp>
      <p:sp>
        <p:nvSpPr>
          <p:cNvPr id="329783" name="Rectangle 55"/>
          <p:cNvSpPr>
            <a:spLocks noChangeArrowheads="1"/>
          </p:cNvSpPr>
          <p:nvPr/>
        </p:nvSpPr>
        <p:spPr bwMode="auto">
          <a:xfrm>
            <a:off x="4114800" y="6172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热流相等</a:t>
            </a:r>
          </a:p>
        </p:txBody>
      </p:sp>
      <p:grpSp>
        <p:nvGrpSpPr>
          <p:cNvPr id="329793" name="Group 65"/>
          <p:cNvGrpSpPr>
            <a:grpSpLocks/>
          </p:cNvGrpSpPr>
          <p:nvPr/>
        </p:nvGrpSpPr>
        <p:grpSpPr bwMode="auto">
          <a:xfrm>
            <a:off x="6248400" y="1219200"/>
            <a:ext cx="2909888" cy="1062038"/>
            <a:chOff x="3936" y="768"/>
            <a:chExt cx="1833" cy="669"/>
          </a:xfrm>
        </p:grpSpPr>
        <p:sp>
          <p:nvSpPr>
            <p:cNvPr id="42005" name="Freeform 58"/>
            <p:cNvSpPr>
              <a:spLocks/>
            </p:cNvSpPr>
            <p:nvPr/>
          </p:nvSpPr>
          <p:spPr bwMode="auto">
            <a:xfrm>
              <a:off x="3936" y="1008"/>
              <a:ext cx="930" cy="144"/>
            </a:xfrm>
            <a:custGeom>
              <a:avLst/>
              <a:gdLst>
                <a:gd name="T0" fmla="*/ 0 w 432"/>
                <a:gd name="T1" fmla="*/ 0 h 192"/>
                <a:gd name="T2" fmla="*/ 19973 w 432"/>
                <a:gd name="T3" fmla="*/ 0 h 192"/>
                <a:gd name="T4" fmla="*/ 19973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6" name="Freeform 59"/>
            <p:cNvSpPr>
              <a:spLocks/>
            </p:cNvSpPr>
            <p:nvPr/>
          </p:nvSpPr>
          <p:spPr bwMode="auto">
            <a:xfrm rot="10800000">
              <a:off x="4896" y="1008"/>
              <a:ext cx="768" cy="144"/>
            </a:xfrm>
            <a:custGeom>
              <a:avLst/>
              <a:gdLst>
                <a:gd name="T0" fmla="*/ 0 w 432"/>
                <a:gd name="T1" fmla="*/ 0 h 192"/>
                <a:gd name="T2" fmla="*/ 7671 w 432"/>
                <a:gd name="T3" fmla="*/ 0 h 192"/>
                <a:gd name="T4" fmla="*/ 7671 w 432"/>
                <a:gd name="T5" fmla="*/ 46 h 192"/>
                <a:gd name="T6" fmla="*/ 0 w 432"/>
                <a:gd name="T7" fmla="*/ 46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192">
                  <a:moveTo>
                    <a:pt x="0" y="0"/>
                  </a:moveTo>
                  <a:lnTo>
                    <a:pt x="432" y="0"/>
                  </a:lnTo>
                  <a:lnTo>
                    <a:pt x="432" y="192"/>
                  </a:lnTo>
                  <a:lnTo>
                    <a:pt x="0" y="192"/>
                  </a:lnTo>
                </a:path>
              </a:pathLst>
            </a:cu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7" name="Object 60"/>
            <p:cNvGraphicFramePr>
              <a:graphicFrameLocks noChangeAspect="1"/>
            </p:cNvGraphicFramePr>
            <p:nvPr/>
          </p:nvGraphicFramePr>
          <p:xfrm>
            <a:off x="3936" y="1104"/>
            <a:ext cx="21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56" name="公式" r:id="rId19" imgW="114406" imgH="175197" progId="Equation.3">
                    <p:embed/>
                  </p:oleObj>
                </mc:Choice>
                <mc:Fallback>
                  <p:oleObj name="公式" r:id="rId19" imgW="114406" imgH="175197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104"/>
                          <a:ext cx="213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8" name="Object 61"/>
            <p:cNvGraphicFramePr>
              <a:graphicFrameLocks noChangeAspect="1"/>
            </p:cNvGraphicFramePr>
            <p:nvPr/>
          </p:nvGraphicFramePr>
          <p:xfrm>
            <a:off x="5538" y="1094"/>
            <a:ext cx="231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57" name="公式" r:id="rId21" imgW="129717" imgH="190469" progId="Equation.3">
                    <p:embed/>
                  </p:oleObj>
                </mc:Choice>
                <mc:Fallback>
                  <p:oleObj name="公式" r:id="rId21" imgW="129717" imgH="190469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8" y="1094"/>
                          <a:ext cx="231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9" name="Object 62"/>
            <p:cNvGraphicFramePr>
              <a:graphicFrameLocks noChangeAspect="1"/>
            </p:cNvGraphicFramePr>
            <p:nvPr/>
          </p:nvGraphicFramePr>
          <p:xfrm>
            <a:off x="4791" y="1104"/>
            <a:ext cx="23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58" name="公式" r:id="rId23" imgW="129717" imgH="175197" progId="Equation.3">
                    <p:embed/>
                  </p:oleObj>
                </mc:Choice>
                <mc:Fallback>
                  <p:oleObj name="公式" r:id="rId23" imgW="129717" imgH="175197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1" y="1104"/>
                          <a:ext cx="231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0" name="Line 63"/>
            <p:cNvSpPr>
              <a:spLocks noChangeShapeType="1"/>
            </p:cNvSpPr>
            <p:nvPr/>
          </p:nvSpPr>
          <p:spPr bwMode="auto">
            <a:xfrm>
              <a:off x="3936" y="1008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11" name="Object 64"/>
            <p:cNvGraphicFramePr>
              <a:graphicFrameLocks noChangeAspect="1"/>
            </p:cNvGraphicFramePr>
            <p:nvPr/>
          </p:nvGraphicFramePr>
          <p:xfrm>
            <a:off x="5583" y="768"/>
            <a:ext cx="177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59" name="公式" r:id="rId25" imgW="91440" imgH="99264" progId="Equation.3">
                    <p:embed/>
                  </p:oleObj>
                </mc:Choice>
                <mc:Fallback>
                  <p:oleObj name="公式" r:id="rId25" imgW="91440" imgH="99264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3" y="768"/>
                          <a:ext cx="177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1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28800" y="152400"/>
            <a:ext cx="451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7.3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数学物理方程的分类</a:t>
            </a:r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/>
        </p:nvGraphicFramePr>
        <p:xfrm>
          <a:off x="395288" y="981075"/>
          <a:ext cx="55689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7" name="Equation" r:id="rId4" imgW="2103120" imgH="434387" progId="Equation.DSMT4">
                  <p:embed/>
                </p:oleObj>
              </mc:Choice>
              <mc:Fallback>
                <p:oleObj name="Equation" r:id="rId4" imgW="2103120" imgH="43438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556895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文本框 1"/>
          <p:cNvSpPr txBox="1">
            <a:spLocks noChangeArrowheads="1"/>
          </p:cNvSpPr>
          <p:nvPr/>
        </p:nvSpPr>
        <p:spPr bwMode="auto">
          <a:xfrm>
            <a:off x="395288" y="2781300"/>
            <a:ext cx="1512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线性：</a:t>
            </a: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1804988" y="2646363"/>
          <a:ext cx="16764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8" name="Equation" r:id="rId6" imgW="624769" imgH="236283" progId="Equation.DSMT4">
                  <p:embed/>
                </p:oleObj>
              </mc:Choice>
              <mc:Fallback>
                <p:oleObj name="Equation" r:id="rId6" imgW="624769" imgH="23628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2646363"/>
                        <a:ext cx="16764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015" name="直接箭头连接符 3"/>
          <p:cNvCxnSpPr>
            <a:cxnSpLocks noChangeShapeType="1"/>
          </p:cNvCxnSpPr>
          <p:nvPr/>
        </p:nvCxnSpPr>
        <p:spPr bwMode="auto">
          <a:xfrm>
            <a:off x="3563938" y="2994025"/>
            <a:ext cx="863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4705350" y="2646363"/>
          <a:ext cx="1843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9" name="Equation" r:id="rId8" imgW="693243" imgH="221011" progId="Equation.DSMT4">
                  <p:embed/>
                </p:oleObj>
              </mc:Choice>
              <mc:Fallback>
                <p:oleObj name="Equation" r:id="rId8" imgW="693243" imgH="22101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2646363"/>
                        <a:ext cx="18430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文本框 18"/>
          <p:cNvSpPr txBox="1">
            <a:spLocks noChangeArrowheads="1"/>
          </p:cNvSpPr>
          <p:nvPr/>
        </p:nvSpPr>
        <p:spPr bwMode="auto">
          <a:xfrm>
            <a:off x="468313" y="3500438"/>
            <a:ext cx="1511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齐次：</a:t>
            </a:r>
          </a:p>
        </p:txBody>
      </p:sp>
      <p:graphicFrame>
        <p:nvGraphicFramePr>
          <p:cNvPr id="43018" name="对象 4"/>
          <p:cNvGraphicFramePr>
            <a:graphicFrameLocks noChangeAspect="1"/>
          </p:cNvGraphicFramePr>
          <p:nvPr/>
        </p:nvGraphicFramePr>
        <p:xfrm>
          <a:off x="1908175" y="3549650"/>
          <a:ext cx="115093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0" name="Equation" r:id="rId10" imgW="380835" imgH="203112" progId="Equation.DSMT4">
                  <p:embed/>
                </p:oleObj>
              </mc:Choice>
              <mc:Fallback>
                <p:oleObj name="Equation" r:id="rId10" imgW="380835" imgH="20311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549650"/>
                        <a:ext cx="115093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文本框 20"/>
          <p:cNvSpPr txBox="1">
            <a:spLocks noChangeArrowheads="1"/>
          </p:cNvSpPr>
          <p:nvPr/>
        </p:nvSpPr>
        <p:spPr bwMode="auto">
          <a:xfrm>
            <a:off x="3743325" y="3484563"/>
            <a:ext cx="19081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非齐次：</a:t>
            </a:r>
          </a:p>
        </p:txBody>
      </p:sp>
      <p:sp>
        <p:nvSpPr>
          <p:cNvPr id="43020" name="文本框 21"/>
          <p:cNvSpPr txBox="1">
            <a:spLocks noChangeArrowheads="1"/>
          </p:cNvSpPr>
          <p:nvPr/>
        </p:nvSpPr>
        <p:spPr bwMode="auto">
          <a:xfrm>
            <a:off x="468313" y="4276725"/>
            <a:ext cx="5743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类型：椭圆，抛物，双曲</a:t>
            </a:r>
          </a:p>
        </p:txBody>
      </p:sp>
      <p:sp>
        <p:nvSpPr>
          <p:cNvPr id="43021" name="下箭头 5"/>
          <p:cNvSpPr>
            <a:spLocks noChangeArrowheads="1"/>
          </p:cNvSpPr>
          <p:nvPr/>
        </p:nvSpPr>
        <p:spPr bwMode="auto">
          <a:xfrm>
            <a:off x="3243263" y="4962525"/>
            <a:ext cx="288925" cy="360363"/>
          </a:xfrm>
          <a:prstGeom prst="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22" name="文本框 23"/>
          <p:cNvSpPr txBox="1">
            <a:spLocks noChangeArrowheads="1"/>
          </p:cNvSpPr>
          <p:nvPr/>
        </p:nvSpPr>
        <p:spPr bwMode="auto">
          <a:xfrm>
            <a:off x="1331913" y="5375275"/>
            <a:ext cx="38877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稳定场，输运，波动</a:t>
            </a: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4035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28800" y="152400"/>
            <a:ext cx="52373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7.4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达朗贝尔公式、定解问题</a:t>
            </a:r>
          </a:p>
        </p:txBody>
      </p:sp>
      <p:sp>
        <p:nvSpPr>
          <p:cNvPr id="286723" name="Rectangle 3"/>
          <p:cNvSpPr>
            <a:spLocks noChangeArrowheads="1"/>
          </p:cNvSpPr>
          <p:nvPr/>
        </p:nvSpPr>
        <p:spPr bwMode="auto">
          <a:xfrm>
            <a:off x="0" y="1066800"/>
            <a:ext cx="3590925" cy="519113"/>
          </a:xfrm>
          <a:prstGeom prst="rect">
            <a:avLst/>
          </a:prstGeom>
          <a:solidFill>
            <a:srgbClr val="FF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（一）、 达朗贝公式</a:t>
            </a:r>
          </a:p>
        </p:txBody>
      </p:sp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3886200" y="16002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4" name="公式" r:id="rId4" imgW="822960" imgH="205740" progId="Equation.3">
                  <p:embed/>
                </p:oleObj>
              </mc:Choice>
              <mc:Fallback>
                <p:oleObj name="公式" r:id="rId4" imgW="822960" imgH="2057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002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5" name="Rectangle 5"/>
          <p:cNvSpPr>
            <a:spLocks noChangeArrowheads="1"/>
          </p:cNvSpPr>
          <p:nvPr/>
        </p:nvSpPr>
        <p:spPr bwMode="auto">
          <a:xfrm>
            <a:off x="23813" y="1679575"/>
            <a:ext cx="3790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考虑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一维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弦的振动方程</a:t>
            </a:r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228600" y="2743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表示为：</a:t>
            </a:r>
          </a:p>
        </p:txBody>
      </p:sp>
      <p:graphicFrame>
        <p:nvGraphicFramePr>
          <p:cNvPr id="286727" name="Object 7"/>
          <p:cNvGraphicFramePr>
            <a:graphicFrameLocks noChangeAspect="1"/>
          </p:cNvGraphicFramePr>
          <p:nvPr/>
        </p:nvGraphicFramePr>
        <p:xfrm>
          <a:off x="1981200" y="2743200"/>
          <a:ext cx="2667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5" name="公式" r:id="rId6" imgW="1013495" imgH="380937" progId="Equation.3">
                  <p:embed/>
                </p:oleObj>
              </mc:Choice>
              <mc:Fallback>
                <p:oleObj name="公式" r:id="rId6" imgW="1013495" imgH="38093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43200"/>
                        <a:ext cx="2667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9" name="Rectangle 9"/>
          <p:cNvSpPr>
            <a:spLocks noChangeArrowheads="1"/>
          </p:cNvSpPr>
          <p:nvPr/>
        </p:nvSpPr>
        <p:spPr bwMode="auto">
          <a:xfrm>
            <a:off x="533400" y="4572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或：</a:t>
            </a:r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/>
        </p:nvGraphicFramePr>
        <p:xfrm>
          <a:off x="1524000" y="4343400"/>
          <a:ext cx="43275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6" name="公式" r:id="rId8" imgW="1622954" imgH="358030" progId="Equation.3">
                  <p:embed/>
                </p:oleObj>
              </mc:Choice>
              <mc:Fallback>
                <p:oleObj name="公式" r:id="rId8" imgW="1622954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343400"/>
                        <a:ext cx="432752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1" name="Line 11"/>
          <p:cNvSpPr>
            <a:spLocks noChangeShapeType="1"/>
          </p:cNvSpPr>
          <p:nvPr/>
        </p:nvSpPr>
        <p:spPr bwMode="auto">
          <a:xfrm flipH="1">
            <a:off x="4038600" y="23622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4" name="椭圆 1"/>
          <p:cNvSpPr>
            <a:spLocks noChangeArrowheads="1"/>
          </p:cNvSpPr>
          <p:nvPr/>
        </p:nvSpPr>
        <p:spPr bwMode="auto">
          <a:xfrm>
            <a:off x="1435100" y="4343400"/>
            <a:ext cx="1912938" cy="10795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4045" name="椭圆 12"/>
          <p:cNvSpPr>
            <a:spLocks noChangeArrowheads="1"/>
          </p:cNvSpPr>
          <p:nvPr/>
        </p:nvSpPr>
        <p:spPr bwMode="auto">
          <a:xfrm>
            <a:off x="3230563" y="4354513"/>
            <a:ext cx="1912937" cy="10795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3" name="Rectangle 9"/>
          <p:cNvSpPr>
            <a:spLocks noChangeArrowheads="1"/>
          </p:cNvSpPr>
          <p:nvPr/>
        </p:nvSpPr>
        <p:spPr bwMode="auto">
          <a:xfrm>
            <a:off x="381000" y="1524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令：</a:t>
            </a:r>
          </a:p>
        </p:txBody>
      </p:sp>
      <p:graphicFrame>
        <p:nvGraphicFramePr>
          <p:cNvPr id="287754" name="Object 10"/>
          <p:cNvGraphicFramePr>
            <a:graphicFrameLocks noChangeAspect="1"/>
          </p:cNvGraphicFramePr>
          <p:nvPr/>
        </p:nvGraphicFramePr>
        <p:xfrm>
          <a:off x="1752600" y="0"/>
          <a:ext cx="43275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2" name="公式" r:id="rId3" imgW="1622954" imgH="358030" progId="Equation.3">
                  <p:embed/>
                </p:oleObj>
              </mc:Choice>
              <mc:Fallback>
                <p:oleObj name="公式" r:id="rId3" imgW="1622954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0"/>
                        <a:ext cx="432752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5" name="Object 11"/>
          <p:cNvGraphicFramePr>
            <a:graphicFrameLocks noChangeAspect="1"/>
          </p:cNvGraphicFramePr>
          <p:nvPr/>
        </p:nvGraphicFramePr>
        <p:xfrm>
          <a:off x="1752600" y="1447800"/>
          <a:ext cx="2011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3" name="公式" r:id="rId5" imgW="739175" imgH="167561" progId="Equation.3">
                  <p:embed/>
                </p:oleObj>
              </mc:Choice>
              <mc:Fallback>
                <p:oleObj name="公式" r:id="rId5" imgW="739175" imgH="16756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20113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6" name="Object 12"/>
          <p:cNvGraphicFramePr>
            <a:graphicFrameLocks noChangeAspect="1"/>
          </p:cNvGraphicFramePr>
          <p:nvPr/>
        </p:nvGraphicFramePr>
        <p:xfrm>
          <a:off x="6096000" y="1447800"/>
          <a:ext cx="14160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4" name="公式" r:id="rId7" imgW="510363" imgH="167561" progId="Equation.3">
                  <p:embed/>
                </p:oleObj>
              </mc:Choice>
              <mc:Fallback>
                <p:oleObj name="公式" r:id="rId7" imgW="510363" imgH="16756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447800"/>
                        <a:ext cx="14160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7" name="Object 13"/>
          <p:cNvGraphicFramePr>
            <a:graphicFrameLocks noChangeAspect="1"/>
          </p:cNvGraphicFramePr>
          <p:nvPr/>
        </p:nvGraphicFramePr>
        <p:xfrm>
          <a:off x="1676400" y="2438400"/>
          <a:ext cx="9223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5" name="公式" r:id="rId9" imgW="320253" imgH="380937" progId="Equation.3">
                  <p:embed/>
                </p:oleObj>
              </mc:Choice>
              <mc:Fallback>
                <p:oleObj name="公式" r:id="rId9" imgW="320253" imgH="38093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9223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8" name="Object 14"/>
          <p:cNvGraphicFramePr>
            <a:graphicFrameLocks noChangeAspect="1"/>
          </p:cNvGraphicFramePr>
          <p:nvPr/>
        </p:nvGraphicFramePr>
        <p:xfrm>
          <a:off x="2514600" y="2362200"/>
          <a:ext cx="2413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6" name="公式" r:id="rId11" imgW="891434" imgH="380937" progId="Equation.3">
                  <p:embed/>
                </p:oleObj>
              </mc:Choice>
              <mc:Fallback>
                <p:oleObj name="公式" r:id="rId11" imgW="891434" imgH="38093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2413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9" name="Object 15"/>
          <p:cNvGraphicFramePr>
            <a:graphicFrameLocks noChangeAspect="1"/>
          </p:cNvGraphicFramePr>
          <p:nvPr/>
        </p:nvGraphicFramePr>
        <p:xfrm>
          <a:off x="4876800" y="2362200"/>
          <a:ext cx="1879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7" name="公式" r:id="rId13" imgW="686013" imgH="358030" progId="Equation.3">
                  <p:embed/>
                </p:oleObj>
              </mc:Choice>
              <mc:Fallback>
                <p:oleObj name="公式" r:id="rId13" imgW="686013" imgH="3580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362200"/>
                        <a:ext cx="18796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0" name="Object 16"/>
          <p:cNvGraphicFramePr>
            <a:graphicFrameLocks noChangeAspect="1"/>
          </p:cNvGraphicFramePr>
          <p:nvPr/>
        </p:nvGraphicFramePr>
        <p:xfrm>
          <a:off x="1658938" y="3810000"/>
          <a:ext cx="95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8" name="公式" r:id="rId15" imgW="327483" imgH="380937" progId="Equation.3">
                  <p:embed/>
                </p:oleObj>
              </mc:Choice>
              <mc:Fallback>
                <p:oleObj name="公式" r:id="rId15" imgW="327483" imgH="38093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3810000"/>
                        <a:ext cx="95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1" name="Object 17"/>
          <p:cNvGraphicFramePr>
            <a:graphicFrameLocks noChangeAspect="1"/>
          </p:cNvGraphicFramePr>
          <p:nvPr/>
        </p:nvGraphicFramePr>
        <p:xfrm>
          <a:off x="2514600" y="3733800"/>
          <a:ext cx="2413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9" name="公式" r:id="rId17" imgW="891434" imgH="380937" progId="Equation.3">
                  <p:embed/>
                </p:oleObj>
              </mc:Choice>
              <mc:Fallback>
                <p:oleObj name="公式" r:id="rId17" imgW="891434" imgH="38093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33800"/>
                        <a:ext cx="2413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2" name="Object 18"/>
          <p:cNvGraphicFramePr>
            <a:graphicFrameLocks noChangeAspect="1"/>
          </p:cNvGraphicFramePr>
          <p:nvPr/>
        </p:nvGraphicFramePr>
        <p:xfrm>
          <a:off x="4953000" y="3733800"/>
          <a:ext cx="23796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40" name="公式" r:id="rId19" imgW="876123" imgH="358030" progId="Equation.3">
                  <p:embed/>
                </p:oleObj>
              </mc:Choice>
              <mc:Fallback>
                <p:oleObj name="公式" r:id="rId19" imgW="876123" imgH="3580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733800"/>
                        <a:ext cx="23796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6" name="Object 22"/>
          <p:cNvGraphicFramePr>
            <a:graphicFrameLocks noChangeAspect="1"/>
          </p:cNvGraphicFramePr>
          <p:nvPr/>
        </p:nvGraphicFramePr>
        <p:xfrm>
          <a:off x="1752600" y="5105400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41" name="公式" r:id="rId21" imgW="632425" imgH="419116" progId="Equation.3">
                  <p:embed/>
                </p:oleObj>
              </mc:Choice>
              <mc:Fallback>
                <p:oleObj name="公式" r:id="rId21" imgW="632425" imgH="41911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105400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67" name="AutoShape 23"/>
          <p:cNvSpPr>
            <a:spLocks noChangeArrowheads="1"/>
          </p:cNvSpPr>
          <p:nvPr/>
        </p:nvSpPr>
        <p:spPr bwMode="auto">
          <a:xfrm>
            <a:off x="533400" y="54102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87768" name="Line 24"/>
          <p:cNvSpPr>
            <a:spLocks noChangeShapeType="1"/>
          </p:cNvSpPr>
          <p:nvPr/>
        </p:nvSpPr>
        <p:spPr bwMode="auto">
          <a:xfrm flipH="1">
            <a:off x="4038600" y="21336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69" name="Line 25"/>
          <p:cNvSpPr>
            <a:spLocks noChangeShapeType="1"/>
          </p:cNvSpPr>
          <p:nvPr/>
        </p:nvSpPr>
        <p:spPr bwMode="auto">
          <a:xfrm flipH="1">
            <a:off x="5029200" y="5029200"/>
            <a:ext cx="41148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770" name="Object 2"/>
          <p:cNvGraphicFramePr>
            <a:graphicFrameLocks noChangeAspect="1"/>
          </p:cNvGraphicFramePr>
          <p:nvPr/>
        </p:nvGraphicFramePr>
        <p:xfrm>
          <a:off x="1600200" y="838200"/>
          <a:ext cx="208121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8" name="公式" r:id="rId3" imgW="762142" imgH="358030" progId="Equation.3">
                  <p:embed/>
                </p:oleObj>
              </mc:Choice>
              <mc:Fallback>
                <p:oleObj name="公式" r:id="rId3" imgW="762142" imgH="358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838200"/>
                        <a:ext cx="208121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1" name="Object 3"/>
          <p:cNvGraphicFramePr>
            <a:graphicFrameLocks noChangeAspect="1"/>
          </p:cNvGraphicFramePr>
          <p:nvPr/>
        </p:nvGraphicFramePr>
        <p:xfrm>
          <a:off x="5410200" y="990600"/>
          <a:ext cx="22129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9" name="公式" r:id="rId5" imgW="815305" imgH="358030" progId="Equation.3">
                  <p:embed/>
                </p:oleObj>
              </mc:Choice>
              <mc:Fallback>
                <p:oleObj name="公式" r:id="rId5" imgW="815305" imgH="358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90600"/>
                        <a:ext cx="22129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2" name="Rectangle 4"/>
          <p:cNvSpPr>
            <a:spLocks noChangeArrowheads="1"/>
          </p:cNvSpPr>
          <p:nvPr/>
        </p:nvSpPr>
        <p:spPr bwMode="auto">
          <a:xfrm>
            <a:off x="381000" y="1219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令：</a:t>
            </a:r>
          </a:p>
        </p:txBody>
      </p:sp>
      <p:graphicFrame>
        <p:nvGraphicFramePr>
          <p:cNvPr id="288773" name="Object 5"/>
          <p:cNvGraphicFramePr>
            <a:graphicFrameLocks noChangeAspect="1"/>
          </p:cNvGraphicFramePr>
          <p:nvPr/>
        </p:nvGraphicFramePr>
        <p:xfrm>
          <a:off x="1600200" y="228600"/>
          <a:ext cx="2011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0" name="公式" r:id="rId7" imgW="739175" imgH="167561" progId="Equation.3">
                  <p:embed/>
                </p:oleObj>
              </mc:Choice>
              <mc:Fallback>
                <p:oleObj name="公式" r:id="rId7" imgW="739175" imgH="1675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"/>
                        <a:ext cx="20113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4" name="Object 6"/>
          <p:cNvGraphicFramePr>
            <a:graphicFrameLocks noChangeAspect="1"/>
          </p:cNvGraphicFramePr>
          <p:nvPr/>
        </p:nvGraphicFramePr>
        <p:xfrm>
          <a:off x="5410200" y="228600"/>
          <a:ext cx="14160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1" name="公式" r:id="rId9" imgW="510363" imgH="167561" progId="Equation.3">
                  <p:embed/>
                </p:oleObj>
              </mc:Choice>
              <mc:Fallback>
                <p:oleObj name="公式" r:id="rId9" imgW="510363" imgH="1675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8600"/>
                        <a:ext cx="14160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6" name="Object 8"/>
          <p:cNvGraphicFramePr>
            <a:graphicFrameLocks noChangeAspect="1"/>
          </p:cNvGraphicFramePr>
          <p:nvPr/>
        </p:nvGraphicFramePr>
        <p:xfrm>
          <a:off x="1676400" y="2057400"/>
          <a:ext cx="16144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2" name="公式" r:id="rId11" imgW="586917" imgH="167561" progId="Equation.3">
                  <p:embed/>
                </p:oleObj>
              </mc:Choice>
              <mc:Fallback>
                <p:oleObj name="公式" r:id="rId11" imgW="586917" imgH="1675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161448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7" name="Object 9"/>
          <p:cNvGraphicFramePr>
            <a:graphicFrameLocks noChangeAspect="1"/>
          </p:cNvGraphicFramePr>
          <p:nvPr/>
        </p:nvGraphicFramePr>
        <p:xfrm>
          <a:off x="5410200" y="2133600"/>
          <a:ext cx="16144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3" name="公式" r:id="rId13" imgW="586917" imgH="137019" progId="Equation.3">
                  <p:embed/>
                </p:oleObj>
              </mc:Choice>
              <mc:Fallback>
                <p:oleObj name="公式" r:id="rId13" imgW="586917" imgH="13701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133600"/>
                        <a:ext cx="16144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8" name="AutoShape 10"/>
          <p:cNvSpPr>
            <a:spLocks noChangeArrowheads="1"/>
          </p:cNvSpPr>
          <p:nvPr/>
        </p:nvSpPr>
        <p:spPr bwMode="auto">
          <a:xfrm>
            <a:off x="685800" y="21336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88779" name="Object 11"/>
          <p:cNvGraphicFramePr>
            <a:graphicFrameLocks noChangeAspect="1"/>
          </p:cNvGraphicFramePr>
          <p:nvPr/>
        </p:nvGraphicFramePr>
        <p:xfrm>
          <a:off x="1828800" y="2819400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4" name="公式" r:id="rId15" imgW="632425" imgH="419116" progId="Equation.3">
                  <p:embed/>
                </p:oleObj>
              </mc:Choice>
              <mc:Fallback>
                <p:oleObj name="公式" r:id="rId15" imgW="632425" imgH="41911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9400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0" name="Rectangle 12"/>
          <p:cNvSpPr>
            <a:spLocks noChangeArrowheads="1"/>
          </p:cNvSpPr>
          <p:nvPr/>
        </p:nvSpPr>
        <p:spPr bwMode="auto">
          <a:xfrm>
            <a:off x="4572000" y="3124200"/>
            <a:ext cx="1536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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积分</a:t>
            </a:r>
          </a:p>
        </p:txBody>
      </p:sp>
      <p:graphicFrame>
        <p:nvGraphicFramePr>
          <p:cNvPr id="288781" name="Object 13"/>
          <p:cNvGraphicFramePr>
            <a:graphicFrameLocks noChangeAspect="1"/>
          </p:cNvGraphicFramePr>
          <p:nvPr/>
        </p:nvGraphicFramePr>
        <p:xfrm>
          <a:off x="6858000" y="2971800"/>
          <a:ext cx="191611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5" name="公式" r:id="rId17" imgW="700898" imgH="396209" progId="Equation.3">
                  <p:embed/>
                </p:oleObj>
              </mc:Choice>
              <mc:Fallback>
                <p:oleObj name="公式" r:id="rId17" imgW="700898" imgH="39620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971800"/>
                        <a:ext cx="1916113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82" name="Object 14"/>
          <p:cNvGraphicFramePr>
            <a:graphicFrameLocks noChangeAspect="1"/>
          </p:cNvGraphicFramePr>
          <p:nvPr/>
        </p:nvGraphicFramePr>
        <p:xfrm>
          <a:off x="1905000" y="4267200"/>
          <a:ext cx="340201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6" name="公式" r:id="rId19" imgW="1272505" imgH="243919" progId="Equation.3">
                  <p:embed/>
                </p:oleObj>
              </mc:Choice>
              <mc:Fallback>
                <p:oleObj name="公式" r:id="rId19" imgW="1272505" imgH="24391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267200"/>
                        <a:ext cx="340201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3" name="Rectangle 15"/>
          <p:cNvSpPr>
            <a:spLocks noChangeArrowheads="1"/>
          </p:cNvSpPr>
          <p:nvPr/>
        </p:nvSpPr>
        <p:spPr bwMode="auto">
          <a:xfrm>
            <a:off x="381000" y="43434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再积分</a:t>
            </a:r>
          </a:p>
        </p:txBody>
      </p:sp>
      <p:graphicFrame>
        <p:nvGraphicFramePr>
          <p:cNvPr id="288784" name="Object 16"/>
          <p:cNvGraphicFramePr>
            <a:graphicFrameLocks noChangeAspect="1"/>
          </p:cNvGraphicFramePr>
          <p:nvPr/>
        </p:nvGraphicFramePr>
        <p:xfrm>
          <a:off x="5334000" y="4343400"/>
          <a:ext cx="24765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7" name="公式" r:id="rId21" imgW="914400" imgH="175197" progId="Equation.3">
                  <p:embed/>
                </p:oleObj>
              </mc:Choice>
              <mc:Fallback>
                <p:oleObj name="公式" r:id="rId21" imgW="914400" imgH="17519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3400"/>
                        <a:ext cx="24765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85" name="Object 17"/>
          <p:cNvGraphicFramePr>
            <a:graphicFrameLocks noChangeAspect="1"/>
          </p:cNvGraphicFramePr>
          <p:nvPr/>
        </p:nvGraphicFramePr>
        <p:xfrm>
          <a:off x="2286000" y="5105400"/>
          <a:ext cx="38306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8" name="公式" r:id="rId23" imgW="1432418" imgH="175197" progId="Equation.3">
                  <p:embed/>
                </p:oleObj>
              </mc:Choice>
              <mc:Fallback>
                <p:oleObj name="公式" r:id="rId23" imgW="1432418" imgH="17519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05400"/>
                        <a:ext cx="38306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6" name="Rectangle 18"/>
          <p:cNvSpPr>
            <a:spLocks noChangeArrowheads="1"/>
          </p:cNvSpPr>
          <p:nvPr/>
        </p:nvSpPr>
        <p:spPr bwMode="auto">
          <a:xfrm>
            <a:off x="1143000" y="5867400"/>
            <a:ext cx="520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表示以速度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沿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正负方向的行波</a:t>
            </a:r>
          </a:p>
        </p:txBody>
      </p:sp>
      <p:sp>
        <p:nvSpPr>
          <p:cNvPr id="288787" name="Line 19"/>
          <p:cNvSpPr>
            <a:spLocks noChangeShapeType="1"/>
          </p:cNvSpPr>
          <p:nvPr/>
        </p:nvSpPr>
        <p:spPr bwMode="auto">
          <a:xfrm flipH="1" flipV="1">
            <a:off x="3048000" y="914400"/>
            <a:ext cx="60960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788" name="Line 20"/>
          <p:cNvSpPr>
            <a:spLocks noChangeShapeType="1"/>
          </p:cNvSpPr>
          <p:nvPr/>
        </p:nvSpPr>
        <p:spPr bwMode="auto">
          <a:xfrm flipH="1">
            <a:off x="4038600" y="28194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789" name="Line 21"/>
          <p:cNvSpPr>
            <a:spLocks noChangeShapeType="1"/>
          </p:cNvSpPr>
          <p:nvPr/>
        </p:nvSpPr>
        <p:spPr bwMode="auto">
          <a:xfrm flipV="1">
            <a:off x="4114800" y="2819400"/>
            <a:ext cx="0" cy="12954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17" name="Rectangle 33"/>
          <p:cNvSpPr>
            <a:spLocks noChangeArrowheads="1"/>
          </p:cNvSpPr>
          <p:nvPr/>
        </p:nvSpPr>
        <p:spPr bwMode="auto">
          <a:xfrm>
            <a:off x="304800" y="244475"/>
            <a:ext cx="3633788" cy="5572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函数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1 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2  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的确定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72419" name="Object 35"/>
          <p:cNvGraphicFramePr>
            <a:graphicFrameLocks noChangeAspect="1"/>
          </p:cNvGraphicFramePr>
          <p:nvPr/>
        </p:nvGraphicFramePr>
        <p:xfrm>
          <a:off x="685800" y="5334000"/>
          <a:ext cx="32702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1" name="公式" r:id="rId4" imgW="1219342" imgH="175197" progId="Equation.3">
                  <p:embed/>
                </p:oleObj>
              </mc:Choice>
              <mc:Fallback>
                <p:oleObj name="公式" r:id="rId4" imgW="1219342" imgH="17519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0"/>
                        <a:ext cx="32702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20" name="Rectangle 36"/>
          <p:cNvSpPr>
            <a:spLocks noChangeArrowheads="1"/>
          </p:cNvSpPr>
          <p:nvPr/>
        </p:nvSpPr>
        <p:spPr bwMode="auto">
          <a:xfrm>
            <a:off x="258763" y="882650"/>
            <a:ext cx="45116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考虑定解问题：“无限长”</a:t>
            </a:r>
          </a:p>
        </p:txBody>
      </p:sp>
      <p:sp>
        <p:nvSpPr>
          <p:cNvPr id="272421" name="Line 37"/>
          <p:cNvSpPr>
            <a:spLocks noChangeShapeType="1"/>
          </p:cNvSpPr>
          <p:nvPr/>
        </p:nvSpPr>
        <p:spPr bwMode="auto">
          <a:xfrm flipH="1" flipV="1">
            <a:off x="4191000" y="3657600"/>
            <a:ext cx="4953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2424" name="Object 40"/>
          <p:cNvGraphicFramePr>
            <a:graphicFrameLocks noChangeAspect="1"/>
          </p:cNvGraphicFramePr>
          <p:nvPr/>
        </p:nvGraphicFramePr>
        <p:xfrm>
          <a:off x="2667000" y="12954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2" name="公式" r:id="rId6" imgW="822960" imgH="205740" progId="Equation.3">
                  <p:embed/>
                </p:oleObj>
              </mc:Choice>
              <mc:Fallback>
                <p:oleObj name="公式" r:id="rId6" imgW="822960" imgH="2057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2954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5" name="Object 41"/>
          <p:cNvGraphicFramePr>
            <a:graphicFrameLocks noChangeAspect="1"/>
          </p:cNvGraphicFramePr>
          <p:nvPr/>
        </p:nvGraphicFramePr>
        <p:xfrm>
          <a:off x="2667000" y="1981200"/>
          <a:ext cx="60642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3" name="公式" r:id="rId8" imgW="2042302" imgH="213376" progId="Equation.3">
                  <p:embed/>
                </p:oleObj>
              </mc:Choice>
              <mc:Fallback>
                <p:oleObj name="公式" r:id="rId8" imgW="2042302" imgH="21337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81200"/>
                        <a:ext cx="60642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6" name="Object 42"/>
          <p:cNvGraphicFramePr>
            <a:graphicFrameLocks noChangeAspect="1"/>
          </p:cNvGraphicFramePr>
          <p:nvPr/>
        </p:nvGraphicFramePr>
        <p:xfrm>
          <a:off x="2670175" y="2743200"/>
          <a:ext cx="62118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4" name="公式" r:id="rId10" imgW="2095465" imgH="213376" progId="Equation.3">
                  <p:embed/>
                </p:oleObj>
              </mc:Choice>
              <mc:Fallback>
                <p:oleObj name="公式" r:id="rId10" imgW="2095465" imgH="213376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2743200"/>
                        <a:ext cx="62118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7" name="Object 43"/>
          <p:cNvGraphicFramePr>
            <a:graphicFrameLocks noChangeAspect="1"/>
          </p:cNvGraphicFramePr>
          <p:nvPr/>
        </p:nvGraphicFramePr>
        <p:xfrm>
          <a:off x="2667000" y="3657600"/>
          <a:ext cx="40941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5" name="公式" r:id="rId12" imgW="1539169" imgH="175197" progId="Equation.3">
                  <p:embed/>
                </p:oleObj>
              </mc:Choice>
              <mc:Fallback>
                <p:oleObj name="公式" r:id="rId12" imgW="1539169" imgH="175197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409416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8" name="Object 44"/>
          <p:cNvGraphicFramePr>
            <a:graphicFrameLocks noChangeAspect="1"/>
          </p:cNvGraphicFramePr>
          <p:nvPr/>
        </p:nvGraphicFramePr>
        <p:xfrm>
          <a:off x="2667000" y="4419600"/>
          <a:ext cx="472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6" name="公式" r:id="rId14" imgW="1752671" imgH="190469" progId="Equation.3">
                  <p:embed/>
                </p:oleObj>
              </mc:Choice>
              <mc:Fallback>
                <p:oleObj name="公式" r:id="rId14" imgW="1752671" imgH="190469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19600"/>
                        <a:ext cx="472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29" name="Line 45"/>
          <p:cNvSpPr>
            <a:spLocks noChangeShapeType="1"/>
          </p:cNvSpPr>
          <p:nvPr/>
        </p:nvSpPr>
        <p:spPr bwMode="auto">
          <a:xfrm flipH="1" flipV="1">
            <a:off x="4191000" y="5257800"/>
            <a:ext cx="4953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2430" name="Object 46"/>
          <p:cNvGraphicFramePr>
            <a:graphicFrameLocks noChangeAspect="1"/>
          </p:cNvGraphicFramePr>
          <p:nvPr/>
        </p:nvGraphicFramePr>
        <p:xfrm>
          <a:off x="4876800" y="5410200"/>
          <a:ext cx="4038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7" name="公式" r:id="rId16" imgW="1394566" imgH="175197" progId="Equation.3">
                  <p:embed/>
                </p:oleObj>
              </mc:Choice>
              <mc:Fallback>
                <p:oleObj name="公式" r:id="rId16" imgW="1394566" imgH="175197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410200"/>
                        <a:ext cx="4038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31" name="AutoShape 47"/>
          <p:cNvSpPr>
            <a:spLocks/>
          </p:cNvSpPr>
          <p:nvPr/>
        </p:nvSpPr>
        <p:spPr bwMode="auto">
          <a:xfrm>
            <a:off x="2057400" y="1752600"/>
            <a:ext cx="457200" cy="1447800"/>
          </a:xfrm>
          <a:prstGeom prst="leftBrace">
            <a:avLst>
              <a:gd name="adj1" fmla="val 263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72432" name="Rectangle 48"/>
          <p:cNvSpPr>
            <a:spLocks noChangeArrowheads="1"/>
          </p:cNvSpPr>
          <p:nvPr/>
        </p:nvSpPr>
        <p:spPr bwMode="auto">
          <a:xfrm>
            <a:off x="811213" y="44958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求导有</a:t>
            </a: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5493139" y="867431"/>
            <a:ext cx="23487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无限自由边界</a:t>
            </a: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987" name="Object 3"/>
          <p:cNvGraphicFramePr>
            <a:graphicFrameLocks noChangeAspect="1"/>
          </p:cNvGraphicFramePr>
          <p:nvPr/>
        </p:nvGraphicFramePr>
        <p:xfrm>
          <a:off x="685800" y="228600"/>
          <a:ext cx="32702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1" name="公式" r:id="rId3" imgW="1219342" imgH="175197" progId="Equation.3">
                  <p:embed/>
                </p:oleObj>
              </mc:Choice>
              <mc:Fallback>
                <p:oleObj name="公式" r:id="rId3" imgW="1219342" imgH="17519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"/>
                        <a:ext cx="32702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0" y="12954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积分有</a:t>
            </a:r>
          </a:p>
        </p:txBody>
      </p:sp>
      <p:sp>
        <p:nvSpPr>
          <p:cNvPr id="297989" name="Line 5"/>
          <p:cNvSpPr>
            <a:spLocks noChangeShapeType="1"/>
          </p:cNvSpPr>
          <p:nvPr/>
        </p:nvSpPr>
        <p:spPr bwMode="auto">
          <a:xfrm flipH="1" flipV="1">
            <a:off x="3276600" y="3733800"/>
            <a:ext cx="5867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990" name="Line 6"/>
          <p:cNvSpPr>
            <a:spLocks noChangeShapeType="1"/>
          </p:cNvSpPr>
          <p:nvPr/>
        </p:nvSpPr>
        <p:spPr bwMode="auto">
          <a:xfrm flipH="1" flipV="1">
            <a:off x="0" y="914400"/>
            <a:ext cx="91440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994" name="Object 10"/>
          <p:cNvGraphicFramePr>
            <a:graphicFrameLocks noChangeAspect="1"/>
          </p:cNvGraphicFramePr>
          <p:nvPr/>
        </p:nvGraphicFramePr>
        <p:xfrm>
          <a:off x="2057400" y="3886200"/>
          <a:ext cx="58610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2" name="公式" r:id="rId5" imgW="2110775" imgH="358030" progId="Equation.3">
                  <p:embed/>
                </p:oleObj>
              </mc:Choice>
              <mc:Fallback>
                <p:oleObj name="公式" r:id="rId5" imgW="2110775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86200"/>
                        <a:ext cx="58610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7" name="Object 13"/>
          <p:cNvGraphicFramePr>
            <a:graphicFrameLocks noChangeAspect="1"/>
          </p:cNvGraphicFramePr>
          <p:nvPr/>
        </p:nvGraphicFramePr>
        <p:xfrm>
          <a:off x="5105400" y="228600"/>
          <a:ext cx="4038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3" name="公式" r:id="rId7" imgW="1394566" imgH="175197" progId="Equation.3">
                  <p:embed/>
                </p:oleObj>
              </mc:Choice>
              <mc:Fallback>
                <p:oleObj name="公式" r:id="rId7" imgW="1394566" imgH="17519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28600"/>
                        <a:ext cx="4038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8" name="Object 14"/>
          <p:cNvGraphicFramePr>
            <a:graphicFrameLocks noChangeAspect="1"/>
          </p:cNvGraphicFramePr>
          <p:nvPr/>
        </p:nvGraphicFramePr>
        <p:xfrm>
          <a:off x="1524000" y="1219200"/>
          <a:ext cx="62484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4" name="公式" r:id="rId9" imgW="1920240" imgH="358030" progId="Equation.3">
                  <p:embed/>
                </p:oleObj>
              </mc:Choice>
              <mc:Fallback>
                <p:oleObj name="公式" r:id="rId9" imgW="1920240" imgH="358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62484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9" name="Object 15"/>
          <p:cNvGraphicFramePr>
            <a:graphicFrameLocks noChangeAspect="1"/>
          </p:cNvGraphicFramePr>
          <p:nvPr/>
        </p:nvGraphicFramePr>
        <p:xfrm>
          <a:off x="2286000" y="2819400"/>
          <a:ext cx="38131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5" name="公式" r:id="rId11" imgW="1158098" imgH="190469" progId="Equation.3">
                  <p:embed/>
                </p:oleObj>
              </mc:Choice>
              <mc:Fallback>
                <p:oleObj name="公式" r:id="rId11" imgW="1158098" imgH="19046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19400"/>
                        <a:ext cx="38131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00" name="Object 16"/>
          <p:cNvGraphicFramePr>
            <a:graphicFrameLocks noChangeAspect="1"/>
          </p:cNvGraphicFramePr>
          <p:nvPr/>
        </p:nvGraphicFramePr>
        <p:xfrm>
          <a:off x="2039938" y="5181600"/>
          <a:ext cx="58959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6" name="公式" r:id="rId13" imgW="2118431" imgH="358030" progId="Equation.3">
                  <p:embed/>
                </p:oleObj>
              </mc:Choice>
              <mc:Fallback>
                <p:oleObj name="公式" r:id="rId13" imgW="2118431" imgH="3580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5181600"/>
                        <a:ext cx="58959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1" name="AutoShape 17"/>
          <p:cNvSpPr>
            <a:spLocks noChangeArrowheads="1"/>
          </p:cNvSpPr>
          <p:nvPr/>
        </p:nvSpPr>
        <p:spPr bwMode="auto">
          <a:xfrm>
            <a:off x="304800" y="5257800"/>
            <a:ext cx="1295400" cy="457200"/>
          </a:xfrm>
          <a:prstGeom prst="notched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98002" name="Line 18"/>
          <p:cNvSpPr>
            <a:spLocks noChangeShapeType="1"/>
          </p:cNvSpPr>
          <p:nvPr/>
        </p:nvSpPr>
        <p:spPr bwMode="auto">
          <a:xfrm flipH="1" flipV="1">
            <a:off x="4191000" y="0"/>
            <a:ext cx="0" cy="9144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右箭头 1"/>
          <p:cNvSpPr/>
          <p:nvPr/>
        </p:nvSpPr>
        <p:spPr bwMode="auto">
          <a:xfrm rot="6920176">
            <a:off x="6012160" y="914400"/>
            <a:ext cx="504056" cy="3048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Line 1027"/>
          <p:cNvSpPr>
            <a:spLocks noChangeShapeType="1"/>
          </p:cNvSpPr>
          <p:nvPr/>
        </p:nvSpPr>
        <p:spPr bwMode="auto">
          <a:xfrm flipH="1" flipV="1">
            <a:off x="2819400" y="2895600"/>
            <a:ext cx="6324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4852" name="Object 1028"/>
          <p:cNvGraphicFramePr>
            <a:graphicFrameLocks noChangeAspect="1"/>
          </p:cNvGraphicFramePr>
          <p:nvPr/>
        </p:nvGraphicFramePr>
        <p:xfrm>
          <a:off x="1066800" y="304800"/>
          <a:ext cx="60198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2" name="公式" r:id="rId3" imgW="2110775" imgH="358030" progId="Equation.3">
                  <p:embed/>
                </p:oleObj>
              </mc:Choice>
              <mc:Fallback>
                <p:oleObj name="公式" r:id="rId3" imgW="2110775" imgH="35803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4800"/>
                        <a:ext cx="60198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3" name="Object 1029"/>
          <p:cNvGraphicFramePr>
            <a:graphicFrameLocks noChangeAspect="1"/>
          </p:cNvGraphicFramePr>
          <p:nvPr/>
        </p:nvGraphicFramePr>
        <p:xfrm>
          <a:off x="1219200" y="1600200"/>
          <a:ext cx="613251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3" name="公式" r:id="rId5" imgW="2118431" imgH="358030" progId="Equation.3">
                  <p:embed/>
                </p:oleObj>
              </mc:Choice>
              <mc:Fallback>
                <p:oleObj name="公式" r:id="rId5" imgW="2118431" imgH="35803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00200"/>
                        <a:ext cx="613251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4" name="AutoShape 1030"/>
          <p:cNvSpPr>
            <a:spLocks noChangeArrowheads="1"/>
          </p:cNvSpPr>
          <p:nvPr/>
        </p:nvSpPr>
        <p:spPr bwMode="auto">
          <a:xfrm>
            <a:off x="0" y="4800600"/>
            <a:ext cx="838200" cy="457200"/>
          </a:xfrm>
          <a:prstGeom prst="notchedRightArrow">
            <a:avLst>
              <a:gd name="adj1" fmla="val 50000"/>
              <a:gd name="adj2" fmla="val 458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34855" name="Object 1031"/>
          <p:cNvGraphicFramePr>
            <a:graphicFrameLocks noChangeAspect="1"/>
          </p:cNvGraphicFramePr>
          <p:nvPr/>
        </p:nvGraphicFramePr>
        <p:xfrm>
          <a:off x="1371600" y="3276600"/>
          <a:ext cx="4038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4" name="公式" r:id="rId7" imgW="1539169" imgH="175197" progId="Equation.3">
                  <p:embed/>
                </p:oleObj>
              </mc:Choice>
              <mc:Fallback>
                <p:oleObj name="公式" r:id="rId7" imgW="1539169" imgH="175197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276600"/>
                        <a:ext cx="4038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7" name="Object 1033"/>
          <p:cNvGraphicFramePr>
            <a:graphicFrameLocks noChangeAspect="1"/>
          </p:cNvGraphicFramePr>
          <p:nvPr/>
        </p:nvGraphicFramePr>
        <p:xfrm>
          <a:off x="1219200" y="4419600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5" name="公式" r:id="rId9" imgW="2766166" imgH="358030" progId="Equation.3">
                  <p:embed/>
                </p:oleObj>
              </mc:Choice>
              <mc:Fallback>
                <p:oleObj name="公式" r:id="rId9" imgW="2766166" imgH="35803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19600"/>
                        <a:ext cx="7664450" cy="10810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2" name="Line 4"/>
          <p:cNvSpPr>
            <a:spLocks noChangeShapeType="1"/>
          </p:cNvSpPr>
          <p:nvPr/>
        </p:nvSpPr>
        <p:spPr bwMode="auto">
          <a:xfrm flipH="1" flipV="1">
            <a:off x="5715000" y="4267200"/>
            <a:ext cx="3429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9022" name="Line 14"/>
          <p:cNvSpPr>
            <a:spLocks noChangeShapeType="1"/>
          </p:cNvSpPr>
          <p:nvPr/>
        </p:nvSpPr>
        <p:spPr bwMode="auto">
          <a:xfrm flipH="1" flipV="1">
            <a:off x="0" y="1676400"/>
            <a:ext cx="914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9023" name="Object 15"/>
          <p:cNvGraphicFramePr>
            <a:graphicFrameLocks noChangeAspect="1"/>
          </p:cNvGraphicFramePr>
          <p:nvPr/>
        </p:nvGraphicFramePr>
        <p:xfrm>
          <a:off x="1143000" y="304800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0" name="公式" r:id="rId3" imgW="2766166" imgH="358030" progId="Equation.3">
                  <p:embed/>
                </p:oleObj>
              </mc:Choice>
              <mc:Fallback>
                <p:oleObj name="公式" r:id="rId3" imgW="2766166" imgH="3580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04800"/>
                        <a:ext cx="76644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26" name="Object 18"/>
          <p:cNvGraphicFramePr>
            <a:graphicFrameLocks noChangeAspect="1"/>
          </p:cNvGraphicFramePr>
          <p:nvPr/>
        </p:nvGraphicFramePr>
        <p:xfrm>
          <a:off x="3124200" y="17526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1" name="公式" r:id="rId5" imgW="822960" imgH="205740" progId="Equation.3">
                  <p:embed/>
                </p:oleObj>
              </mc:Choice>
              <mc:Fallback>
                <p:oleObj name="公式" r:id="rId5" imgW="822960" imgH="2057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27" name="Object 19"/>
          <p:cNvGraphicFramePr>
            <a:graphicFrameLocks noChangeAspect="1"/>
          </p:cNvGraphicFramePr>
          <p:nvPr/>
        </p:nvGraphicFramePr>
        <p:xfrm>
          <a:off x="3124200" y="2590800"/>
          <a:ext cx="410368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2" name="公式" r:id="rId7" imgW="1371600" imgH="472566" progId="Equation.3">
                  <p:embed/>
                </p:oleObj>
              </mc:Choice>
              <mc:Fallback>
                <p:oleObj name="公式" r:id="rId7" imgW="1371600" imgH="47256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90800"/>
                        <a:ext cx="410368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29" name="Rectangle 21"/>
          <p:cNvSpPr>
            <a:spLocks noChangeArrowheads="1"/>
          </p:cNvSpPr>
          <p:nvPr/>
        </p:nvSpPr>
        <p:spPr bwMode="auto">
          <a:xfrm>
            <a:off x="533400" y="1981200"/>
            <a:ext cx="1752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例：求定解问题</a:t>
            </a:r>
          </a:p>
        </p:txBody>
      </p:sp>
      <p:graphicFrame>
        <p:nvGraphicFramePr>
          <p:cNvPr id="299030" name="Object 22"/>
          <p:cNvGraphicFramePr>
            <a:graphicFrameLocks noChangeAspect="1"/>
          </p:cNvGraphicFramePr>
          <p:nvPr/>
        </p:nvGraphicFramePr>
        <p:xfrm>
          <a:off x="715963" y="4495800"/>
          <a:ext cx="842803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3" name="公式" r:id="rId9" imgW="3048142" imgH="358030" progId="Equation.3">
                  <p:embed/>
                </p:oleObj>
              </mc:Choice>
              <mc:Fallback>
                <p:oleObj name="公式" r:id="rId9" imgW="3048142" imgH="3580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4495800"/>
                        <a:ext cx="8428037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31" name="Object 23"/>
          <p:cNvGraphicFramePr>
            <a:graphicFrameLocks noChangeAspect="1"/>
          </p:cNvGraphicFramePr>
          <p:nvPr/>
        </p:nvGraphicFramePr>
        <p:xfrm>
          <a:off x="1828800" y="5715000"/>
          <a:ext cx="29829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4" name="公式" r:id="rId11" imgW="1051773" imgH="137019" progId="Equation.3">
                  <p:embed/>
                </p:oleObj>
              </mc:Choice>
              <mc:Fallback>
                <p:oleObj name="公式" r:id="rId11" imgW="1051773" imgH="1370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715000"/>
                        <a:ext cx="29829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2"/>
          <p:cNvSpPr>
            <a:spLocks noChangeShapeType="1"/>
          </p:cNvSpPr>
          <p:nvPr/>
        </p:nvSpPr>
        <p:spPr bwMode="auto">
          <a:xfrm>
            <a:off x="0" y="1295400"/>
            <a:ext cx="93027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 flipV="1">
            <a:off x="914400" y="838200"/>
            <a:ext cx="620713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8" name="Line 4"/>
          <p:cNvSpPr>
            <a:spLocks noChangeShapeType="1"/>
          </p:cNvSpPr>
          <p:nvPr/>
        </p:nvSpPr>
        <p:spPr bwMode="auto">
          <a:xfrm flipH="1" flipV="1">
            <a:off x="1524000" y="838200"/>
            <a:ext cx="542925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>
            <a:off x="2057400" y="1295400"/>
            <a:ext cx="131762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990600" y="1295400"/>
            <a:ext cx="10080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1" name="Line 7"/>
          <p:cNvSpPr>
            <a:spLocks noChangeShapeType="1"/>
          </p:cNvSpPr>
          <p:nvPr/>
        </p:nvSpPr>
        <p:spPr bwMode="auto">
          <a:xfrm flipV="1">
            <a:off x="1524000" y="228600"/>
            <a:ext cx="1588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1447800" y="1219200"/>
            <a:ext cx="155575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685800" y="1219200"/>
          <a:ext cx="4476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7" name="公式" r:id="rId3" imgW="114406" imgH="175197" progId="Equation.3">
                  <p:embed/>
                </p:oleObj>
              </mc:Choice>
              <mc:Fallback>
                <p:oleObj name="公式" r:id="rId3" imgW="114406" imgH="17519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4476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2133600" y="1219200"/>
          <a:ext cx="4841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8" name="公式" r:id="rId5" imgW="129717" imgH="175197" progId="Equation.3">
                  <p:embed/>
                </p:oleObj>
              </mc:Choice>
              <mc:Fallback>
                <p:oleObj name="公式" r:id="rId5" imgW="129717" imgH="17519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4841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Freeform 11"/>
          <p:cNvSpPr>
            <a:spLocks/>
          </p:cNvSpPr>
          <p:nvPr/>
        </p:nvSpPr>
        <p:spPr bwMode="auto">
          <a:xfrm>
            <a:off x="1600200" y="1371600"/>
            <a:ext cx="762000" cy="838200"/>
          </a:xfrm>
          <a:custGeom>
            <a:avLst/>
            <a:gdLst>
              <a:gd name="T0" fmla="*/ 2147483646 w 472"/>
              <a:gd name="T1" fmla="*/ 2147483646 h 528"/>
              <a:gd name="T2" fmla="*/ 2147483646 w 472"/>
              <a:gd name="T3" fmla="*/ 2147483646 h 528"/>
              <a:gd name="T4" fmla="*/ 2147483646 w 472"/>
              <a:gd name="T5" fmla="*/ 2147483646 h 528"/>
              <a:gd name="T6" fmla="*/ 2147483646 w 472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72" h="528">
                <a:moveTo>
                  <a:pt x="472" y="528"/>
                </a:moveTo>
                <a:cubicBezTo>
                  <a:pt x="276" y="512"/>
                  <a:pt x="80" y="496"/>
                  <a:pt x="40" y="432"/>
                </a:cubicBezTo>
                <a:cubicBezTo>
                  <a:pt x="0" y="368"/>
                  <a:pt x="232" y="216"/>
                  <a:pt x="232" y="144"/>
                </a:cubicBezTo>
                <a:cubicBezTo>
                  <a:pt x="232" y="72"/>
                  <a:pt x="136" y="36"/>
                  <a:pt x="4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2362200" y="1905000"/>
          <a:ext cx="12731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9" name="公式" r:id="rId7" imgW="396382" imgH="175197" progId="Equation.3">
                  <p:embed/>
                </p:oleObj>
              </mc:Choice>
              <mc:Fallback>
                <p:oleObj name="公式" r:id="rId7" imgW="396382" imgH="17519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905000"/>
                        <a:ext cx="12731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4"/>
          <p:cNvGraphicFramePr>
            <a:graphicFrameLocks noChangeAspect="1"/>
          </p:cNvGraphicFramePr>
          <p:nvPr/>
        </p:nvGraphicFramePr>
        <p:xfrm>
          <a:off x="1676400" y="361950"/>
          <a:ext cx="48418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0" name="公式" r:id="rId9" imgW="129717" imgH="190469" progId="Equation.3">
                  <p:embed/>
                </p:oleObj>
              </mc:Choice>
              <mc:Fallback>
                <p:oleObj name="公式" r:id="rId9" imgW="129717" imgH="19046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61950"/>
                        <a:ext cx="484188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5"/>
          <p:cNvGraphicFramePr>
            <a:graphicFrameLocks noChangeAspect="1"/>
          </p:cNvGraphicFramePr>
          <p:nvPr/>
        </p:nvGraphicFramePr>
        <p:xfrm>
          <a:off x="457200" y="0"/>
          <a:ext cx="9763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1" name="公式" r:id="rId11" imgW="289631" imgH="167561" progId="Equation.3">
                  <p:embed/>
                </p:oleObj>
              </mc:Choice>
              <mc:Fallback>
                <p:oleObj name="公式" r:id="rId11" imgW="289631" imgH="16756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0"/>
                        <a:ext cx="9763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Line 16"/>
          <p:cNvSpPr>
            <a:spLocks noChangeShapeType="1"/>
          </p:cNvSpPr>
          <p:nvPr/>
        </p:nvSpPr>
        <p:spPr bwMode="auto">
          <a:xfrm flipV="1">
            <a:off x="3657600" y="0"/>
            <a:ext cx="0" cy="26670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0" name="Line 17"/>
          <p:cNvSpPr>
            <a:spLocks noChangeShapeType="1"/>
          </p:cNvSpPr>
          <p:nvPr/>
        </p:nvSpPr>
        <p:spPr bwMode="auto">
          <a:xfrm flipH="1" flipV="1">
            <a:off x="0" y="2667000"/>
            <a:ext cx="36576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241" name="Object 18"/>
          <p:cNvGraphicFramePr>
            <a:graphicFrameLocks noChangeAspect="1"/>
          </p:cNvGraphicFramePr>
          <p:nvPr/>
        </p:nvGraphicFramePr>
        <p:xfrm>
          <a:off x="4191000" y="9906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2" name="公式" r:id="rId13" imgW="822960" imgH="205740" progId="Equation.3">
                  <p:embed/>
                </p:oleObj>
              </mc:Choice>
              <mc:Fallback>
                <p:oleObj name="公式" r:id="rId13" imgW="822960" imgH="2057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9906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19"/>
          <p:cNvGraphicFramePr>
            <a:graphicFrameLocks noChangeAspect="1"/>
          </p:cNvGraphicFramePr>
          <p:nvPr/>
        </p:nvGraphicFramePr>
        <p:xfrm>
          <a:off x="4191000" y="1828800"/>
          <a:ext cx="24399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3" name="公式" r:id="rId15" imgW="799994" imgH="213376" progId="Equation.3">
                  <p:embed/>
                </p:oleObj>
              </mc:Choice>
              <mc:Fallback>
                <p:oleObj name="公式" r:id="rId15" imgW="799994" imgH="21337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828800"/>
                        <a:ext cx="24399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3" name="Rectangle 20"/>
          <p:cNvSpPr>
            <a:spLocks noChangeArrowheads="1"/>
          </p:cNvSpPr>
          <p:nvPr/>
        </p:nvSpPr>
        <p:spPr bwMode="auto">
          <a:xfrm>
            <a:off x="4114800" y="2286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例：求定解问题</a:t>
            </a:r>
          </a:p>
        </p:txBody>
      </p:sp>
      <p:graphicFrame>
        <p:nvGraphicFramePr>
          <p:cNvPr id="52244" name="Object 21"/>
          <p:cNvGraphicFramePr>
            <a:graphicFrameLocks noChangeAspect="1"/>
          </p:cNvGraphicFramePr>
          <p:nvPr/>
        </p:nvGraphicFramePr>
        <p:xfrm>
          <a:off x="0" y="3657600"/>
          <a:ext cx="28194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4" name="公式" r:id="rId17" imgW="1081969" imgH="213376" progId="Equation.3">
                  <p:embed/>
                </p:oleObj>
              </mc:Choice>
              <mc:Fallback>
                <p:oleObj name="公式" r:id="rId17" imgW="1081969" imgH="21337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57600"/>
                        <a:ext cx="28194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5" name="AutoShape 22"/>
          <p:cNvSpPr>
            <a:spLocks/>
          </p:cNvSpPr>
          <p:nvPr/>
        </p:nvSpPr>
        <p:spPr bwMode="auto">
          <a:xfrm>
            <a:off x="2971800" y="3048000"/>
            <a:ext cx="685800" cy="20574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52246" name="Object 23"/>
          <p:cNvGraphicFramePr>
            <a:graphicFrameLocks noChangeAspect="1"/>
          </p:cNvGraphicFramePr>
          <p:nvPr/>
        </p:nvGraphicFramePr>
        <p:xfrm>
          <a:off x="3810000" y="2590800"/>
          <a:ext cx="20383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5" name="公式" r:id="rId19" imgW="663046" imgH="396209" progId="Equation.3">
                  <p:embed/>
                </p:oleObj>
              </mc:Choice>
              <mc:Fallback>
                <p:oleObj name="公式" r:id="rId19" imgW="663046" imgH="39620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90800"/>
                        <a:ext cx="20383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7" name="Object 25"/>
          <p:cNvGraphicFramePr>
            <a:graphicFrameLocks noChangeAspect="1"/>
          </p:cNvGraphicFramePr>
          <p:nvPr/>
        </p:nvGraphicFramePr>
        <p:xfrm>
          <a:off x="3810000" y="3733800"/>
          <a:ext cx="20383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6" name="公式" r:id="rId21" imgW="663046" imgH="396209" progId="Equation.3">
                  <p:embed/>
                </p:oleObj>
              </mc:Choice>
              <mc:Fallback>
                <p:oleObj name="公式" r:id="rId21" imgW="663046" imgH="39620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33800"/>
                        <a:ext cx="20383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8" name="Object 26"/>
          <p:cNvGraphicFramePr>
            <a:graphicFrameLocks noChangeAspect="1"/>
          </p:cNvGraphicFramePr>
          <p:nvPr/>
        </p:nvGraphicFramePr>
        <p:xfrm>
          <a:off x="4191000" y="5029200"/>
          <a:ext cx="3651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7" name="公式" r:id="rId23" imgW="91440" imgH="137019" progId="Equation.3">
                  <p:embed/>
                </p:oleObj>
              </mc:Choice>
              <mc:Fallback>
                <p:oleObj name="公式" r:id="rId23" imgW="91440" imgH="137019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029200"/>
                        <a:ext cx="3651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9" name="Object 27"/>
          <p:cNvGraphicFramePr>
            <a:graphicFrameLocks noChangeAspect="1"/>
          </p:cNvGraphicFramePr>
          <p:nvPr/>
        </p:nvGraphicFramePr>
        <p:xfrm>
          <a:off x="6477000" y="2667000"/>
          <a:ext cx="23590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8" name="公式" r:id="rId25" imgW="929711" imgH="358030" progId="Equation.3">
                  <p:embed/>
                </p:oleObj>
              </mc:Choice>
              <mc:Fallback>
                <p:oleObj name="公式" r:id="rId25" imgW="929711" imgH="3580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667000"/>
                        <a:ext cx="23590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0" name="Object 28"/>
          <p:cNvGraphicFramePr>
            <a:graphicFrameLocks noChangeAspect="1"/>
          </p:cNvGraphicFramePr>
          <p:nvPr/>
        </p:nvGraphicFramePr>
        <p:xfrm>
          <a:off x="6477000" y="3810000"/>
          <a:ext cx="23590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9" name="公式" r:id="rId27" imgW="929711" imgH="358030" progId="Equation.3">
                  <p:embed/>
                </p:oleObj>
              </mc:Choice>
              <mc:Fallback>
                <p:oleObj name="公式" r:id="rId27" imgW="929711" imgH="3580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810000"/>
                        <a:ext cx="23590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1" name="Object 29"/>
          <p:cNvGraphicFramePr>
            <a:graphicFrameLocks noChangeAspect="1"/>
          </p:cNvGraphicFramePr>
          <p:nvPr/>
        </p:nvGraphicFramePr>
        <p:xfrm>
          <a:off x="6599238" y="4945063"/>
          <a:ext cx="226536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0" name="公式" r:id="rId29" imgW="891434" imgH="175197" progId="Equation.3">
                  <p:embed/>
                </p:oleObj>
              </mc:Choice>
              <mc:Fallback>
                <p:oleObj name="公式" r:id="rId29" imgW="891434" imgH="17519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4945063"/>
                        <a:ext cx="226536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62" name="Object 30"/>
          <p:cNvGraphicFramePr>
            <a:graphicFrameLocks noChangeAspect="1"/>
          </p:cNvGraphicFramePr>
          <p:nvPr/>
        </p:nvGraphicFramePr>
        <p:xfrm>
          <a:off x="990600" y="5562600"/>
          <a:ext cx="54451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1" name="公式" r:id="rId31" imgW="1958517" imgH="358030" progId="Equation.3">
                  <p:embed/>
                </p:oleObj>
              </mc:Choice>
              <mc:Fallback>
                <p:oleObj name="公式" r:id="rId31" imgW="1958517" imgH="35803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562600"/>
                        <a:ext cx="54451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3" name="Line 31"/>
          <p:cNvSpPr>
            <a:spLocks noChangeShapeType="1"/>
          </p:cNvSpPr>
          <p:nvPr/>
        </p:nvSpPr>
        <p:spPr bwMode="auto">
          <a:xfrm flipH="1" flipV="1">
            <a:off x="2514600" y="5562600"/>
            <a:ext cx="6629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54" name="Rectangle 20"/>
          <p:cNvSpPr>
            <a:spLocks noChangeArrowheads="1"/>
          </p:cNvSpPr>
          <p:nvPr/>
        </p:nvSpPr>
        <p:spPr bwMode="auto">
          <a:xfrm>
            <a:off x="7092950" y="19192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初速度为零</a:t>
            </a: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116" name="Group 60"/>
          <p:cNvGrpSpPr>
            <a:grpSpLocks/>
          </p:cNvGrpSpPr>
          <p:nvPr/>
        </p:nvGrpSpPr>
        <p:grpSpPr bwMode="auto">
          <a:xfrm>
            <a:off x="2438400" y="1143000"/>
            <a:ext cx="3375025" cy="1828800"/>
            <a:chOff x="1536" y="720"/>
            <a:chExt cx="2126" cy="1152"/>
          </a:xfrm>
        </p:grpSpPr>
        <p:grpSp>
          <p:nvGrpSpPr>
            <p:cNvPr id="53295" name="Group 29"/>
            <p:cNvGrpSpPr>
              <a:grpSpLocks/>
            </p:cNvGrpSpPr>
            <p:nvPr/>
          </p:nvGrpSpPr>
          <p:grpSpPr bwMode="auto">
            <a:xfrm>
              <a:off x="1536" y="1104"/>
              <a:ext cx="2126" cy="289"/>
              <a:chOff x="1536" y="1344"/>
              <a:chExt cx="2126" cy="289"/>
            </a:xfrm>
          </p:grpSpPr>
          <p:sp>
            <p:nvSpPr>
              <p:cNvPr id="53302" name="Line 2"/>
              <p:cNvSpPr>
                <a:spLocks noChangeShapeType="1"/>
              </p:cNvSpPr>
              <p:nvPr/>
            </p:nvSpPr>
            <p:spPr bwMode="auto">
              <a:xfrm>
                <a:off x="1536" y="1632"/>
                <a:ext cx="58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3" name="Line 3"/>
              <p:cNvSpPr>
                <a:spLocks noChangeShapeType="1"/>
              </p:cNvSpPr>
              <p:nvPr/>
            </p:nvSpPr>
            <p:spPr bwMode="auto">
              <a:xfrm flipV="1">
                <a:off x="2112" y="1344"/>
                <a:ext cx="39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4" name="Line 4"/>
              <p:cNvSpPr>
                <a:spLocks noChangeShapeType="1"/>
              </p:cNvSpPr>
              <p:nvPr/>
            </p:nvSpPr>
            <p:spPr bwMode="auto">
              <a:xfrm flipH="1" flipV="1">
                <a:off x="2496" y="1344"/>
                <a:ext cx="342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5" name="Line 5"/>
              <p:cNvSpPr>
                <a:spLocks noChangeShapeType="1"/>
              </p:cNvSpPr>
              <p:nvPr/>
            </p:nvSpPr>
            <p:spPr bwMode="auto">
              <a:xfrm>
                <a:off x="2832" y="1632"/>
                <a:ext cx="8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296" name="Line 6"/>
            <p:cNvSpPr>
              <a:spLocks noChangeShapeType="1"/>
            </p:cNvSpPr>
            <p:nvPr/>
          </p:nvSpPr>
          <p:spPr bwMode="auto">
            <a:xfrm>
              <a:off x="2160" y="1392"/>
              <a:ext cx="6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7" name="Line 7"/>
            <p:cNvSpPr>
              <a:spLocks noChangeShapeType="1"/>
            </p:cNvSpPr>
            <p:nvPr/>
          </p:nvSpPr>
          <p:spPr bwMode="auto">
            <a:xfrm flipV="1">
              <a:off x="2496" y="720"/>
              <a:ext cx="1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8" name="Oval 8"/>
            <p:cNvSpPr>
              <a:spLocks noChangeArrowheads="1"/>
            </p:cNvSpPr>
            <p:nvPr/>
          </p:nvSpPr>
          <p:spPr bwMode="auto">
            <a:xfrm>
              <a:off x="2448" y="1344"/>
              <a:ext cx="98" cy="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53299" name="Object 9"/>
            <p:cNvGraphicFramePr>
              <a:graphicFrameLocks noChangeAspect="1"/>
            </p:cNvGraphicFramePr>
            <p:nvPr/>
          </p:nvGraphicFramePr>
          <p:xfrm>
            <a:off x="1968" y="1344"/>
            <a:ext cx="28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08" name="公式" r:id="rId3" imgW="114406" imgH="175197" progId="Equation.3">
                    <p:embed/>
                  </p:oleObj>
                </mc:Choice>
                <mc:Fallback>
                  <p:oleObj name="公式" r:id="rId3" imgW="114406" imgH="17519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344"/>
                          <a:ext cx="28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00" name="Object 10"/>
            <p:cNvGraphicFramePr>
              <a:graphicFrameLocks noChangeAspect="1"/>
            </p:cNvGraphicFramePr>
            <p:nvPr/>
          </p:nvGraphicFramePr>
          <p:xfrm>
            <a:off x="2880" y="1344"/>
            <a:ext cx="30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09" name="公式" r:id="rId5" imgW="129717" imgH="175197" progId="Equation.3">
                    <p:embed/>
                  </p:oleObj>
                </mc:Choice>
                <mc:Fallback>
                  <p:oleObj name="公式" r:id="rId5" imgW="129717" imgH="175197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344"/>
                          <a:ext cx="30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01" name="Object 13"/>
            <p:cNvGraphicFramePr>
              <a:graphicFrameLocks noChangeAspect="1"/>
            </p:cNvGraphicFramePr>
            <p:nvPr/>
          </p:nvGraphicFramePr>
          <p:xfrm>
            <a:off x="2592" y="804"/>
            <a:ext cx="30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10" name="公式" r:id="rId7" imgW="129717" imgH="190469" progId="Equation.3">
                    <p:embed/>
                  </p:oleObj>
                </mc:Choice>
                <mc:Fallback>
                  <p:oleObj name="公式" r:id="rId7" imgW="129717" imgH="19046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804"/>
                          <a:ext cx="30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72" name="Line 16"/>
          <p:cNvSpPr>
            <a:spLocks noChangeShapeType="1"/>
          </p:cNvSpPr>
          <p:nvPr/>
        </p:nvSpPr>
        <p:spPr bwMode="auto">
          <a:xfrm flipH="1" flipV="1">
            <a:off x="6858000" y="3124200"/>
            <a:ext cx="2286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1084" name="Object 28"/>
          <p:cNvGraphicFramePr>
            <a:graphicFrameLocks noChangeAspect="1"/>
          </p:cNvGraphicFramePr>
          <p:nvPr/>
        </p:nvGraphicFramePr>
        <p:xfrm>
          <a:off x="762000" y="0"/>
          <a:ext cx="54451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1" name="公式" r:id="rId9" imgW="1958517" imgH="358030" progId="Equation.3">
                  <p:embed/>
                </p:oleObj>
              </mc:Choice>
              <mc:Fallback>
                <p:oleObj name="公式" r:id="rId9" imgW="1958517" imgH="3580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0"/>
                        <a:ext cx="54451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117" name="Object 61"/>
          <p:cNvGraphicFramePr>
            <a:graphicFrameLocks noChangeAspect="1"/>
          </p:cNvGraphicFramePr>
          <p:nvPr/>
        </p:nvGraphicFramePr>
        <p:xfrm>
          <a:off x="7010400" y="1981200"/>
          <a:ext cx="8620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2" name="公式" r:id="rId11" imgW="281975" imgH="137019" progId="Equation.3">
                  <p:embed/>
                </p:oleObj>
              </mc:Choice>
              <mc:Fallback>
                <p:oleObj name="公式" r:id="rId11" imgW="281975" imgH="137019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981200"/>
                        <a:ext cx="8620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118" name="Object 62"/>
          <p:cNvGraphicFramePr>
            <a:graphicFrameLocks noChangeAspect="1"/>
          </p:cNvGraphicFramePr>
          <p:nvPr/>
        </p:nvGraphicFramePr>
        <p:xfrm>
          <a:off x="7086600" y="3886200"/>
          <a:ext cx="8620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3" name="公式" r:id="rId13" imgW="281975" imgH="175197" progId="Equation.3">
                  <p:embed/>
                </p:oleObj>
              </mc:Choice>
              <mc:Fallback>
                <p:oleObj name="公式" r:id="rId13" imgW="281975" imgH="175197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886200"/>
                        <a:ext cx="8620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119" name="Line 63"/>
          <p:cNvSpPr>
            <a:spLocks noChangeShapeType="1"/>
          </p:cNvSpPr>
          <p:nvPr/>
        </p:nvSpPr>
        <p:spPr bwMode="auto">
          <a:xfrm flipH="1" flipV="1">
            <a:off x="6858000" y="4724400"/>
            <a:ext cx="2286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1120" name="Object 64"/>
          <p:cNvGraphicFramePr>
            <a:graphicFrameLocks noChangeAspect="1"/>
          </p:cNvGraphicFramePr>
          <p:nvPr/>
        </p:nvGraphicFramePr>
        <p:xfrm>
          <a:off x="7129463" y="5334000"/>
          <a:ext cx="9302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4" name="公式" r:id="rId15" imgW="304942" imgH="175197" progId="Equation.3">
                  <p:embed/>
                </p:oleObj>
              </mc:Choice>
              <mc:Fallback>
                <p:oleObj name="公式" r:id="rId15" imgW="304942" imgH="175197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5334000"/>
                        <a:ext cx="9302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1128" name="Group 72"/>
          <p:cNvGrpSpPr>
            <a:grpSpLocks/>
          </p:cNvGrpSpPr>
          <p:nvPr/>
        </p:nvGrpSpPr>
        <p:grpSpPr bwMode="auto">
          <a:xfrm>
            <a:off x="2209800" y="3276600"/>
            <a:ext cx="3832225" cy="1828800"/>
            <a:chOff x="1392" y="2064"/>
            <a:chExt cx="2414" cy="1152"/>
          </a:xfrm>
        </p:grpSpPr>
        <p:grpSp>
          <p:nvGrpSpPr>
            <p:cNvPr id="53273" name="Group 69"/>
            <p:cNvGrpSpPr>
              <a:grpSpLocks/>
            </p:cNvGrpSpPr>
            <p:nvPr/>
          </p:nvGrpSpPr>
          <p:grpSpPr bwMode="auto">
            <a:xfrm>
              <a:off x="2256" y="2064"/>
              <a:ext cx="635" cy="1152"/>
              <a:chOff x="2256" y="2064"/>
              <a:chExt cx="635" cy="1152"/>
            </a:xfrm>
          </p:grpSpPr>
          <p:sp>
            <p:nvSpPr>
              <p:cNvPr id="53293" name="Line 45"/>
              <p:cNvSpPr>
                <a:spLocks noChangeShapeType="1"/>
              </p:cNvSpPr>
              <p:nvPr/>
            </p:nvSpPr>
            <p:spPr bwMode="auto">
              <a:xfrm>
                <a:off x="2256" y="2784"/>
                <a:ext cx="63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4" name="Line 46"/>
              <p:cNvSpPr>
                <a:spLocks noChangeShapeType="1"/>
              </p:cNvSpPr>
              <p:nvPr/>
            </p:nvSpPr>
            <p:spPr bwMode="auto">
              <a:xfrm flipV="1">
                <a:off x="2496" y="2064"/>
                <a:ext cx="1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3274" name="Group 70"/>
            <p:cNvGrpSpPr>
              <a:grpSpLocks/>
            </p:cNvGrpSpPr>
            <p:nvPr/>
          </p:nvGrpSpPr>
          <p:grpSpPr bwMode="auto">
            <a:xfrm>
              <a:off x="1392" y="2352"/>
              <a:ext cx="2414" cy="433"/>
              <a:chOff x="1392" y="2352"/>
              <a:chExt cx="2414" cy="433"/>
            </a:xfrm>
          </p:grpSpPr>
          <p:grpSp>
            <p:nvGrpSpPr>
              <p:cNvPr id="53275" name="Group 30"/>
              <p:cNvGrpSpPr>
                <a:grpSpLocks/>
              </p:cNvGrpSpPr>
              <p:nvPr/>
            </p:nvGrpSpPr>
            <p:grpSpPr bwMode="auto">
              <a:xfrm>
                <a:off x="1392" y="2496"/>
                <a:ext cx="2126" cy="289"/>
                <a:chOff x="1536" y="1344"/>
                <a:chExt cx="2126" cy="289"/>
              </a:xfrm>
            </p:grpSpPr>
            <p:sp>
              <p:nvSpPr>
                <p:cNvPr id="53289" name="Line 31"/>
                <p:cNvSpPr>
                  <a:spLocks noChangeShapeType="1"/>
                </p:cNvSpPr>
                <p:nvPr/>
              </p:nvSpPr>
              <p:spPr bwMode="auto">
                <a:xfrm>
                  <a:off x="1536" y="1632"/>
                  <a:ext cx="586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9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112" y="1344"/>
                  <a:ext cx="391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91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2496" y="1344"/>
                  <a:ext cx="34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92" name="Line 34"/>
                <p:cNvSpPr>
                  <a:spLocks noChangeShapeType="1"/>
                </p:cNvSpPr>
                <p:nvPr/>
              </p:nvSpPr>
              <p:spPr bwMode="auto">
                <a:xfrm>
                  <a:off x="2832" y="1632"/>
                  <a:ext cx="830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76" name="Group 35"/>
              <p:cNvGrpSpPr>
                <a:grpSpLocks/>
              </p:cNvGrpSpPr>
              <p:nvPr/>
            </p:nvGrpSpPr>
            <p:grpSpPr bwMode="auto">
              <a:xfrm>
                <a:off x="1680" y="2496"/>
                <a:ext cx="2126" cy="289"/>
                <a:chOff x="1536" y="1344"/>
                <a:chExt cx="2126" cy="289"/>
              </a:xfrm>
            </p:grpSpPr>
            <p:sp>
              <p:nvSpPr>
                <p:cNvPr id="53285" name="Line 36"/>
                <p:cNvSpPr>
                  <a:spLocks noChangeShapeType="1"/>
                </p:cNvSpPr>
                <p:nvPr/>
              </p:nvSpPr>
              <p:spPr bwMode="auto">
                <a:xfrm>
                  <a:off x="1536" y="1632"/>
                  <a:ext cx="586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6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2112" y="1344"/>
                  <a:ext cx="391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7" name="Line 38"/>
                <p:cNvSpPr>
                  <a:spLocks noChangeShapeType="1"/>
                </p:cNvSpPr>
                <p:nvPr/>
              </p:nvSpPr>
              <p:spPr bwMode="auto">
                <a:xfrm flipH="1" flipV="1">
                  <a:off x="2496" y="1344"/>
                  <a:ext cx="34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8" name="Line 39"/>
                <p:cNvSpPr>
                  <a:spLocks noChangeShapeType="1"/>
                </p:cNvSpPr>
                <p:nvPr/>
              </p:nvSpPr>
              <p:spPr bwMode="auto">
                <a:xfrm>
                  <a:off x="2832" y="1632"/>
                  <a:ext cx="830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77" name="Group 59"/>
              <p:cNvGrpSpPr>
                <a:grpSpLocks/>
              </p:cNvGrpSpPr>
              <p:nvPr/>
            </p:nvGrpSpPr>
            <p:grpSpPr bwMode="auto">
              <a:xfrm>
                <a:off x="1968" y="2352"/>
                <a:ext cx="1008" cy="432"/>
                <a:chOff x="2256" y="2400"/>
                <a:chExt cx="1008" cy="432"/>
              </a:xfrm>
            </p:grpSpPr>
            <p:sp>
              <p:nvSpPr>
                <p:cNvPr id="53280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256" y="2544"/>
                  <a:ext cx="384" cy="288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640" y="2400"/>
                  <a:ext cx="48" cy="14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2" name="Line 56"/>
                <p:cNvSpPr>
                  <a:spLocks noChangeShapeType="1"/>
                </p:cNvSpPr>
                <p:nvPr/>
              </p:nvSpPr>
              <p:spPr bwMode="auto">
                <a:xfrm>
                  <a:off x="2688" y="240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3" name="Line 57"/>
                <p:cNvSpPr>
                  <a:spLocks noChangeShapeType="1"/>
                </p:cNvSpPr>
                <p:nvPr/>
              </p:nvSpPr>
              <p:spPr bwMode="auto">
                <a:xfrm>
                  <a:off x="2880" y="2400"/>
                  <a:ext cx="96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4" name="Line 58"/>
                <p:cNvSpPr>
                  <a:spLocks noChangeShapeType="1"/>
                </p:cNvSpPr>
                <p:nvPr/>
              </p:nvSpPr>
              <p:spPr bwMode="auto">
                <a:xfrm>
                  <a:off x="2928" y="2544"/>
                  <a:ext cx="336" cy="288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278" name="Line 65"/>
              <p:cNvSpPr>
                <a:spLocks noChangeShapeType="1"/>
              </p:cNvSpPr>
              <p:nvPr/>
            </p:nvSpPr>
            <p:spPr bwMode="auto">
              <a:xfrm flipH="1">
                <a:off x="1824" y="240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79" name="Line 6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01127" name="Group 71"/>
          <p:cNvGrpSpPr>
            <a:grpSpLocks/>
          </p:cNvGrpSpPr>
          <p:nvPr/>
        </p:nvGrpSpPr>
        <p:grpSpPr bwMode="auto">
          <a:xfrm>
            <a:off x="1905000" y="5334000"/>
            <a:ext cx="4518025" cy="1295400"/>
            <a:chOff x="1200" y="3360"/>
            <a:chExt cx="2846" cy="816"/>
          </a:xfrm>
        </p:grpSpPr>
        <p:grpSp>
          <p:nvGrpSpPr>
            <p:cNvPr id="53259" name="Group 40"/>
            <p:cNvGrpSpPr>
              <a:grpSpLocks/>
            </p:cNvGrpSpPr>
            <p:nvPr/>
          </p:nvGrpSpPr>
          <p:grpSpPr bwMode="auto">
            <a:xfrm>
              <a:off x="1200" y="3552"/>
              <a:ext cx="2126" cy="289"/>
              <a:chOff x="1536" y="1344"/>
              <a:chExt cx="2126" cy="289"/>
            </a:xfrm>
          </p:grpSpPr>
          <p:sp>
            <p:nvSpPr>
              <p:cNvPr id="53269" name="Line 41"/>
              <p:cNvSpPr>
                <a:spLocks noChangeShapeType="1"/>
              </p:cNvSpPr>
              <p:nvPr/>
            </p:nvSpPr>
            <p:spPr bwMode="auto">
              <a:xfrm>
                <a:off x="1536" y="1632"/>
                <a:ext cx="586" cy="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70" name="Line 42"/>
              <p:cNvSpPr>
                <a:spLocks noChangeShapeType="1"/>
              </p:cNvSpPr>
              <p:nvPr/>
            </p:nvSpPr>
            <p:spPr bwMode="auto">
              <a:xfrm flipV="1">
                <a:off x="2112" y="1344"/>
                <a:ext cx="391" cy="28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71" name="Line 43"/>
              <p:cNvSpPr>
                <a:spLocks noChangeShapeType="1"/>
              </p:cNvSpPr>
              <p:nvPr/>
            </p:nvSpPr>
            <p:spPr bwMode="auto">
              <a:xfrm flipH="1" flipV="1">
                <a:off x="2496" y="1344"/>
                <a:ext cx="342" cy="28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72" name="Line 44"/>
              <p:cNvSpPr>
                <a:spLocks noChangeShapeType="1"/>
              </p:cNvSpPr>
              <p:nvPr/>
            </p:nvSpPr>
            <p:spPr bwMode="auto">
              <a:xfrm>
                <a:off x="2832" y="1632"/>
                <a:ext cx="830" cy="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3260" name="Group 47"/>
            <p:cNvGrpSpPr>
              <a:grpSpLocks/>
            </p:cNvGrpSpPr>
            <p:nvPr/>
          </p:nvGrpSpPr>
          <p:grpSpPr bwMode="auto">
            <a:xfrm>
              <a:off x="1920" y="3552"/>
              <a:ext cx="2126" cy="289"/>
              <a:chOff x="1536" y="1344"/>
              <a:chExt cx="2126" cy="289"/>
            </a:xfrm>
          </p:grpSpPr>
          <p:sp>
            <p:nvSpPr>
              <p:cNvPr id="53265" name="Line 48"/>
              <p:cNvSpPr>
                <a:spLocks noChangeShapeType="1"/>
              </p:cNvSpPr>
              <p:nvPr/>
            </p:nvSpPr>
            <p:spPr bwMode="auto">
              <a:xfrm>
                <a:off x="1536" y="1632"/>
                <a:ext cx="586" cy="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6" name="Line 49"/>
              <p:cNvSpPr>
                <a:spLocks noChangeShapeType="1"/>
              </p:cNvSpPr>
              <p:nvPr/>
            </p:nvSpPr>
            <p:spPr bwMode="auto">
              <a:xfrm flipV="1">
                <a:off x="2112" y="1344"/>
                <a:ext cx="391" cy="28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7" name="Line 50"/>
              <p:cNvSpPr>
                <a:spLocks noChangeShapeType="1"/>
              </p:cNvSpPr>
              <p:nvPr/>
            </p:nvSpPr>
            <p:spPr bwMode="auto">
              <a:xfrm flipH="1" flipV="1">
                <a:off x="2496" y="1344"/>
                <a:ext cx="342" cy="28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8" name="Line 51"/>
              <p:cNvSpPr>
                <a:spLocks noChangeShapeType="1"/>
              </p:cNvSpPr>
              <p:nvPr/>
            </p:nvSpPr>
            <p:spPr bwMode="auto">
              <a:xfrm>
                <a:off x="2832" y="1632"/>
                <a:ext cx="830" cy="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261" name="Line 52"/>
            <p:cNvSpPr>
              <a:spLocks noChangeShapeType="1"/>
            </p:cNvSpPr>
            <p:nvPr/>
          </p:nvSpPr>
          <p:spPr bwMode="auto">
            <a:xfrm>
              <a:off x="1728" y="3840"/>
              <a:ext cx="6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2" name="Line 53"/>
            <p:cNvSpPr>
              <a:spLocks noChangeShapeType="1"/>
            </p:cNvSpPr>
            <p:nvPr/>
          </p:nvSpPr>
          <p:spPr bwMode="auto">
            <a:xfrm flipV="1">
              <a:off x="2496" y="3360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3" name="Line 67"/>
            <p:cNvSpPr>
              <a:spLocks noChangeShapeType="1"/>
            </p:cNvSpPr>
            <p:nvPr/>
          </p:nvSpPr>
          <p:spPr bwMode="auto">
            <a:xfrm>
              <a:off x="2880" y="345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4" name="Line 68"/>
            <p:cNvSpPr>
              <a:spLocks noChangeShapeType="1"/>
            </p:cNvSpPr>
            <p:nvPr/>
          </p:nvSpPr>
          <p:spPr bwMode="auto">
            <a:xfrm flipH="1">
              <a:off x="1920" y="345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16"/>
          <p:cNvSpPr>
            <a:spLocks noChangeShapeType="1"/>
          </p:cNvSpPr>
          <p:nvPr/>
        </p:nvSpPr>
        <p:spPr bwMode="auto">
          <a:xfrm flipH="1">
            <a:off x="0" y="3200400"/>
            <a:ext cx="914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75" name="Object 17"/>
          <p:cNvGraphicFramePr>
            <a:graphicFrameLocks noChangeAspect="1"/>
          </p:cNvGraphicFramePr>
          <p:nvPr/>
        </p:nvGraphicFramePr>
        <p:xfrm>
          <a:off x="381000" y="5334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5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34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938276"/>
              </p:ext>
            </p:extLst>
          </p:nvPr>
        </p:nvGraphicFramePr>
        <p:xfrm>
          <a:off x="381000" y="1752600"/>
          <a:ext cx="58785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6" name="Equation" r:id="rId5" imgW="1981058" imgH="213376" progId="Equation.DSMT4">
                  <p:embed/>
                </p:oleObj>
              </mc:Choice>
              <mc:Fallback>
                <p:oleObj name="Equation" r:id="rId5" imgW="1981058" imgH="213376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52600"/>
                        <a:ext cx="58785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Rectangle 19"/>
          <p:cNvSpPr>
            <a:spLocks noChangeArrowheads="1"/>
          </p:cNvSpPr>
          <p:nvPr/>
        </p:nvSpPr>
        <p:spPr bwMode="auto">
          <a:xfrm>
            <a:off x="3886200" y="0"/>
            <a:ext cx="5257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例：求一端固定弦的振动情况（反射波定解问题）</a:t>
            </a:r>
          </a:p>
        </p:txBody>
      </p:sp>
      <p:graphicFrame>
        <p:nvGraphicFramePr>
          <p:cNvPr id="54278" name="Object 20"/>
          <p:cNvGraphicFramePr>
            <a:graphicFrameLocks noChangeAspect="1"/>
          </p:cNvGraphicFramePr>
          <p:nvPr/>
        </p:nvGraphicFramePr>
        <p:xfrm>
          <a:off x="381000" y="1066800"/>
          <a:ext cx="5410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7" name="公式" r:id="rId7" imgW="1927895" imgH="213376" progId="Equation.3">
                  <p:embed/>
                </p:oleObj>
              </mc:Choice>
              <mc:Fallback>
                <p:oleObj name="公式" r:id="rId7" imgW="1927895" imgH="21337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5410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29"/>
          <p:cNvGraphicFramePr>
            <a:graphicFrameLocks noChangeAspect="1"/>
          </p:cNvGraphicFramePr>
          <p:nvPr/>
        </p:nvGraphicFramePr>
        <p:xfrm>
          <a:off x="457200" y="2438400"/>
          <a:ext cx="52101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8" name="公式" r:id="rId9" imgW="1752671" imgH="213376" progId="Equation.3">
                  <p:embed/>
                </p:oleObj>
              </mc:Choice>
              <mc:Fallback>
                <p:oleObj name="公式" r:id="rId9" imgW="1752671" imgH="21337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38400"/>
                        <a:ext cx="52101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048181"/>
              </p:ext>
            </p:extLst>
          </p:nvPr>
        </p:nvGraphicFramePr>
        <p:xfrm>
          <a:off x="3419872" y="3810000"/>
          <a:ext cx="40941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9" name="公式" r:id="rId11" imgW="1539169" imgH="175197" progId="Equation.3">
                  <p:embed/>
                </p:oleObj>
              </mc:Choice>
              <mc:Fallback>
                <p:oleObj name="公式" r:id="rId11" imgW="1539169" imgH="17519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810000"/>
                        <a:ext cx="409416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Rectangle 41"/>
          <p:cNvSpPr>
            <a:spLocks noChangeArrowheads="1"/>
          </p:cNvSpPr>
          <p:nvPr/>
        </p:nvSpPr>
        <p:spPr bwMode="auto">
          <a:xfrm>
            <a:off x="6629400" y="1371600"/>
            <a:ext cx="76200" cy="1371600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54287" name="Line 42"/>
          <p:cNvSpPr>
            <a:spLocks noChangeShapeType="1"/>
          </p:cNvSpPr>
          <p:nvPr/>
        </p:nvSpPr>
        <p:spPr bwMode="auto">
          <a:xfrm>
            <a:off x="7086600" y="182880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8" name="Rectangle 43"/>
          <p:cNvSpPr>
            <a:spLocks noChangeArrowheads="1"/>
          </p:cNvSpPr>
          <p:nvPr/>
        </p:nvSpPr>
        <p:spPr bwMode="auto">
          <a:xfrm>
            <a:off x="7086600" y="1295400"/>
            <a:ext cx="563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O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9" name="Rectangle 44"/>
          <p:cNvSpPr>
            <a:spLocks noChangeArrowheads="1"/>
          </p:cNvSpPr>
          <p:nvPr/>
        </p:nvSpPr>
        <p:spPr bwMode="auto">
          <a:xfrm>
            <a:off x="8731250" y="12192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endParaRPr lang="en-US" altLang="zh-CN" sz="2800" i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90" name="Line 45"/>
          <p:cNvSpPr>
            <a:spLocks noChangeShapeType="1"/>
          </p:cNvSpPr>
          <p:nvPr/>
        </p:nvSpPr>
        <p:spPr bwMode="auto">
          <a:xfrm flipH="1" flipV="1">
            <a:off x="6400800" y="1066800"/>
            <a:ext cx="0" cy="20574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1" name="Rectangle 47"/>
          <p:cNvSpPr>
            <a:spLocks noChangeArrowheads="1"/>
          </p:cNvSpPr>
          <p:nvPr/>
        </p:nvSpPr>
        <p:spPr bwMode="auto">
          <a:xfrm>
            <a:off x="0" y="0"/>
            <a:ext cx="3200400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（二）、端点反射</a:t>
            </a:r>
          </a:p>
        </p:txBody>
      </p:sp>
      <p:graphicFrame>
        <p:nvGraphicFramePr>
          <p:cNvPr id="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467080"/>
              </p:ext>
            </p:extLst>
          </p:nvPr>
        </p:nvGraphicFramePr>
        <p:xfrm>
          <a:off x="495044" y="32004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0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5427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44" y="32004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81000" y="3771612"/>
            <a:ext cx="414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达朗贝尔公式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531144"/>
              </p:ext>
            </p:extLst>
          </p:nvPr>
        </p:nvGraphicFramePr>
        <p:xfrm>
          <a:off x="495045" y="4505176"/>
          <a:ext cx="1340652" cy="50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1" name="Equation" r:id="rId13" imgW="406080" imgH="152280" progId="Equation.DSMT4">
                  <p:embed/>
                </p:oleObj>
              </mc:Choice>
              <mc:Fallback>
                <p:oleObj name="Equation" r:id="rId13" imgW="4060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5045" y="4505176"/>
                        <a:ext cx="1340652" cy="502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042482" y="4230970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332879" y="3224035"/>
                <a:ext cx="250696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879" y="3224035"/>
                <a:ext cx="2506968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481607" y="5433560"/>
            <a:ext cx="5358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</a:t>
            </a:r>
            <a:r>
              <a:rPr lang="zh-CN" altLang="en-US" dirty="0"/>
              <a:t>在</a:t>
            </a:r>
            <a:r>
              <a:rPr lang="en-US" altLang="zh-CN" dirty="0"/>
              <a:t>x&lt;0</a:t>
            </a:r>
            <a:r>
              <a:rPr lang="zh-CN" altLang="en-US" dirty="0"/>
              <a:t>的区域没有定义</a:t>
            </a: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480889"/>
              </p:ext>
            </p:extLst>
          </p:nvPr>
        </p:nvGraphicFramePr>
        <p:xfrm>
          <a:off x="386254" y="590094"/>
          <a:ext cx="52101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3" name="公式" r:id="rId4" imgW="1752671" imgH="213376" progId="Equation.3">
                  <p:embed/>
                </p:oleObj>
              </mc:Choice>
              <mc:Fallback>
                <p:oleObj name="公式" r:id="rId4" imgW="1752671" imgH="213376" progId="Equation.3">
                  <p:embed/>
                  <p:pic>
                    <p:nvPicPr>
                      <p:cNvPr id="5427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54" y="590094"/>
                        <a:ext cx="52101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Rectangle 41"/>
          <p:cNvSpPr>
            <a:spLocks noChangeArrowheads="1"/>
          </p:cNvSpPr>
          <p:nvPr/>
        </p:nvSpPr>
        <p:spPr bwMode="auto">
          <a:xfrm>
            <a:off x="6629400" y="1371600"/>
            <a:ext cx="76200" cy="1371600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54287" name="Line 42"/>
          <p:cNvSpPr>
            <a:spLocks noChangeShapeType="1"/>
          </p:cNvSpPr>
          <p:nvPr/>
        </p:nvSpPr>
        <p:spPr bwMode="auto">
          <a:xfrm>
            <a:off x="7086600" y="182880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8" name="Rectangle 43"/>
          <p:cNvSpPr>
            <a:spLocks noChangeArrowheads="1"/>
          </p:cNvSpPr>
          <p:nvPr/>
        </p:nvSpPr>
        <p:spPr bwMode="auto">
          <a:xfrm>
            <a:off x="7086600" y="1295400"/>
            <a:ext cx="563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O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9" name="Rectangle 44"/>
          <p:cNvSpPr>
            <a:spLocks noChangeArrowheads="1"/>
          </p:cNvSpPr>
          <p:nvPr/>
        </p:nvSpPr>
        <p:spPr bwMode="auto">
          <a:xfrm>
            <a:off x="8731250" y="12192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 dirty="0">
                <a:latin typeface="Book Antiqua" panose="02040602050305030304" pitchFamily="18" charset="0"/>
                <a:ea typeface="楷体_GB2312" pitchFamily="49" charset="-122"/>
              </a:rPr>
              <a:t>x</a:t>
            </a:r>
            <a:endParaRPr lang="en-US" altLang="zh-CN" sz="2800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91" name="Rectangle 47"/>
          <p:cNvSpPr>
            <a:spLocks noChangeArrowheads="1"/>
          </p:cNvSpPr>
          <p:nvPr/>
        </p:nvSpPr>
        <p:spPr bwMode="auto">
          <a:xfrm>
            <a:off x="0" y="0"/>
            <a:ext cx="3200400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（二）、端点反射</a:t>
            </a:r>
          </a:p>
        </p:txBody>
      </p:sp>
      <p:sp>
        <p:nvSpPr>
          <p:cNvPr id="21" name="Line 42"/>
          <p:cNvSpPr>
            <a:spLocks noChangeShapeType="1"/>
          </p:cNvSpPr>
          <p:nvPr/>
        </p:nvSpPr>
        <p:spPr bwMode="auto">
          <a:xfrm>
            <a:off x="4567729" y="1870761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157655" y="1223833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进行奇延拓</a:t>
            </a:r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701503"/>
              </p:ext>
            </p:extLst>
          </p:nvPr>
        </p:nvGraphicFramePr>
        <p:xfrm>
          <a:off x="136068" y="3580246"/>
          <a:ext cx="58785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4" name="Equation" r:id="rId6" imgW="1981058" imgH="213376" progId="Equation.DSMT4">
                  <p:embed/>
                </p:oleObj>
              </mc:Choice>
              <mc:Fallback>
                <p:oleObj name="Equation" r:id="rId6" imgW="1981058" imgH="213376" progId="Equation.DSMT4">
                  <p:embed/>
                  <p:pic>
                    <p:nvPicPr>
                      <p:cNvPr id="5427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68" y="3580246"/>
                        <a:ext cx="58785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1214"/>
              </p:ext>
            </p:extLst>
          </p:nvPr>
        </p:nvGraphicFramePr>
        <p:xfrm>
          <a:off x="186229" y="2185988"/>
          <a:ext cx="5410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5" name="公式" r:id="rId8" imgW="1927895" imgH="213376" progId="Equation.3">
                  <p:embed/>
                </p:oleObj>
              </mc:Choice>
              <mc:Fallback>
                <p:oleObj name="公式" r:id="rId8" imgW="1927895" imgH="213376" progId="Equation.3">
                  <p:embed/>
                  <p:pic>
                    <p:nvPicPr>
                      <p:cNvPr id="5427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29" y="2185988"/>
                        <a:ext cx="5410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052922"/>
              </p:ext>
            </p:extLst>
          </p:nvPr>
        </p:nvGraphicFramePr>
        <p:xfrm>
          <a:off x="386254" y="4889934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6" name="公式" r:id="rId10" imgW="2766166" imgH="358030" progId="Equation.3">
                  <p:embed/>
                </p:oleObj>
              </mc:Choice>
              <mc:Fallback>
                <p:oleObj name="公式" r:id="rId10" imgW="2766166" imgH="358030" progId="Equation.3">
                  <p:embed/>
                  <p:pic>
                    <p:nvPicPr>
                      <p:cNvPr id="334857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54" y="4889934"/>
                        <a:ext cx="7664450" cy="10810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4605664" y="1183373"/>
            <a:ext cx="5693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 dirty="0">
                <a:latin typeface="Book Antiqua" panose="02040602050305030304" pitchFamily="18" charset="0"/>
                <a:ea typeface="楷体_GB2312" pitchFamily="49" charset="-122"/>
              </a:rPr>
              <a:t>-x</a:t>
            </a:r>
            <a:endParaRPr lang="en-US" altLang="zh-CN" sz="2800" i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354692"/>
              </p:ext>
            </p:extLst>
          </p:nvPr>
        </p:nvGraphicFramePr>
        <p:xfrm>
          <a:off x="190636" y="2962382"/>
          <a:ext cx="4301356" cy="63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7" name="Equation" r:id="rId12" imgW="1396800" imgH="203040" progId="Equation.DSMT4">
                  <p:embed/>
                </p:oleObj>
              </mc:Choice>
              <mc:Fallback>
                <p:oleObj name="Equation" r:id="rId12" imgW="1396800" imgH="203040" progId="Equation.DSMT4">
                  <p:embed/>
                  <p:pic>
                    <p:nvPicPr>
                      <p:cNvPr id="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36" y="2962382"/>
                        <a:ext cx="4301356" cy="633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690509"/>
              </p:ext>
            </p:extLst>
          </p:nvPr>
        </p:nvGraphicFramePr>
        <p:xfrm>
          <a:off x="226257" y="4205267"/>
          <a:ext cx="43830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8" name="Equation" r:id="rId14" imgW="1422360" imgH="203040" progId="Equation.DSMT4">
                  <p:embed/>
                </p:oleObj>
              </mc:Choice>
              <mc:Fallback>
                <p:oleObj name="Equation" r:id="rId14" imgW="1422360" imgH="203040" progId="Equation.DSMT4">
                  <p:embed/>
                  <p:pic>
                    <p:nvPicPr>
                      <p:cNvPr id="2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57" y="4205267"/>
                        <a:ext cx="43830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208465" y="2995471"/>
            <a:ext cx="3134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注意书上的笔误</a:t>
            </a:r>
          </a:p>
        </p:txBody>
      </p:sp>
    </p:spTree>
    <p:extLst>
      <p:ext uri="{BB962C8B-B14F-4D97-AF65-F5344CB8AC3E}">
        <p14:creationId xmlns:p14="http://schemas.microsoft.com/office/powerpoint/2010/main" val="3950075424"/>
      </p:ext>
    </p:extLst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16238"/>
              </p:ext>
            </p:extLst>
          </p:nvPr>
        </p:nvGraphicFramePr>
        <p:xfrm>
          <a:off x="395536" y="260648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8" name="公式" r:id="rId3" imgW="2766166" imgH="358030" progId="Equation.3">
                  <p:embed/>
                </p:oleObj>
              </mc:Choice>
              <mc:Fallback>
                <p:oleObj name="公式" r:id="rId3" imgW="2766166" imgH="358030" progId="Equation.3">
                  <p:embed/>
                  <p:pic>
                    <p:nvPicPr>
                      <p:cNvPr id="25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60648"/>
                        <a:ext cx="7664450" cy="108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861644"/>
              </p:ext>
            </p:extLst>
          </p:nvPr>
        </p:nvGraphicFramePr>
        <p:xfrm>
          <a:off x="395536" y="1412776"/>
          <a:ext cx="8597185" cy="2630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9" name="Equation" r:id="rId5" imgW="3403440" imgH="1041120" progId="Equation.DSMT4">
                  <p:embed/>
                </p:oleObj>
              </mc:Choice>
              <mc:Fallback>
                <p:oleObj name="Equation" r:id="rId5" imgW="3403440" imgH="1041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536" y="1412776"/>
                        <a:ext cx="8597185" cy="2630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7"/>
          <p:cNvSpPr>
            <a:spLocks noChangeArrowheads="1"/>
          </p:cNvSpPr>
          <p:nvPr/>
        </p:nvSpPr>
        <p:spPr bwMode="auto">
          <a:xfrm>
            <a:off x="323528" y="4725144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进行奇延拓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36096" y="4615291"/>
            <a:ext cx="3134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</a:t>
            </a:r>
            <a:r>
              <a:rPr lang="zh-CN" altLang="en-US" dirty="0"/>
              <a:t>是奇函数</a:t>
            </a:r>
          </a:p>
        </p:txBody>
      </p:sp>
      <p:sp>
        <p:nvSpPr>
          <p:cNvPr id="7" name="右箭头 6"/>
          <p:cNvSpPr/>
          <p:nvPr/>
        </p:nvSpPr>
        <p:spPr bwMode="auto">
          <a:xfrm>
            <a:off x="2990297" y="4907679"/>
            <a:ext cx="1944216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1560895"/>
      </p:ext>
    </p:extLst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112" name="Object 8"/>
          <p:cNvGraphicFramePr>
            <a:graphicFrameLocks noChangeAspect="1"/>
          </p:cNvGraphicFramePr>
          <p:nvPr/>
        </p:nvGraphicFramePr>
        <p:xfrm>
          <a:off x="439738" y="762000"/>
          <a:ext cx="766603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7" name="公式" r:id="rId3" imgW="2766166" imgH="358030" progId="Equation.3">
                  <p:embed/>
                </p:oleObj>
              </mc:Choice>
              <mc:Fallback>
                <p:oleObj name="公式" r:id="rId3" imgW="2766166" imgH="358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762000"/>
                        <a:ext cx="766603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3" name="Object 9"/>
          <p:cNvGraphicFramePr>
            <a:graphicFrameLocks noChangeAspect="1"/>
          </p:cNvGraphicFramePr>
          <p:nvPr/>
        </p:nvGraphicFramePr>
        <p:xfrm>
          <a:off x="457200" y="2057400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8" name="公式" r:id="rId5" imgW="2766166" imgH="358030" progId="Equation.3">
                  <p:embed/>
                </p:oleObj>
              </mc:Choice>
              <mc:Fallback>
                <p:oleObj name="公式" r:id="rId5" imgW="2766166" imgH="3580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57400"/>
                        <a:ext cx="76644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28" name="Rectangle 24"/>
          <p:cNvSpPr>
            <a:spLocks noChangeArrowheads="1"/>
          </p:cNvSpPr>
          <p:nvPr/>
        </p:nvSpPr>
        <p:spPr bwMode="auto">
          <a:xfrm>
            <a:off x="0" y="381000"/>
            <a:ext cx="451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）、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  at,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即 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- at  0</a:t>
            </a:r>
          </a:p>
        </p:txBody>
      </p:sp>
      <p:graphicFrame>
        <p:nvGraphicFramePr>
          <p:cNvPr id="303129" name="Object 25"/>
          <p:cNvGraphicFramePr>
            <a:graphicFrameLocks noChangeAspect="1"/>
          </p:cNvGraphicFramePr>
          <p:nvPr/>
        </p:nvGraphicFramePr>
        <p:xfrm>
          <a:off x="457200" y="3657600"/>
          <a:ext cx="770096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9" name="公式" r:id="rId7" imgW="2781477" imgH="358030" progId="Equation.3">
                  <p:embed/>
                </p:oleObj>
              </mc:Choice>
              <mc:Fallback>
                <p:oleObj name="公式" r:id="rId7" imgW="2781477" imgH="3580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7700963" cy="10810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43" name="Rectangle 15"/>
          <p:cNvSpPr>
            <a:spLocks noChangeArrowheads="1"/>
          </p:cNvSpPr>
          <p:nvPr/>
        </p:nvSpPr>
        <p:spPr bwMode="auto">
          <a:xfrm>
            <a:off x="0" y="0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）、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  at,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即 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-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at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 0</a:t>
            </a:r>
          </a:p>
        </p:txBody>
      </p:sp>
      <p:graphicFrame>
        <p:nvGraphicFramePr>
          <p:cNvPr id="3041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915798"/>
              </p:ext>
            </p:extLst>
          </p:nvPr>
        </p:nvGraphicFramePr>
        <p:xfrm>
          <a:off x="288925" y="4724400"/>
          <a:ext cx="831552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77" name="Equation" r:id="rId3" imgW="2831760" imgH="393480" progId="Equation.DSMT4">
                  <p:embed/>
                </p:oleObj>
              </mc:Choice>
              <mc:Fallback>
                <p:oleObj name="Equation" r:id="rId3" imgW="2831760" imgH="3934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4724400"/>
                        <a:ext cx="8315523" cy="118586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854853"/>
              </p:ext>
            </p:extLst>
          </p:nvPr>
        </p:nvGraphicFramePr>
        <p:xfrm>
          <a:off x="174625" y="765175"/>
          <a:ext cx="8980488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78" name="Equation" r:id="rId5" imgW="3848040" imgH="1218960" progId="Equation.DSMT4">
                  <p:embed/>
                </p:oleObj>
              </mc:Choice>
              <mc:Fallback>
                <p:oleObj name="Equation" r:id="rId5" imgW="3848040" imgH="1218960" progId="Equation.DSMT4">
                  <p:embed/>
                  <p:pic>
                    <p:nvPicPr>
                      <p:cNvPr id="30312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" y="765175"/>
                        <a:ext cx="8980488" cy="309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36296" y="980728"/>
            <a:ext cx="1073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不好</a:t>
            </a: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154" name="Object 2"/>
          <p:cNvGraphicFramePr>
            <a:graphicFrameLocks noChangeAspect="1"/>
          </p:cNvGraphicFramePr>
          <p:nvPr/>
        </p:nvGraphicFramePr>
        <p:xfrm>
          <a:off x="0" y="1295400"/>
          <a:ext cx="73152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1" name="公式" r:id="rId3" imgW="2834640" imgH="358030" progId="Equation.3">
                  <p:embed/>
                </p:oleObj>
              </mc:Choice>
              <mc:Fallback>
                <p:oleObj name="公式" r:id="rId3" imgW="2834640" imgH="358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95400"/>
                        <a:ext cx="73152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5" name="Object 3"/>
          <p:cNvGraphicFramePr>
            <a:graphicFrameLocks noChangeAspect="1"/>
          </p:cNvGraphicFramePr>
          <p:nvPr/>
        </p:nvGraphicFramePr>
        <p:xfrm>
          <a:off x="0" y="0"/>
          <a:ext cx="72390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2" name="公式" r:id="rId5" imgW="2781477" imgH="358030" progId="Equation.3">
                  <p:embed/>
                </p:oleObj>
              </mc:Choice>
              <mc:Fallback>
                <p:oleObj name="公式" r:id="rId5" imgW="2781477" imgH="358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2390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6" name="Object 4"/>
          <p:cNvGraphicFramePr>
            <a:graphicFrameLocks noChangeAspect="1"/>
          </p:cNvGraphicFramePr>
          <p:nvPr/>
        </p:nvGraphicFramePr>
        <p:xfrm>
          <a:off x="7813675" y="1219200"/>
          <a:ext cx="13303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3" name="公式" r:id="rId7" imgW="418923" imgH="358030" progId="Equation.3">
                  <p:embed/>
                </p:oleObj>
              </mc:Choice>
              <mc:Fallback>
                <p:oleObj name="公式" r:id="rId7" imgW="418923" imgH="3580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1219200"/>
                        <a:ext cx="13303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7" name="Object 5"/>
          <p:cNvGraphicFramePr>
            <a:graphicFrameLocks noChangeAspect="1"/>
          </p:cNvGraphicFramePr>
          <p:nvPr/>
        </p:nvGraphicFramePr>
        <p:xfrm>
          <a:off x="7813675" y="0"/>
          <a:ext cx="13303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4" name="公式" r:id="rId9" imgW="418923" imgH="358030" progId="Equation.3">
                  <p:embed/>
                </p:oleObj>
              </mc:Choice>
              <mc:Fallback>
                <p:oleObj name="公式" r:id="rId9" imgW="418923" imgH="3580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0"/>
                        <a:ext cx="13303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8" name="Rectangle 6"/>
          <p:cNvSpPr>
            <a:spLocks noChangeArrowheads="1"/>
          </p:cNvSpPr>
          <p:nvPr/>
        </p:nvSpPr>
        <p:spPr bwMode="auto">
          <a:xfrm>
            <a:off x="0" y="2438400"/>
            <a:ext cx="2232025" cy="57943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物理意义：</a:t>
            </a:r>
          </a:p>
        </p:txBody>
      </p:sp>
      <p:sp>
        <p:nvSpPr>
          <p:cNvPr id="305159" name="Rectangle 7"/>
          <p:cNvSpPr>
            <a:spLocks noChangeArrowheads="1"/>
          </p:cNvSpPr>
          <p:nvPr/>
        </p:nvSpPr>
        <p:spPr bwMode="auto">
          <a:xfrm>
            <a:off x="2514600" y="4648200"/>
            <a:ext cx="395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为讨论方便计设初速为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0</a:t>
            </a:r>
          </a:p>
        </p:txBody>
      </p:sp>
      <p:graphicFrame>
        <p:nvGraphicFramePr>
          <p:cNvPr id="305160" name="Object 8"/>
          <p:cNvGraphicFramePr>
            <a:graphicFrameLocks noChangeAspect="1"/>
          </p:cNvGraphicFramePr>
          <p:nvPr/>
        </p:nvGraphicFramePr>
        <p:xfrm>
          <a:off x="7686675" y="4648200"/>
          <a:ext cx="1457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5" name="公式" r:id="rId11" imgW="533329" imgH="167561" progId="Equation.3">
                  <p:embed/>
                </p:oleObj>
              </mc:Choice>
              <mc:Fallback>
                <p:oleObj name="公式" r:id="rId11" imgW="533329" imgH="1675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675" y="4648200"/>
                        <a:ext cx="1457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1" name="Object 9"/>
          <p:cNvGraphicFramePr>
            <a:graphicFrameLocks noChangeAspect="1"/>
          </p:cNvGraphicFramePr>
          <p:nvPr/>
        </p:nvGraphicFramePr>
        <p:xfrm>
          <a:off x="0" y="3048000"/>
          <a:ext cx="16954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6" name="公式" r:id="rId13" imgW="548640" imgH="358030" progId="Equation.3">
                  <p:embed/>
                </p:oleObj>
              </mc:Choice>
              <mc:Fallback>
                <p:oleObj name="公式" r:id="rId13" imgW="548640" imgH="3580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0"/>
                        <a:ext cx="169545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63" name="Rectangle 11"/>
          <p:cNvSpPr>
            <a:spLocks noChangeArrowheads="1"/>
          </p:cNvSpPr>
          <p:nvPr/>
        </p:nvSpPr>
        <p:spPr bwMode="auto">
          <a:xfrm>
            <a:off x="2819400" y="3124200"/>
            <a:ext cx="5715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解与达朗贝尔解一致，说明端点的影响未传到。</a:t>
            </a:r>
          </a:p>
        </p:txBody>
      </p:sp>
      <p:graphicFrame>
        <p:nvGraphicFramePr>
          <p:cNvPr id="305164" name="Object 12"/>
          <p:cNvGraphicFramePr>
            <a:graphicFrameLocks noChangeAspect="1"/>
          </p:cNvGraphicFramePr>
          <p:nvPr/>
        </p:nvGraphicFramePr>
        <p:xfrm>
          <a:off x="-20638" y="4343400"/>
          <a:ext cx="1736726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7" name="公式" r:id="rId15" imgW="556295" imgH="358030" progId="Equation.3">
                  <p:embed/>
                </p:oleObj>
              </mc:Choice>
              <mc:Fallback>
                <p:oleObj name="公式" r:id="rId15" imgW="556295" imgH="3580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0638" y="4343400"/>
                        <a:ext cx="1736726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65" name="AutoShape 13"/>
          <p:cNvSpPr>
            <a:spLocks noChangeArrowheads="1"/>
          </p:cNvSpPr>
          <p:nvPr/>
        </p:nvSpPr>
        <p:spPr bwMode="auto">
          <a:xfrm>
            <a:off x="6934200" y="4724400"/>
            <a:ext cx="457200" cy="4572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05166" name="Object 14"/>
          <p:cNvGraphicFramePr>
            <a:graphicFrameLocks noChangeAspect="1"/>
          </p:cNvGraphicFramePr>
          <p:nvPr/>
        </p:nvGraphicFramePr>
        <p:xfrm>
          <a:off x="2362200" y="5486400"/>
          <a:ext cx="511333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8" name="公式" r:id="rId17" imgW="1699083" imgH="358030" progId="Equation.3">
                  <p:embed/>
                </p:oleObj>
              </mc:Choice>
              <mc:Fallback>
                <p:oleObj name="公式" r:id="rId17" imgW="1699083" imgH="358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86400"/>
                        <a:ext cx="5113338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67" name="Line 15"/>
          <p:cNvSpPr>
            <a:spLocks noChangeShapeType="1"/>
          </p:cNvSpPr>
          <p:nvPr/>
        </p:nvSpPr>
        <p:spPr bwMode="auto">
          <a:xfrm flipH="1" flipV="1">
            <a:off x="3803650" y="2514600"/>
            <a:ext cx="53403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178" name="Object 2"/>
          <p:cNvGraphicFramePr>
            <a:graphicFrameLocks noChangeAspect="1"/>
          </p:cNvGraphicFramePr>
          <p:nvPr/>
        </p:nvGraphicFramePr>
        <p:xfrm>
          <a:off x="685800" y="228600"/>
          <a:ext cx="511333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16" name="公式" r:id="rId3" imgW="1699083" imgH="358030" progId="Equation.3">
                  <p:embed/>
                </p:oleObj>
              </mc:Choice>
              <mc:Fallback>
                <p:oleObj name="公式" r:id="rId3" imgW="1699083" imgH="358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"/>
                        <a:ext cx="5113338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6203" name="Group 27"/>
          <p:cNvGrpSpPr>
            <a:grpSpLocks/>
          </p:cNvGrpSpPr>
          <p:nvPr/>
        </p:nvGrpSpPr>
        <p:grpSpPr bwMode="auto">
          <a:xfrm>
            <a:off x="914400" y="1981200"/>
            <a:ext cx="4876800" cy="1524000"/>
            <a:chOff x="576" y="1248"/>
            <a:chExt cx="3072" cy="960"/>
          </a:xfrm>
        </p:grpSpPr>
        <p:sp>
          <p:nvSpPr>
            <p:cNvPr id="59410" name="Rectangle 4"/>
            <p:cNvSpPr>
              <a:spLocks noChangeArrowheads="1"/>
            </p:cNvSpPr>
            <p:nvPr/>
          </p:nvSpPr>
          <p:spPr bwMode="auto">
            <a:xfrm>
              <a:off x="576" y="1344"/>
              <a:ext cx="103" cy="864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877" y="1632"/>
              <a:ext cx="2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2" name="Rectangle 6"/>
            <p:cNvSpPr>
              <a:spLocks noChangeArrowheads="1"/>
            </p:cNvSpPr>
            <p:nvPr/>
          </p:nvSpPr>
          <p:spPr bwMode="auto">
            <a:xfrm>
              <a:off x="775" y="1296"/>
              <a:ext cx="2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楷体_GB2312" pitchFamily="49" charset="-122"/>
                  <a:ea typeface="楷体_GB2312" pitchFamily="49" charset="-122"/>
                </a:rPr>
                <a:t>O</a:t>
              </a:r>
              <a:endParaRPr lang="en-US" altLang="zh-CN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9413" name="Rectangle 7"/>
            <p:cNvSpPr>
              <a:spLocks noChangeArrowheads="1"/>
            </p:cNvSpPr>
            <p:nvPr/>
          </p:nvSpPr>
          <p:spPr bwMode="auto">
            <a:xfrm>
              <a:off x="3240" y="1248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latin typeface="Book Antiqua" panose="02040602050305030304" pitchFamily="18" charset="0"/>
                  <a:ea typeface="楷体_GB2312" pitchFamily="49" charset="-122"/>
                </a:rPr>
                <a:t>x</a:t>
              </a:r>
              <a:endParaRPr lang="en-US" altLang="zh-CN" sz="2800" i="1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06184" name="Line 8"/>
          <p:cNvSpPr>
            <a:spLocks noChangeShapeType="1"/>
          </p:cNvSpPr>
          <p:nvPr/>
        </p:nvSpPr>
        <p:spPr bwMode="auto">
          <a:xfrm flipH="1">
            <a:off x="2819400" y="1905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6185" name="Line 9"/>
          <p:cNvSpPr>
            <a:spLocks noChangeShapeType="1"/>
          </p:cNvSpPr>
          <p:nvPr/>
        </p:nvSpPr>
        <p:spPr bwMode="auto">
          <a:xfrm flipH="1">
            <a:off x="2895600" y="3200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6186" name="Object 10"/>
          <p:cNvGraphicFramePr>
            <a:graphicFrameLocks noChangeAspect="1"/>
          </p:cNvGraphicFramePr>
          <p:nvPr/>
        </p:nvGraphicFramePr>
        <p:xfrm>
          <a:off x="3886200" y="1600200"/>
          <a:ext cx="17541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17" name="公式" r:id="rId5" imgW="556295" imgH="167561" progId="Equation.3">
                  <p:embed/>
                </p:oleObj>
              </mc:Choice>
              <mc:Fallback>
                <p:oleObj name="公式" r:id="rId5" imgW="556295" imgH="16756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00200"/>
                        <a:ext cx="175418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7" name="Object 11"/>
          <p:cNvGraphicFramePr>
            <a:graphicFrameLocks noChangeAspect="1"/>
          </p:cNvGraphicFramePr>
          <p:nvPr/>
        </p:nvGraphicFramePr>
        <p:xfrm>
          <a:off x="3962400" y="2971800"/>
          <a:ext cx="17129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18" name="公式" r:id="rId7" imgW="548640" imgH="167561" progId="Equation.3">
                  <p:embed/>
                </p:oleObj>
              </mc:Choice>
              <mc:Fallback>
                <p:oleObj name="公式" r:id="rId7" imgW="548640" imgH="16756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71800"/>
                        <a:ext cx="17129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9" name="Object 13"/>
          <p:cNvGraphicFramePr>
            <a:graphicFrameLocks noChangeAspect="1"/>
          </p:cNvGraphicFramePr>
          <p:nvPr/>
        </p:nvGraphicFramePr>
        <p:xfrm>
          <a:off x="838200" y="3733800"/>
          <a:ext cx="17541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19" name="公式" r:id="rId9" imgW="556295" imgH="167561" progId="Equation.3">
                  <p:embed/>
                </p:oleObj>
              </mc:Choice>
              <mc:Fallback>
                <p:oleObj name="公式" r:id="rId9" imgW="556295" imgH="16756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75418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91" name="Object 15"/>
          <p:cNvGraphicFramePr>
            <a:graphicFrameLocks noChangeAspect="1"/>
          </p:cNvGraphicFramePr>
          <p:nvPr/>
        </p:nvGraphicFramePr>
        <p:xfrm>
          <a:off x="5181600" y="3733800"/>
          <a:ext cx="1711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0" name="公式" r:id="rId11" imgW="548640" imgH="167561" progId="Equation.3">
                  <p:embed/>
                </p:oleObj>
              </mc:Choice>
              <mc:Fallback>
                <p:oleObj name="公式" r:id="rId11" imgW="548640" imgH="16756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33800"/>
                        <a:ext cx="1711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93" name="Object 17"/>
          <p:cNvGraphicFramePr>
            <a:graphicFrameLocks noChangeAspect="1"/>
          </p:cNvGraphicFramePr>
          <p:nvPr/>
        </p:nvGraphicFramePr>
        <p:xfrm>
          <a:off x="533400" y="5105400"/>
          <a:ext cx="44799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1" name="公式" r:id="rId13" imgW="1486006" imgH="358030" progId="Equation.3">
                  <p:embed/>
                </p:oleObj>
              </mc:Choice>
              <mc:Fallback>
                <p:oleObj name="公式" r:id="rId13" imgW="1486006" imgH="3580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05400"/>
                        <a:ext cx="44799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94" name="Object 18"/>
          <p:cNvGraphicFramePr>
            <a:graphicFrameLocks noChangeAspect="1"/>
          </p:cNvGraphicFramePr>
          <p:nvPr/>
        </p:nvGraphicFramePr>
        <p:xfrm>
          <a:off x="4953000" y="5410200"/>
          <a:ext cx="7048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" name="公式" r:id="rId15" imgW="205846" imgH="137019" progId="Equation.3">
                  <p:embed/>
                </p:oleObj>
              </mc:Choice>
              <mc:Fallback>
                <p:oleObj name="公式" r:id="rId15" imgW="205846" imgH="13701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410200"/>
                        <a:ext cx="7048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95" name="Line 19"/>
          <p:cNvSpPr>
            <a:spLocks noChangeShapeType="1"/>
          </p:cNvSpPr>
          <p:nvPr/>
        </p:nvSpPr>
        <p:spPr bwMode="auto">
          <a:xfrm flipH="1" flipV="1">
            <a:off x="609600" y="3733800"/>
            <a:ext cx="85344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6196" name="Line 20"/>
          <p:cNvSpPr>
            <a:spLocks noChangeShapeType="1"/>
          </p:cNvSpPr>
          <p:nvPr/>
        </p:nvSpPr>
        <p:spPr bwMode="auto">
          <a:xfrm flipH="1" flipV="1">
            <a:off x="4191000" y="5181600"/>
            <a:ext cx="4953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6197" name="Rectangle 21"/>
          <p:cNvSpPr>
            <a:spLocks noChangeArrowheads="1"/>
          </p:cNvSpPr>
          <p:nvPr/>
        </p:nvSpPr>
        <p:spPr bwMode="auto">
          <a:xfrm>
            <a:off x="6019800" y="54102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=0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处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为波节。</a:t>
            </a:r>
          </a:p>
        </p:txBody>
      </p:sp>
      <p:sp>
        <p:nvSpPr>
          <p:cNvPr id="306198" name="Rectangle 22"/>
          <p:cNvSpPr>
            <a:spLocks noChangeArrowheads="1"/>
          </p:cNvSpPr>
          <p:nvPr/>
        </p:nvSpPr>
        <p:spPr bwMode="auto">
          <a:xfrm>
            <a:off x="228600" y="6338888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=0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处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入射波与反射波位相相反，有半波损失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306201" name="Text Box 25"/>
          <p:cNvSpPr txBox="1">
            <a:spLocks noChangeArrowheads="1"/>
          </p:cNvSpPr>
          <p:nvPr/>
        </p:nvSpPr>
        <p:spPr bwMode="auto">
          <a:xfrm>
            <a:off x="990600" y="44958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为入射波。</a:t>
            </a:r>
          </a:p>
        </p:txBody>
      </p:sp>
      <p:sp>
        <p:nvSpPr>
          <p:cNvPr id="306202" name="Text Box 26"/>
          <p:cNvSpPr txBox="1">
            <a:spLocks noChangeArrowheads="1"/>
          </p:cNvSpPr>
          <p:nvPr/>
        </p:nvSpPr>
        <p:spPr bwMode="auto">
          <a:xfrm>
            <a:off x="4649788" y="4541838"/>
            <a:ext cx="1978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为反射波。</a:t>
            </a:r>
          </a:p>
        </p:txBody>
      </p:sp>
    </p:spTree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0" y="0"/>
            <a:ext cx="2514600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（三）、延拓</a:t>
            </a:r>
          </a:p>
        </p:txBody>
      </p:sp>
      <p:graphicFrame>
        <p:nvGraphicFramePr>
          <p:cNvPr id="307203" name="Object 3"/>
          <p:cNvGraphicFramePr>
            <a:graphicFrameLocks noChangeAspect="1"/>
          </p:cNvGraphicFramePr>
          <p:nvPr/>
        </p:nvGraphicFramePr>
        <p:xfrm>
          <a:off x="2819400" y="6858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6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858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4" name="Object 4"/>
          <p:cNvGraphicFramePr>
            <a:graphicFrameLocks noChangeAspect="1"/>
          </p:cNvGraphicFramePr>
          <p:nvPr/>
        </p:nvGraphicFramePr>
        <p:xfrm>
          <a:off x="2819400" y="1905000"/>
          <a:ext cx="58785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7" name="公式" r:id="rId5" imgW="1981058" imgH="213376" progId="Equation.3">
                  <p:embed/>
                </p:oleObj>
              </mc:Choice>
              <mc:Fallback>
                <p:oleObj name="公式" r:id="rId5" imgW="1981058" imgH="21337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05000"/>
                        <a:ext cx="58785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5" name="Object 5"/>
          <p:cNvGraphicFramePr>
            <a:graphicFrameLocks noChangeAspect="1"/>
          </p:cNvGraphicFramePr>
          <p:nvPr/>
        </p:nvGraphicFramePr>
        <p:xfrm>
          <a:off x="2819400" y="1219200"/>
          <a:ext cx="5410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8" name="公式" r:id="rId7" imgW="1927895" imgH="213376" progId="Equation.3">
                  <p:embed/>
                </p:oleObj>
              </mc:Choice>
              <mc:Fallback>
                <p:oleObj name="公式" r:id="rId7" imgW="1927895" imgH="2133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19200"/>
                        <a:ext cx="5410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6" name="Object 6"/>
          <p:cNvGraphicFramePr>
            <a:graphicFrameLocks noChangeAspect="1"/>
          </p:cNvGraphicFramePr>
          <p:nvPr/>
        </p:nvGraphicFramePr>
        <p:xfrm>
          <a:off x="2895600" y="2590800"/>
          <a:ext cx="52101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" name="公式" r:id="rId9" imgW="1752671" imgH="213376" progId="Equation.3">
                  <p:embed/>
                </p:oleObj>
              </mc:Choice>
              <mc:Fallback>
                <p:oleObj name="公式" r:id="rId9" imgW="1752671" imgH="21337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590800"/>
                        <a:ext cx="52101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10" name="Line 10"/>
          <p:cNvSpPr>
            <a:spLocks noChangeShapeType="1"/>
          </p:cNvSpPr>
          <p:nvPr/>
        </p:nvSpPr>
        <p:spPr bwMode="auto">
          <a:xfrm flipH="1" flipV="1">
            <a:off x="3803650" y="3505200"/>
            <a:ext cx="53403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457200" y="6096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半无限长问题</a:t>
            </a:r>
          </a:p>
        </p:txBody>
      </p:sp>
      <p:graphicFrame>
        <p:nvGraphicFramePr>
          <p:cNvPr id="307213" name="Object 13"/>
          <p:cNvGraphicFramePr>
            <a:graphicFrameLocks noChangeAspect="1"/>
          </p:cNvGraphicFramePr>
          <p:nvPr/>
        </p:nvGraphicFramePr>
        <p:xfrm>
          <a:off x="2209800" y="3581400"/>
          <a:ext cx="23590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" name="公式" r:id="rId11" imgW="777453" imgH="213376" progId="Equation.3">
                  <p:embed/>
                </p:oleObj>
              </mc:Choice>
              <mc:Fallback>
                <p:oleObj name="公式" r:id="rId11" imgW="777453" imgH="21337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81400"/>
                        <a:ext cx="23590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14" name="Rectangle 14"/>
          <p:cNvSpPr>
            <a:spLocks noChangeArrowheads="1"/>
          </p:cNvSpPr>
          <p:nvPr/>
        </p:nvSpPr>
        <p:spPr bwMode="auto">
          <a:xfrm>
            <a:off x="107504" y="443865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无限长杆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u(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x,t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是奇函数</a:t>
            </a:r>
          </a:p>
        </p:txBody>
      </p:sp>
      <p:sp>
        <p:nvSpPr>
          <p:cNvPr id="307215" name="Rectangle 15"/>
          <p:cNvSpPr>
            <a:spLocks noChangeArrowheads="1"/>
          </p:cNvSpPr>
          <p:nvPr/>
        </p:nvSpPr>
        <p:spPr bwMode="auto">
          <a:xfrm>
            <a:off x="9378" y="5049837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无限长杆初始位移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 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和初始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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均为奇函数</a:t>
            </a:r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303" name="Object 7"/>
          <p:cNvGraphicFramePr>
            <a:graphicFrameLocks noChangeAspect="1"/>
          </p:cNvGraphicFramePr>
          <p:nvPr/>
        </p:nvGraphicFramePr>
        <p:xfrm>
          <a:off x="2743200" y="6858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5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6858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2819400" y="2362200"/>
          <a:ext cx="58785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6" name="公式" r:id="rId5" imgW="1981058" imgH="213376" progId="Equation.3">
                  <p:embed/>
                </p:oleObj>
              </mc:Choice>
              <mc:Fallback>
                <p:oleObj name="公式" r:id="rId5" imgW="1981058" imgH="21337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362200"/>
                        <a:ext cx="58785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/>
        </p:nvGraphicFramePr>
        <p:xfrm>
          <a:off x="2819400" y="1524000"/>
          <a:ext cx="5410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7" name="公式" r:id="rId7" imgW="1927895" imgH="213376" progId="Equation.3">
                  <p:embed/>
                </p:oleObj>
              </mc:Choice>
              <mc:Fallback>
                <p:oleObj name="公式" r:id="rId7" imgW="1927895" imgH="21337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5410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6" name="Object 10"/>
          <p:cNvGraphicFramePr>
            <a:graphicFrameLocks noChangeAspect="1"/>
          </p:cNvGraphicFramePr>
          <p:nvPr/>
        </p:nvGraphicFramePr>
        <p:xfrm>
          <a:off x="2819400" y="3276600"/>
          <a:ext cx="5394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8" name="公式" r:id="rId9" imgW="1813489" imgH="213376" progId="Equation.3">
                  <p:embed/>
                </p:oleObj>
              </mc:Choice>
              <mc:Fallback>
                <p:oleObj name="公式" r:id="rId9" imgW="1813489" imgH="21337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276600"/>
                        <a:ext cx="5394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7" name="Line 11"/>
          <p:cNvSpPr>
            <a:spLocks noChangeShapeType="1"/>
          </p:cNvSpPr>
          <p:nvPr/>
        </p:nvSpPr>
        <p:spPr bwMode="auto">
          <a:xfrm flipH="1">
            <a:off x="5105400" y="4114800"/>
            <a:ext cx="40386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1308" name="Rectangle 12"/>
          <p:cNvSpPr>
            <a:spLocks noChangeArrowheads="1"/>
          </p:cNvSpPr>
          <p:nvPr/>
        </p:nvSpPr>
        <p:spPr bwMode="auto">
          <a:xfrm>
            <a:off x="228600" y="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例：求解半无限长问题</a:t>
            </a:r>
          </a:p>
        </p:txBody>
      </p:sp>
      <p:sp>
        <p:nvSpPr>
          <p:cNvPr id="311309" name="Rectangle 13"/>
          <p:cNvSpPr>
            <a:spLocks noChangeArrowheads="1"/>
          </p:cNvSpPr>
          <p:nvPr/>
        </p:nvSpPr>
        <p:spPr bwMode="auto">
          <a:xfrm>
            <a:off x="0" y="2819400"/>
            <a:ext cx="2057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杆端点自由，相对伸长量为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0</a:t>
            </a:r>
          </a:p>
        </p:txBody>
      </p:sp>
      <p:sp>
        <p:nvSpPr>
          <p:cNvPr id="311310" name="Rectangle 14"/>
          <p:cNvSpPr>
            <a:spLocks noChangeArrowheads="1"/>
          </p:cNvSpPr>
          <p:nvPr/>
        </p:nvSpPr>
        <p:spPr bwMode="auto">
          <a:xfrm>
            <a:off x="0" y="4648200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无限长杆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u(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x,t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是偶函数</a:t>
            </a:r>
          </a:p>
        </p:txBody>
      </p:sp>
      <p:sp>
        <p:nvSpPr>
          <p:cNvPr id="311311" name="Rectangle 15"/>
          <p:cNvSpPr>
            <a:spLocks noChangeArrowheads="1"/>
          </p:cNvSpPr>
          <p:nvPr/>
        </p:nvSpPr>
        <p:spPr bwMode="auto">
          <a:xfrm>
            <a:off x="0" y="5486400"/>
            <a:ext cx="883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无限长杆初始位移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 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和初始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</a:t>
            </a:r>
            <a:r>
              <a:rPr lang="en-US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是偶函数</a:t>
            </a: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322" name="Object 2"/>
          <p:cNvGraphicFramePr>
            <a:graphicFrameLocks noChangeAspect="1"/>
          </p:cNvGraphicFramePr>
          <p:nvPr/>
        </p:nvGraphicFramePr>
        <p:xfrm>
          <a:off x="2971800" y="381000"/>
          <a:ext cx="32464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0" name="公式" r:id="rId3" imgW="1143213" imgH="167561" progId="Equation.3">
                  <p:embed/>
                </p:oleObj>
              </mc:Choice>
              <mc:Fallback>
                <p:oleObj name="公式" r:id="rId3" imgW="1143213" imgH="16756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"/>
                        <a:ext cx="32464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3" name="Object 3"/>
          <p:cNvGraphicFramePr>
            <a:graphicFrameLocks noChangeAspect="1"/>
          </p:cNvGraphicFramePr>
          <p:nvPr/>
        </p:nvGraphicFramePr>
        <p:xfrm>
          <a:off x="2976563" y="1143000"/>
          <a:ext cx="307181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1" name="公式" r:id="rId5" imgW="1081969" imgH="167561" progId="Equation.3">
                  <p:embed/>
                </p:oleObj>
              </mc:Choice>
              <mc:Fallback>
                <p:oleObj name="公式" r:id="rId5" imgW="1081969" imgH="16756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143000"/>
                        <a:ext cx="307181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4" name="Object 4"/>
          <p:cNvGraphicFramePr>
            <a:graphicFrameLocks noChangeAspect="1"/>
          </p:cNvGraphicFramePr>
          <p:nvPr/>
        </p:nvGraphicFramePr>
        <p:xfrm>
          <a:off x="838200" y="838200"/>
          <a:ext cx="12906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2" name="公式" r:id="rId7" imgW="434234" imgH="167561" progId="Equation.3">
                  <p:embed/>
                </p:oleObj>
              </mc:Choice>
              <mc:Fallback>
                <p:oleObj name="公式" r:id="rId7" imgW="434234" imgH="16756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838200"/>
                        <a:ext cx="12906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5" name="AutoShape 5"/>
          <p:cNvSpPr>
            <a:spLocks/>
          </p:cNvSpPr>
          <p:nvPr/>
        </p:nvSpPr>
        <p:spPr bwMode="auto">
          <a:xfrm>
            <a:off x="2286000" y="685800"/>
            <a:ext cx="457200" cy="838200"/>
          </a:xfrm>
          <a:prstGeom prst="leftBrace">
            <a:avLst>
              <a:gd name="adj1" fmla="val 1527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2326" name="Object 6"/>
          <p:cNvGraphicFramePr>
            <a:graphicFrameLocks noChangeAspect="1"/>
          </p:cNvGraphicFramePr>
          <p:nvPr/>
        </p:nvGraphicFramePr>
        <p:xfrm>
          <a:off x="2895600" y="1905000"/>
          <a:ext cx="32813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3" name="公式" r:id="rId9" imgW="1158098" imgH="167561" progId="Equation.3">
                  <p:embed/>
                </p:oleObj>
              </mc:Choice>
              <mc:Fallback>
                <p:oleObj name="公式" r:id="rId9" imgW="1158098" imgH="1675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32813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7" name="Object 7"/>
          <p:cNvGraphicFramePr>
            <a:graphicFrameLocks noChangeAspect="1"/>
          </p:cNvGraphicFramePr>
          <p:nvPr/>
        </p:nvGraphicFramePr>
        <p:xfrm>
          <a:off x="3035300" y="2667000"/>
          <a:ext cx="31067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4" name="公式" r:id="rId11" imgW="1089625" imgH="167561" progId="Equation.3">
                  <p:embed/>
                </p:oleObj>
              </mc:Choice>
              <mc:Fallback>
                <p:oleObj name="公式" r:id="rId11" imgW="1089625" imgH="16756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2667000"/>
                        <a:ext cx="31067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28" name="Object 8"/>
          <p:cNvGraphicFramePr>
            <a:graphicFrameLocks noChangeAspect="1"/>
          </p:cNvGraphicFramePr>
          <p:nvPr/>
        </p:nvGraphicFramePr>
        <p:xfrm>
          <a:off x="900113" y="2362200"/>
          <a:ext cx="1320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5" name="公式" r:id="rId13" imgW="441889" imgH="167561" progId="Equation.3">
                  <p:embed/>
                </p:oleObj>
              </mc:Choice>
              <mc:Fallback>
                <p:oleObj name="公式" r:id="rId13" imgW="441889" imgH="1675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62200"/>
                        <a:ext cx="13208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9" name="AutoShape 9"/>
          <p:cNvSpPr>
            <a:spLocks/>
          </p:cNvSpPr>
          <p:nvPr/>
        </p:nvSpPr>
        <p:spPr bwMode="auto">
          <a:xfrm>
            <a:off x="2362200" y="2209800"/>
            <a:ext cx="457200" cy="838200"/>
          </a:xfrm>
          <a:prstGeom prst="leftBrace">
            <a:avLst>
              <a:gd name="adj1" fmla="val 1527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2330" name="Object 10"/>
          <p:cNvGraphicFramePr>
            <a:graphicFrameLocks noChangeAspect="1"/>
          </p:cNvGraphicFramePr>
          <p:nvPr/>
        </p:nvGraphicFramePr>
        <p:xfrm>
          <a:off x="381000" y="3657600"/>
          <a:ext cx="743426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6" name="公式" r:id="rId15" imgW="2857606" imgH="358030" progId="Equation.3">
                  <p:embed/>
                </p:oleObj>
              </mc:Choice>
              <mc:Fallback>
                <p:oleObj name="公式" r:id="rId15" imgW="2857606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57600"/>
                        <a:ext cx="743426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1" name="Line 11"/>
          <p:cNvSpPr>
            <a:spLocks noChangeShapeType="1"/>
          </p:cNvSpPr>
          <p:nvPr/>
        </p:nvSpPr>
        <p:spPr bwMode="auto">
          <a:xfrm flipH="1" flipV="1">
            <a:off x="3797300" y="3505200"/>
            <a:ext cx="53403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2332" name="Line 12"/>
          <p:cNvSpPr>
            <a:spLocks noChangeShapeType="1"/>
          </p:cNvSpPr>
          <p:nvPr/>
        </p:nvSpPr>
        <p:spPr bwMode="auto">
          <a:xfrm flipH="1" flipV="1">
            <a:off x="5562600" y="4876800"/>
            <a:ext cx="3581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2333" name="Object 13"/>
          <p:cNvGraphicFramePr>
            <a:graphicFrameLocks noChangeAspect="1"/>
          </p:cNvGraphicFramePr>
          <p:nvPr/>
        </p:nvGraphicFramePr>
        <p:xfrm>
          <a:off x="0" y="5257800"/>
          <a:ext cx="72390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7" name="公式" r:id="rId17" imgW="2781477" imgH="358030" progId="Equation.3">
                  <p:embed/>
                </p:oleObj>
              </mc:Choice>
              <mc:Fallback>
                <p:oleObj name="公式" r:id="rId17" imgW="2781477" imgH="3580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57800"/>
                        <a:ext cx="72390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/>
          <p:cNvGraphicFramePr>
            <a:graphicFrameLocks noChangeAspect="1"/>
          </p:cNvGraphicFramePr>
          <p:nvPr/>
        </p:nvGraphicFramePr>
        <p:xfrm>
          <a:off x="7813675" y="5257800"/>
          <a:ext cx="13303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8" name="公式" r:id="rId19" imgW="418923" imgH="358030" progId="Equation.3">
                  <p:embed/>
                </p:oleObj>
              </mc:Choice>
              <mc:Fallback>
                <p:oleObj name="公式" r:id="rId19" imgW="418923" imgH="358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5257800"/>
                        <a:ext cx="13303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Rectangle 15"/>
          <p:cNvSpPr>
            <a:spLocks noChangeArrowheads="1"/>
          </p:cNvSpPr>
          <p:nvPr/>
        </p:nvSpPr>
        <p:spPr bwMode="auto">
          <a:xfrm>
            <a:off x="228600" y="228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延拓</a:t>
            </a: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6" name="Object 2"/>
          <p:cNvGraphicFramePr>
            <a:graphicFrameLocks noChangeAspect="1"/>
          </p:cNvGraphicFramePr>
          <p:nvPr/>
        </p:nvGraphicFramePr>
        <p:xfrm>
          <a:off x="0" y="1143000"/>
          <a:ext cx="743426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23" name="公式" r:id="rId3" imgW="2857606" imgH="358030" progId="Equation.3">
                  <p:embed/>
                </p:oleObj>
              </mc:Choice>
              <mc:Fallback>
                <p:oleObj name="公式" r:id="rId3" imgW="2857606" imgH="358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743426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7" name="Line 3"/>
          <p:cNvSpPr>
            <a:spLocks noChangeShapeType="1"/>
          </p:cNvSpPr>
          <p:nvPr/>
        </p:nvSpPr>
        <p:spPr bwMode="auto">
          <a:xfrm flipH="1" flipV="1">
            <a:off x="4191000" y="4572000"/>
            <a:ext cx="4953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3348" name="Line 4"/>
          <p:cNvSpPr>
            <a:spLocks noChangeShapeType="1"/>
          </p:cNvSpPr>
          <p:nvPr/>
        </p:nvSpPr>
        <p:spPr bwMode="auto">
          <a:xfrm flipH="1" flipV="1">
            <a:off x="2057400" y="1143000"/>
            <a:ext cx="70866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3349" name="Object 5"/>
          <p:cNvGraphicFramePr>
            <a:graphicFrameLocks noChangeAspect="1"/>
          </p:cNvGraphicFramePr>
          <p:nvPr/>
        </p:nvGraphicFramePr>
        <p:xfrm>
          <a:off x="304800" y="0"/>
          <a:ext cx="25860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24" name="公式" r:id="rId5" imgW="853582" imgH="358030" progId="Equation.3">
                  <p:embed/>
                </p:oleObj>
              </mc:Choice>
              <mc:Fallback>
                <p:oleObj name="公式" r:id="rId5" imgW="853582" imgH="3580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25860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0" name="Object 6"/>
          <p:cNvGraphicFramePr>
            <a:graphicFrameLocks noChangeAspect="1"/>
          </p:cNvGraphicFramePr>
          <p:nvPr/>
        </p:nvGraphicFramePr>
        <p:xfrm>
          <a:off x="320675" y="2362200"/>
          <a:ext cx="6978650" cy="223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25" name="公式" r:id="rId7" imgW="2682382" imgH="777146" progId="Equation.3">
                  <p:embed/>
                </p:oleObj>
              </mc:Choice>
              <mc:Fallback>
                <p:oleObj name="公式" r:id="rId7" imgW="2682382" imgH="7771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2362200"/>
                        <a:ext cx="6978650" cy="223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1" name="Object 7"/>
          <p:cNvGraphicFramePr>
            <a:graphicFrameLocks noChangeAspect="1"/>
          </p:cNvGraphicFramePr>
          <p:nvPr/>
        </p:nvGraphicFramePr>
        <p:xfrm>
          <a:off x="0" y="4724400"/>
          <a:ext cx="603091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26" name="公式" r:id="rId9" imgW="2308966" imgH="358030" progId="Equation.3">
                  <p:embed/>
                </p:oleObj>
              </mc:Choice>
              <mc:Fallback>
                <p:oleObj name="公式" r:id="rId9" imgW="2308966" imgH="3580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724400"/>
                        <a:ext cx="603091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2" name="Object 8"/>
          <p:cNvGraphicFramePr>
            <a:graphicFrameLocks noChangeAspect="1"/>
          </p:cNvGraphicFramePr>
          <p:nvPr/>
        </p:nvGraphicFramePr>
        <p:xfrm>
          <a:off x="6096000" y="4800600"/>
          <a:ext cx="26670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27" name="公式" r:id="rId11" imgW="1165754" imgH="358030" progId="Equation.3">
                  <p:embed/>
                </p:oleObj>
              </mc:Choice>
              <mc:Fallback>
                <p:oleObj name="公式" r:id="rId11" imgW="1165754" imgH="358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00600"/>
                        <a:ext cx="26670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Line 2"/>
          <p:cNvSpPr>
            <a:spLocks noChangeShapeType="1"/>
          </p:cNvSpPr>
          <p:nvPr/>
        </p:nvSpPr>
        <p:spPr bwMode="auto">
          <a:xfrm flipH="1" flipV="1">
            <a:off x="4191000" y="3962400"/>
            <a:ext cx="4953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4371" name="Line 3"/>
          <p:cNvSpPr>
            <a:spLocks noChangeShapeType="1"/>
          </p:cNvSpPr>
          <p:nvPr/>
        </p:nvSpPr>
        <p:spPr bwMode="auto">
          <a:xfrm flipH="1" flipV="1">
            <a:off x="3048000" y="1295400"/>
            <a:ext cx="6096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4372" name="Object 4"/>
          <p:cNvGraphicFramePr>
            <a:graphicFrameLocks noChangeAspect="1"/>
          </p:cNvGraphicFramePr>
          <p:nvPr/>
        </p:nvGraphicFramePr>
        <p:xfrm>
          <a:off x="990600" y="4343400"/>
          <a:ext cx="13303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4" name="公式" r:id="rId3" imgW="418923" imgH="358030" progId="Equation.3">
                  <p:embed/>
                </p:oleObj>
              </mc:Choice>
              <mc:Fallback>
                <p:oleObj name="公式" r:id="rId3" imgW="418923" imgH="3580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13303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3" name="Object 5"/>
          <p:cNvGraphicFramePr>
            <a:graphicFrameLocks noChangeAspect="1"/>
          </p:cNvGraphicFramePr>
          <p:nvPr/>
        </p:nvGraphicFramePr>
        <p:xfrm>
          <a:off x="0" y="1600200"/>
          <a:ext cx="72390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5" name="公式" r:id="rId5" imgW="2781477" imgH="594313" progId="Equation.3">
                  <p:embed/>
                </p:oleObj>
              </mc:Choice>
              <mc:Fallback>
                <p:oleObj name="公式" r:id="rId5" imgW="2781477" imgH="5943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00200"/>
                        <a:ext cx="72390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4" name="Object 6"/>
          <p:cNvGraphicFramePr>
            <a:graphicFrameLocks noChangeAspect="1"/>
          </p:cNvGraphicFramePr>
          <p:nvPr/>
        </p:nvGraphicFramePr>
        <p:xfrm>
          <a:off x="450850" y="0"/>
          <a:ext cx="593248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6" name="公式" r:id="rId7" imgW="2270689" imgH="358030" progId="Equation.3">
                  <p:embed/>
                </p:oleObj>
              </mc:Choice>
              <mc:Fallback>
                <p:oleObj name="公式" r:id="rId7" imgW="2270689" imgH="3580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0"/>
                        <a:ext cx="5932488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7" name="Object 9"/>
          <p:cNvGraphicFramePr>
            <a:graphicFrameLocks noChangeAspect="1"/>
          </p:cNvGraphicFramePr>
          <p:nvPr/>
        </p:nvGraphicFramePr>
        <p:xfrm>
          <a:off x="685800" y="2895600"/>
          <a:ext cx="30638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7" name="公式" r:id="rId9" imgW="1158098" imgH="358030" progId="Equation.3">
                  <p:embed/>
                </p:oleObj>
              </mc:Choice>
              <mc:Fallback>
                <p:oleObj name="公式" r:id="rId9" imgW="1158098" imgH="3580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95600"/>
                        <a:ext cx="30638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2743200" y="2286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47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743200" y="1600200"/>
          <a:ext cx="52498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48" name="公式" r:id="rId5" imgW="1767982" imgH="213376" progId="Equation.3">
                  <p:embed/>
                </p:oleObj>
              </mc:Choice>
              <mc:Fallback>
                <p:oleObj name="公式" r:id="rId5" imgW="1767982" imgH="213376" progId="Equation.3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0"/>
                        <a:ext cx="52498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2743200" y="914400"/>
          <a:ext cx="4816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49" name="公式" r:id="rId7" imgW="1714394" imgH="213376" progId="Equation.3">
                  <p:embed/>
                </p:oleObj>
              </mc:Choice>
              <mc:Fallback>
                <p:oleObj name="公式" r:id="rId7" imgW="1714394" imgH="213376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14400"/>
                        <a:ext cx="48164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2714625" y="2438400"/>
          <a:ext cx="64293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50" name="公式" r:id="rId9" imgW="2171594" imgH="213376" progId="Equation.3">
                  <p:embed/>
                </p:oleObj>
              </mc:Choice>
              <mc:Fallback>
                <p:oleObj name="公式" r:id="rId9" imgW="2171594" imgH="213376" progId="Equation.3">
                  <p:embed/>
                  <p:pic>
                    <p:nvPicPr>
                      <p:cNvPr id="69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438400"/>
                        <a:ext cx="64293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2" name="Line 6"/>
          <p:cNvSpPr>
            <a:spLocks noChangeShapeType="1"/>
          </p:cNvSpPr>
          <p:nvPr/>
        </p:nvSpPr>
        <p:spPr bwMode="auto">
          <a:xfrm flipH="1" flipV="1">
            <a:off x="3803650" y="3200400"/>
            <a:ext cx="53403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0" y="0"/>
            <a:ext cx="1600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例：求定解问题</a:t>
            </a:r>
          </a:p>
        </p:txBody>
      </p:sp>
      <p:sp>
        <p:nvSpPr>
          <p:cNvPr id="331786" name="Rectangle 10"/>
          <p:cNvSpPr>
            <a:spLocks noChangeArrowheads="1"/>
          </p:cNvSpPr>
          <p:nvPr/>
        </p:nvSpPr>
        <p:spPr bwMode="auto">
          <a:xfrm>
            <a:off x="49213" y="3276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715819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51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115830" y="3270872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未知延拓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250009"/>
              </p:ext>
            </p:extLst>
          </p:nvPr>
        </p:nvGraphicFramePr>
        <p:xfrm>
          <a:off x="482596" y="3849216"/>
          <a:ext cx="5491956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52" name="Equation" r:id="rId13" imgW="1879560" imgH="203040" progId="Equation.DSMT4">
                  <p:embed/>
                </p:oleObj>
              </mc:Choice>
              <mc:Fallback>
                <p:oleObj name="Equation" r:id="rId13" imgW="1879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2596" y="3849216"/>
                        <a:ext cx="5491956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924604"/>
              </p:ext>
            </p:extLst>
          </p:nvPr>
        </p:nvGraphicFramePr>
        <p:xfrm>
          <a:off x="468313" y="4327525"/>
          <a:ext cx="4953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53" name="Equation" r:id="rId15" imgW="1765080" imgH="457200" progId="Equation.DSMT4">
                  <p:embed/>
                </p:oleObj>
              </mc:Choice>
              <mc:Fallback>
                <p:oleObj name="Equation" r:id="rId15" imgW="17650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8313" y="4327525"/>
                        <a:ext cx="49530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916141"/>
              </p:ext>
            </p:extLst>
          </p:nvPr>
        </p:nvGraphicFramePr>
        <p:xfrm>
          <a:off x="487970" y="5561641"/>
          <a:ext cx="51323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54" name="Equation" r:id="rId17" imgW="1828800" imgH="457200" progId="Equation.DSMT4">
                  <p:embed/>
                </p:oleObj>
              </mc:Choice>
              <mc:Fallback>
                <p:oleObj name="Equation" r:id="rId17" imgW="1828800" imgH="457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7970" y="5561641"/>
                        <a:ext cx="5132387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2203920"/>
      </p:ext>
    </p:extLst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669363"/>
              </p:ext>
            </p:extLst>
          </p:nvPr>
        </p:nvGraphicFramePr>
        <p:xfrm>
          <a:off x="1055118" y="222398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3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118" y="222398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4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508581"/>
              </p:ext>
            </p:extLst>
          </p:nvPr>
        </p:nvGraphicFramePr>
        <p:xfrm>
          <a:off x="1043608" y="908050"/>
          <a:ext cx="5491956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5" name="Equation" r:id="rId7" imgW="1879560" imgH="203040" progId="Equation.DSMT4">
                  <p:embed/>
                </p:oleObj>
              </mc:Choice>
              <mc:Fallback>
                <p:oleObj name="Equation" r:id="rId7" imgW="1879560" imgH="203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908050"/>
                        <a:ext cx="5491956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01768"/>
              </p:ext>
            </p:extLst>
          </p:nvPr>
        </p:nvGraphicFramePr>
        <p:xfrm>
          <a:off x="688888" y="1297123"/>
          <a:ext cx="4953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6" name="Equation" r:id="rId9" imgW="1765080" imgH="457200" progId="Equation.DSMT4">
                  <p:embed/>
                </p:oleObj>
              </mc:Choice>
              <mc:Fallback>
                <p:oleObj name="Equation" r:id="rId9" imgW="1765080" imgH="457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8888" y="1297123"/>
                        <a:ext cx="49530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054422"/>
              </p:ext>
            </p:extLst>
          </p:nvPr>
        </p:nvGraphicFramePr>
        <p:xfrm>
          <a:off x="599194" y="2473917"/>
          <a:ext cx="51323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7" name="Equation" r:id="rId11" imgW="1828800" imgH="457200" progId="Equation.DSMT4">
                  <p:embed/>
                </p:oleObj>
              </mc:Choice>
              <mc:Fallback>
                <p:oleObj name="Equation" r:id="rId11" imgW="1828800" imgH="4572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9194" y="2473917"/>
                        <a:ext cx="5132387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46504"/>
              </p:ext>
            </p:extLst>
          </p:nvPr>
        </p:nvGraphicFramePr>
        <p:xfrm>
          <a:off x="179512" y="3949700"/>
          <a:ext cx="8097419" cy="1105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8" name="Equation" r:id="rId13" imgW="2882880" imgH="393480" progId="Equation.DSMT4">
                  <p:embed/>
                </p:oleObj>
              </mc:Choice>
              <mc:Fallback>
                <p:oleObj name="Equation" r:id="rId13" imgW="2882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9512" y="3949700"/>
                        <a:ext cx="8097419" cy="1105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165374"/>
              </p:ext>
            </p:extLst>
          </p:nvPr>
        </p:nvGraphicFramePr>
        <p:xfrm>
          <a:off x="202513" y="4738353"/>
          <a:ext cx="8080115" cy="2021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99" name="Equation" r:id="rId15" imgW="3251160" imgH="812520" progId="Equation.DSMT4">
                  <p:embed/>
                </p:oleObj>
              </mc:Choice>
              <mc:Fallback>
                <p:oleObj name="Equation" r:id="rId15" imgW="3251160" imgH="81252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2513" y="4738353"/>
                        <a:ext cx="8080115" cy="2021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8211027"/>
      </p:ext>
    </p:extLst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225161"/>
              </p:ext>
            </p:extLst>
          </p:nvPr>
        </p:nvGraphicFramePr>
        <p:xfrm>
          <a:off x="1043608" y="116632"/>
          <a:ext cx="558641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47" name="Equation" r:id="rId3" imgW="2247840" imgH="393480" progId="Equation.DSMT4">
                  <p:embed/>
                </p:oleObj>
              </mc:Choice>
              <mc:Fallback>
                <p:oleObj name="Equation" r:id="rId3" imgW="2247840" imgH="3934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116632"/>
                        <a:ext cx="5586412" cy="979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15198" y="134076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不妨令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632459"/>
              </p:ext>
            </p:extLst>
          </p:nvPr>
        </p:nvGraphicFramePr>
        <p:xfrm>
          <a:off x="1691680" y="1127684"/>
          <a:ext cx="45148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48" name="Equation" r:id="rId5" imgW="1815840" imgH="393480" progId="Equation.DSMT4">
                  <p:embed/>
                </p:oleObj>
              </mc:Choice>
              <mc:Fallback>
                <p:oleObj name="Equation" r:id="rId5" imgW="1815840" imgH="3934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127684"/>
                        <a:ext cx="4514850" cy="979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203972"/>
              </p:ext>
            </p:extLst>
          </p:nvPr>
        </p:nvGraphicFramePr>
        <p:xfrm>
          <a:off x="323528" y="1955006"/>
          <a:ext cx="30638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49" name="Equation" r:id="rId7" imgW="1231560" imgH="393480" progId="Equation.DSMT4">
                  <p:embed/>
                </p:oleObj>
              </mc:Choice>
              <mc:Fallback>
                <p:oleObj name="Equation" r:id="rId7" imgW="123156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528" y="1955006"/>
                        <a:ext cx="3063875" cy="979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821018"/>
              </p:ext>
            </p:extLst>
          </p:nvPr>
        </p:nvGraphicFramePr>
        <p:xfrm>
          <a:off x="58704" y="2865437"/>
          <a:ext cx="9094788" cy="228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0" name="Equation" r:id="rId9" imgW="3238200" imgH="812520" progId="Equation.DSMT4">
                  <p:embed/>
                </p:oleObj>
              </mc:Choice>
              <mc:Fallback>
                <p:oleObj name="Equation" r:id="rId9" imgW="3238200" imgH="81252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704" y="2865437"/>
                        <a:ext cx="9094788" cy="228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26"/>
          <p:cNvSpPr>
            <a:spLocks noChangeArrowheads="1"/>
          </p:cNvSpPr>
          <p:nvPr/>
        </p:nvSpPr>
        <p:spPr bwMode="auto">
          <a:xfrm>
            <a:off x="381000" y="5486400"/>
            <a:ext cx="762000" cy="533400"/>
          </a:xfrm>
          <a:prstGeom prst="notchedRightArrow">
            <a:avLst>
              <a:gd name="adj1" fmla="val 50000"/>
              <a:gd name="adj2" fmla="val 35714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8" name="Object 33"/>
          <p:cNvGraphicFramePr>
            <a:graphicFrameLocks noChangeAspect="1"/>
          </p:cNvGraphicFramePr>
          <p:nvPr/>
        </p:nvGraphicFramePr>
        <p:xfrm>
          <a:off x="4038600" y="5702300"/>
          <a:ext cx="25463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1" name="公式" r:id="rId11" imgW="838271" imgH="358030" progId="Equation.3">
                  <p:embed/>
                </p:oleObj>
              </mc:Choice>
              <mc:Fallback>
                <p:oleObj name="公式" r:id="rId11" imgW="838271" imgH="358030" progId="Equation.3">
                  <p:embed/>
                  <p:pic>
                    <p:nvPicPr>
                      <p:cNvPr id="33078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702300"/>
                        <a:ext cx="254635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/>
          <p:cNvGraphicFramePr>
            <a:graphicFrameLocks noChangeAspect="1"/>
          </p:cNvGraphicFramePr>
          <p:nvPr/>
        </p:nvGraphicFramePr>
        <p:xfrm>
          <a:off x="1828800" y="5486400"/>
          <a:ext cx="15462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2" name="公式" r:id="rId13" imgW="495477" imgH="167561" progId="Equation.3">
                  <p:embed/>
                </p:oleObj>
              </mc:Choice>
              <mc:Fallback>
                <p:oleObj name="公式" r:id="rId13" imgW="495477" imgH="167561" progId="Equation.3">
                  <p:embed/>
                  <p:pic>
                    <p:nvPicPr>
                      <p:cNvPr id="33078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486400"/>
                        <a:ext cx="15462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5"/>
          <p:cNvGraphicFramePr>
            <a:graphicFrameLocks noChangeAspect="1"/>
          </p:cNvGraphicFramePr>
          <p:nvPr/>
        </p:nvGraphicFramePr>
        <p:xfrm>
          <a:off x="4343400" y="4953000"/>
          <a:ext cx="365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3" name="公式" r:id="rId15" imgW="91440" imgH="137019" progId="Equation.3">
                  <p:embed/>
                </p:oleObj>
              </mc:Choice>
              <mc:Fallback>
                <p:oleObj name="公式" r:id="rId15" imgW="91440" imgH="137019" progId="Equation.3">
                  <p:embed/>
                  <p:pic>
                    <p:nvPicPr>
                      <p:cNvPr id="33078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953000"/>
                        <a:ext cx="3651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36"/>
          <p:cNvSpPr>
            <a:spLocks/>
          </p:cNvSpPr>
          <p:nvPr/>
        </p:nvSpPr>
        <p:spPr bwMode="auto">
          <a:xfrm>
            <a:off x="3505200" y="5334000"/>
            <a:ext cx="457200" cy="838200"/>
          </a:xfrm>
          <a:prstGeom prst="leftBrace">
            <a:avLst>
              <a:gd name="adj1" fmla="val 3868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2" name="Object 38"/>
          <p:cNvGraphicFramePr>
            <a:graphicFrameLocks noChangeAspect="1"/>
          </p:cNvGraphicFramePr>
          <p:nvPr/>
        </p:nvGraphicFramePr>
        <p:xfrm>
          <a:off x="7391400" y="6096000"/>
          <a:ext cx="14351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4" name="公式" r:id="rId17" imgW="457200" imgH="137019" progId="Equation.3">
                  <p:embed/>
                </p:oleObj>
              </mc:Choice>
              <mc:Fallback>
                <p:oleObj name="公式" r:id="rId17" imgW="457200" imgH="137019" progId="Equation.3">
                  <p:embed/>
                  <p:pic>
                    <p:nvPicPr>
                      <p:cNvPr id="33079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6096000"/>
                        <a:ext cx="14351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9"/>
          <p:cNvGraphicFramePr>
            <a:graphicFrameLocks noChangeAspect="1"/>
          </p:cNvGraphicFramePr>
          <p:nvPr/>
        </p:nvGraphicFramePr>
        <p:xfrm>
          <a:off x="7315200" y="5105400"/>
          <a:ext cx="14351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5" name="公式" r:id="rId19" imgW="457200" imgH="137019" progId="Equation.3">
                  <p:embed/>
                </p:oleObj>
              </mc:Choice>
              <mc:Fallback>
                <p:oleObj name="公式" r:id="rId19" imgW="457200" imgH="137019" progId="Equation.3">
                  <p:embed/>
                  <p:pic>
                    <p:nvPicPr>
                      <p:cNvPr id="33079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105400"/>
                        <a:ext cx="14351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017190"/>
              </p:ext>
            </p:extLst>
          </p:nvPr>
        </p:nvGraphicFramePr>
        <p:xfrm>
          <a:off x="7596336" y="2370250"/>
          <a:ext cx="1414983" cy="53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56" name="Equation" r:id="rId21" imgW="406080" imgH="152280" progId="Equation.DSMT4">
                  <p:embed/>
                </p:oleObj>
              </mc:Choice>
              <mc:Fallback>
                <p:oleObj name="Equation" r:id="rId21" imgW="4060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96336" y="2370250"/>
                        <a:ext cx="1414983" cy="530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3435315"/>
      </p:ext>
    </p:extLst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324195"/>
              </p:ext>
            </p:extLst>
          </p:nvPr>
        </p:nvGraphicFramePr>
        <p:xfrm>
          <a:off x="1115616" y="22292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6" name="公式" r:id="rId3" imgW="822960" imgH="205740" progId="Equation.3">
                  <p:embed/>
                </p:oleObj>
              </mc:Choice>
              <mc:Fallback>
                <p:oleObj name="公式" r:id="rId3" imgW="822960" imgH="205740" progId="Equation.3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2292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739886"/>
              </p:ext>
            </p:extLst>
          </p:nvPr>
        </p:nvGraphicFramePr>
        <p:xfrm>
          <a:off x="1115616" y="1594520"/>
          <a:ext cx="52498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7" name="公式" r:id="rId5" imgW="1767982" imgH="213376" progId="Equation.3">
                  <p:embed/>
                </p:oleObj>
              </mc:Choice>
              <mc:Fallback>
                <p:oleObj name="公式" r:id="rId5" imgW="1767982" imgH="213376" progId="Equation.3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594520"/>
                        <a:ext cx="52498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453859"/>
              </p:ext>
            </p:extLst>
          </p:nvPr>
        </p:nvGraphicFramePr>
        <p:xfrm>
          <a:off x="1115616" y="908720"/>
          <a:ext cx="4816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8" name="公式" r:id="rId7" imgW="1714394" imgH="213376" progId="Equation.3">
                  <p:embed/>
                </p:oleObj>
              </mc:Choice>
              <mc:Fallback>
                <p:oleObj name="公式" r:id="rId7" imgW="1714394" imgH="213376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908720"/>
                        <a:ext cx="48164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597207"/>
              </p:ext>
            </p:extLst>
          </p:nvPr>
        </p:nvGraphicFramePr>
        <p:xfrm>
          <a:off x="1112401" y="2238642"/>
          <a:ext cx="6290393" cy="8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9" name="Equation" r:id="rId9" imgW="1993680" imgH="253800" progId="Equation.DSMT4">
                  <p:embed/>
                </p:oleObj>
              </mc:Choice>
              <mc:Fallback>
                <p:oleObj name="Equation" r:id="rId9" imgW="1993680" imgH="253800" progId="Equation.DSMT4">
                  <p:embed/>
                  <p:pic>
                    <p:nvPicPr>
                      <p:cNvPr id="69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401" y="2238642"/>
                        <a:ext cx="6290393" cy="8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111450"/>
              </p:ext>
            </p:extLst>
          </p:nvPr>
        </p:nvGraphicFramePr>
        <p:xfrm>
          <a:off x="910813" y="3135114"/>
          <a:ext cx="26384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20" name="Equation" r:id="rId11" imgW="939600" imgH="393480" progId="Equation.DSMT4">
                  <p:embed/>
                </p:oleObj>
              </mc:Choice>
              <mc:Fallback>
                <p:oleObj name="Equation" r:id="rId11" imgW="93960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0813" y="3135114"/>
                        <a:ext cx="2638425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1840" y="4399528"/>
            <a:ext cx="5880081" cy="16868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87591B-6A5B-4689-84D3-021D630658C4}"/>
              </a:ext>
            </a:extLst>
          </p:cNvPr>
          <p:cNvSpPr txBox="1"/>
          <p:nvPr/>
        </p:nvSpPr>
        <p:spPr>
          <a:xfrm>
            <a:off x="683568" y="4725144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只剩正方向了</a:t>
            </a:r>
          </a:p>
        </p:txBody>
      </p:sp>
    </p:spTree>
    <p:extLst>
      <p:ext uri="{BB962C8B-B14F-4D97-AF65-F5344CB8AC3E}">
        <p14:creationId xmlns:p14="http://schemas.microsoft.com/office/powerpoint/2010/main" val="835798036"/>
      </p:ext>
    </p:extLst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ChangeArrowheads="1"/>
          </p:cNvSpPr>
          <p:nvPr/>
        </p:nvSpPr>
        <p:spPr bwMode="auto">
          <a:xfrm>
            <a:off x="0" y="0"/>
            <a:ext cx="4648200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（四）、达朗贝解的适定性</a:t>
            </a:r>
          </a:p>
        </p:txBody>
      </p:sp>
      <p:graphicFrame>
        <p:nvGraphicFramePr>
          <p:cNvPr id="315396" name="Object 4"/>
          <p:cNvGraphicFramePr>
            <a:graphicFrameLocks noChangeAspect="1"/>
          </p:cNvGraphicFramePr>
          <p:nvPr/>
        </p:nvGraphicFramePr>
        <p:xfrm>
          <a:off x="7315200" y="3200400"/>
          <a:ext cx="110966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6" name="公式" r:id="rId3" imgW="342794" imgH="175197" progId="Equation.3">
                  <p:embed/>
                </p:oleObj>
              </mc:Choice>
              <mc:Fallback>
                <p:oleObj name="公式" r:id="rId3" imgW="342794" imgH="17519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200400"/>
                        <a:ext cx="110966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/>
          <p:cNvGraphicFramePr>
            <a:graphicFrameLocks noChangeAspect="1"/>
          </p:cNvGraphicFramePr>
          <p:nvPr/>
        </p:nvGraphicFramePr>
        <p:xfrm>
          <a:off x="457200" y="3657600"/>
          <a:ext cx="18859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7" name="公式" r:id="rId5" imgW="647735" imgH="213376" progId="Equation.3">
                  <p:embed/>
                </p:oleObj>
              </mc:Choice>
              <mc:Fallback>
                <p:oleObj name="公式" r:id="rId5" imgW="647735" imgH="2133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18859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1" name="Line 9"/>
          <p:cNvSpPr>
            <a:spLocks noChangeShapeType="1"/>
          </p:cNvSpPr>
          <p:nvPr/>
        </p:nvSpPr>
        <p:spPr bwMode="auto">
          <a:xfrm flipH="1" flipV="1">
            <a:off x="3803650" y="2133600"/>
            <a:ext cx="534035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03" name="Rectangle 11"/>
          <p:cNvSpPr>
            <a:spLocks noChangeArrowheads="1"/>
          </p:cNvSpPr>
          <p:nvPr/>
        </p:nvSpPr>
        <p:spPr bwMode="auto">
          <a:xfrm>
            <a:off x="533400" y="2898775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考虑初始条件有两组，差别微小</a:t>
            </a:r>
          </a:p>
        </p:txBody>
      </p:sp>
      <p:sp>
        <p:nvSpPr>
          <p:cNvPr id="315406" name="Rectangle 14"/>
          <p:cNvSpPr>
            <a:spLocks noChangeArrowheads="1"/>
          </p:cNvSpPr>
          <p:nvPr/>
        </p:nvSpPr>
        <p:spPr bwMode="auto">
          <a:xfrm>
            <a:off x="533400" y="990600"/>
            <a:ext cx="7086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有直到二阶导数，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en-US" sz="2800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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x)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有直到一阶导数，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达朗贝解存在</a:t>
            </a:r>
          </a:p>
        </p:txBody>
      </p:sp>
      <p:sp>
        <p:nvSpPr>
          <p:cNvPr id="315407" name="Rectangle 15"/>
          <p:cNvSpPr>
            <a:spLocks noChangeArrowheads="1"/>
          </p:cNvSpPr>
          <p:nvPr/>
        </p:nvSpPr>
        <p:spPr bwMode="auto">
          <a:xfrm>
            <a:off x="-39688" y="457200"/>
            <a:ext cx="359092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、达朗贝解的存在性</a:t>
            </a:r>
          </a:p>
        </p:txBody>
      </p:sp>
      <p:sp>
        <p:nvSpPr>
          <p:cNvPr id="315408" name="Rectangle 16"/>
          <p:cNvSpPr>
            <a:spLocks noChangeArrowheads="1"/>
          </p:cNvSpPr>
          <p:nvPr/>
        </p:nvSpPr>
        <p:spPr bwMode="auto">
          <a:xfrm>
            <a:off x="0" y="2133600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、达朗贝解的稳定性</a:t>
            </a:r>
          </a:p>
        </p:txBody>
      </p:sp>
      <p:graphicFrame>
        <p:nvGraphicFramePr>
          <p:cNvPr id="315409" name="Object 17"/>
          <p:cNvGraphicFramePr>
            <a:graphicFrameLocks noChangeAspect="1"/>
          </p:cNvGraphicFramePr>
          <p:nvPr/>
        </p:nvGraphicFramePr>
        <p:xfrm>
          <a:off x="7315200" y="4114800"/>
          <a:ext cx="114141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8" name="公式" r:id="rId7" imgW="358105" imgH="175197" progId="Equation.3">
                  <p:embed/>
                </p:oleObj>
              </mc:Choice>
              <mc:Fallback>
                <p:oleObj name="公式" r:id="rId7" imgW="358105" imgH="17519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114800"/>
                        <a:ext cx="114141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18387"/>
              </p:ext>
            </p:extLst>
          </p:nvPr>
        </p:nvGraphicFramePr>
        <p:xfrm>
          <a:off x="5097023" y="3671269"/>
          <a:ext cx="1869134" cy="760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9" name="Equation" r:id="rId9" imgW="749160" imgH="253800" progId="Equation.DSMT4">
                  <p:embed/>
                </p:oleObj>
              </mc:Choice>
              <mc:Fallback>
                <p:oleObj name="Equation" r:id="rId9" imgW="749160" imgH="253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023" y="3671269"/>
                        <a:ext cx="1869134" cy="760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1" name="Object 19"/>
          <p:cNvGraphicFramePr>
            <a:graphicFrameLocks noChangeAspect="1"/>
          </p:cNvGraphicFramePr>
          <p:nvPr/>
        </p:nvGraphicFramePr>
        <p:xfrm>
          <a:off x="762000" y="4953000"/>
          <a:ext cx="31067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0" name="公式" r:id="rId11" imgW="1089625" imgH="213376" progId="Equation.3">
                  <p:embed/>
                </p:oleObj>
              </mc:Choice>
              <mc:Fallback>
                <p:oleObj name="公式" r:id="rId11" imgW="1089625" imgH="21337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53000"/>
                        <a:ext cx="31067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/>
        </p:nvGraphicFramePr>
        <p:xfrm>
          <a:off x="5715000" y="4953000"/>
          <a:ext cx="31416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1" name="公式" r:id="rId13" imgW="1104935" imgH="213376" progId="Equation.3">
                  <p:embed/>
                </p:oleObj>
              </mc:Choice>
              <mc:Fallback>
                <p:oleObj name="公式" r:id="rId13" imgW="1104935" imgH="21337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953000"/>
                        <a:ext cx="31416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13" name="AutoShape 21"/>
          <p:cNvSpPr>
            <a:spLocks/>
          </p:cNvSpPr>
          <p:nvPr/>
        </p:nvSpPr>
        <p:spPr bwMode="auto">
          <a:xfrm>
            <a:off x="2362200" y="35814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15414" name="AutoShape 22"/>
          <p:cNvSpPr>
            <a:spLocks/>
          </p:cNvSpPr>
          <p:nvPr/>
        </p:nvSpPr>
        <p:spPr bwMode="auto">
          <a:xfrm>
            <a:off x="7010400" y="35814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5415" name="Object 23"/>
          <p:cNvGraphicFramePr>
            <a:graphicFrameLocks noChangeAspect="1"/>
          </p:cNvGraphicFramePr>
          <p:nvPr/>
        </p:nvGraphicFramePr>
        <p:xfrm>
          <a:off x="2590800" y="3276600"/>
          <a:ext cx="10128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2" name="公式" r:id="rId15" imgW="327483" imgH="175197" progId="Equation.3">
                  <p:embed/>
                </p:oleObj>
              </mc:Choice>
              <mc:Fallback>
                <p:oleObj name="公式" r:id="rId15" imgW="327483" imgH="17519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76600"/>
                        <a:ext cx="10128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6" name="Object 24"/>
          <p:cNvGraphicFramePr>
            <a:graphicFrameLocks noChangeAspect="1"/>
          </p:cNvGraphicFramePr>
          <p:nvPr/>
        </p:nvGraphicFramePr>
        <p:xfrm>
          <a:off x="2667000" y="4191000"/>
          <a:ext cx="10477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3" name="公式" r:id="rId17" imgW="342794" imgH="175197" progId="Equation.3">
                  <p:embed/>
                </p:oleObj>
              </mc:Choice>
              <mc:Fallback>
                <p:oleObj name="公式" r:id="rId17" imgW="342794" imgH="175197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91000"/>
                        <a:ext cx="10477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423" name="Object 7"/>
          <p:cNvGraphicFramePr>
            <a:graphicFrameLocks noChangeAspect="1"/>
          </p:cNvGraphicFramePr>
          <p:nvPr/>
        </p:nvGraphicFramePr>
        <p:xfrm>
          <a:off x="533400" y="0"/>
          <a:ext cx="31067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3" name="公式" r:id="rId3" imgW="1089625" imgH="213376" progId="Equation.3">
                  <p:embed/>
                </p:oleObj>
              </mc:Choice>
              <mc:Fallback>
                <p:oleObj name="公式" r:id="rId3" imgW="1089625" imgH="21337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0"/>
                        <a:ext cx="31067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4" name="Object 8"/>
          <p:cNvGraphicFramePr>
            <a:graphicFrameLocks noChangeAspect="1"/>
          </p:cNvGraphicFramePr>
          <p:nvPr/>
        </p:nvGraphicFramePr>
        <p:xfrm>
          <a:off x="5410200" y="0"/>
          <a:ext cx="31416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4" name="公式" r:id="rId5" imgW="1104935" imgH="213376" progId="Equation.3">
                  <p:embed/>
                </p:oleObj>
              </mc:Choice>
              <mc:Fallback>
                <p:oleObj name="公式" r:id="rId5" imgW="1104935" imgH="21337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0"/>
                        <a:ext cx="31416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9" name="Line 13"/>
          <p:cNvSpPr>
            <a:spLocks noChangeShapeType="1"/>
          </p:cNvSpPr>
          <p:nvPr/>
        </p:nvSpPr>
        <p:spPr bwMode="auto">
          <a:xfrm flipH="1" flipV="1">
            <a:off x="3657600" y="838200"/>
            <a:ext cx="54102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6430" name="Object 14"/>
          <p:cNvGraphicFramePr>
            <a:graphicFrameLocks noChangeAspect="1"/>
          </p:cNvGraphicFramePr>
          <p:nvPr/>
        </p:nvGraphicFramePr>
        <p:xfrm>
          <a:off x="0" y="990600"/>
          <a:ext cx="72390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5" name="公式" r:id="rId7" imgW="2781477" imgH="358030" progId="Equation.3">
                  <p:embed/>
                </p:oleObj>
              </mc:Choice>
              <mc:Fallback>
                <p:oleObj name="公式" r:id="rId7" imgW="2781477" imgH="358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90600"/>
                        <a:ext cx="72390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997796"/>
              </p:ext>
            </p:extLst>
          </p:nvPr>
        </p:nvGraphicFramePr>
        <p:xfrm>
          <a:off x="323528" y="2101812"/>
          <a:ext cx="5567363" cy="111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6" name="Equation" r:id="rId9" imgW="2070000" imgH="393480" progId="Equation.DSMT4">
                  <p:embed/>
                </p:oleObj>
              </mc:Choice>
              <mc:Fallback>
                <p:oleObj name="Equation" r:id="rId9" imgW="207000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101812"/>
                        <a:ext cx="5567363" cy="111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2" name="Line 16"/>
          <p:cNvSpPr>
            <a:spLocks noChangeShapeType="1"/>
          </p:cNvSpPr>
          <p:nvPr/>
        </p:nvSpPr>
        <p:spPr bwMode="auto">
          <a:xfrm flipH="1" flipV="1">
            <a:off x="4800600" y="2209800"/>
            <a:ext cx="4343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6433" name="Object 17"/>
          <p:cNvGraphicFramePr>
            <a:graphicFrameLocks noChangeAspect="1"/>
          </p:cNvGraphicFramePr>
          <p:nvPr/>
        </p:nvGraphicFramePr>
        <p:xfrm>
          <a:off x="1600200" y="3200400"/>
          <a:ext cx="42068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7" name="公式" r:id="rId11" imgW="1600413" imgH="358030" progId="Equation.3">
                  <p:embed/>
                </p:oleObj>
              </mc:Choice>
              <mc:Fallback>
                <p:oleObj name="公式" r:id="rId11" imgW="1600413" imgH="3580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00400"/>
                        <a:ext cx="42068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4" name="Object 18"/>
          <p:cNvGraphicFramePr>
            <a:graphicFrameLocks noChangeAspect="1"/>
          </p:cNvGraphicFramePr>
          <p:nvPr/>
        </p:nvGraphicFramePr>
        <p:xfrm>
          <a:off x="1600200" y="4267200"/>
          <a:ext cx="44005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8" name="公式" r:id="rId13" imgW="1676542" imgH="358030" progId="Equation.3">
                  <p:embed/>
                </p:oleObj>
              </mc:Choice>
              <mc:Fallback>
                <p:oleObj name="公式" r:id="rId13" imgW="1676542" imgH="3580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267200"/>
                        <a:ext cx="44005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5" name="Object 19"/>
          <p:cNvGraphicFramePr>
            <a:graphicFrameLocks noChangeAspect="1"/>
          </p:cNvGraphicFramePr>
          <p:nvPr/>
        </p:nvGraphicFramePr>
        <p:xfrm>
          <a:off x="1524000" y="5334000"/>
          <a:ext cx="4572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9" name="公式" r:id="rId15" imgW="1622954" imgH="358030" progId="Equation.3">
                  <p:embed/>
                </p:oleObj>
              </mc:Choice>
              <mc:Fallback>
                <p:oleObj name="公式" r:id="rId15" imgW="1622954" imgH="3580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0"/>
                        <a:ext cx="4572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6" name="Object 20"/>
          <p:cNvGraphicFramePr>
            <a:graphicFrameLocks noChangeAspect="1"/>
          </p:cNvGraphicFramePr>
          <p:nvPr/>
        </p:nvGraphicFramePr>
        <p:xfrm>
          <a:off x="6172200" y="5638800"/>
          <a:ext cx="17049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20" name="公式" r:id="rId17" imgW="586917" imgH="167561" progId="Equation.3">
                  <p:embed/>
                </p:oleObj>
              </mc:Choice>
              <mc:Fallback>
                <p:oleObj name="公式" r:id="rId17" imgW="586917" imgH="16756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638800"/>
                        <a:ext cx="17049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7" name="Rectangle 21"/>
          <p:cNvSpPr>
            <a:spLocks noChangeArrowheads="1"/>
          </p:cNvSpPr>
          <p:nvPr/>
        </p:nvSpPr>
        <p:spPr bwMode="auto">
          <a:xfrm>
            <a:off x="6019800" y="6338888"/>
            <a:ext cx="2695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达朗贝解的稳定</a:t>
            </a:r>
          </a:p>
        </p:txBody>
      </p:sp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ChangeArrowheads="1"/>
          </p:cNvSpPr>
          <p:nvPr/>
        </p:nvSpPr>
        <p:spPr bwMode="auto">
          <a:xfrm>
            <a:off x="0" y="2590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sp>
        <p:nvSpPr>
          <p:cNvPr id="78851" name="Line 5"/>
          <p:cNvSpPr>
            <a:spLocks noChangeShapeType="1"/>
          </p:cNvSpPr>
          <p:nvPr/>
        </p:nvSpPr>
        <p:spPr bwMode="auto">
          <a:xfrm flipH="1">
            <a:off x="3810000" y="2514600"/>
            <a:ext cx="53340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2" name="Rectangle 6"/>
          <p:cNvSpPr>
            <a:spLocks noChangeArrowheads="1"/>
          </p:cNvSpPr>
          <p:nvPr/>
        </p:nvSpPr>
        <p:spPr bwMode="auto">
          <a:xfrm>
            <a:off x="152400" y="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例：求定解问题</a:t>
            </a:r>
          </a:p>
        </p:txBody>
      </p:sp>
      <p:graphicFrame>
        <p:nvGraphicFramePr>
          <p:cNvPr id="78853" name="Object 7"/>
          <p:cNvGraphicFramePr>
            <a:graphicFrameLocks noChangeAspect="1"/>
          </p:cNvGraphicFramePr>
          <p:nvPr/>
        </p:nvGraphicFramePr>
        <p:xfrm>
          <a:off x="1828800" y="533400"/>
          <a:ext cx="500856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57" name="Equation" r:id="rId3" imgW="1958517" imgH="190469" progId="Equation.DSMT4">
                  <p:embed/>
                </p:oleObj>
              </mc:Choice>
              <mc:Fallback>
                <p:oleObj name="Equation" r:id="rId3" imgW="1958517" imgH="19046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33400"/>
                        <a:ext cx="500856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8"/>
          <p:cNvGraphicFramePr>
            <a:graphicFrameLocks noChangeAspect="1"/>
          </p:cNvGraphicFramePr>
          <p:nvPr/>
        </p:nvGraphicFramePr>
        <p:xfrm>
          <a:off x="1828800" y="1219200"/>
          <a:ext cx="41084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58" name="公式" r:id="rId5" imgW="1371600" imgH="167561" progId="Equation.3">
                  <p:embed/>
                </p:oleObj>
              </mc:Choice>
              <mc:Fallback>
                <p:oleObj name="公式" r:id="rId5" imgW="1371600" imgH="1675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19200"/>
                        <a:ext cx="41084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137010"/>
              </p:ext>
            </p:extLst>
          </p:nvPr>
        </p:nvGraphicFramePr>
        <p:xfrm>
          <a:off x="1778000" y="1766888"/>
          <a:ext cx="4090144" cy="62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59" name="Equation" r:id="rId7" imgW="1346040" imgH="203040" progId="Equation.DSMT4">
                  <p:embed/>
                </p:oleObj>
              </mc:Choice>
              <mc:Fallback>
                <p:oleObj name="Equation" r:id="rId7" imgW="134604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1766888"/>
                        <a:ext cx="4090144" cy="628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AutoShape 10"/>
          <p:cNvSpPr>
            <a:spLocks/>
          </p:cNvSpPr>
          <p:nvPr/>
        </p:nvSpPr>
        <p:spPr bwMode="auto">
          <a:xfrm>
            <a:off x="1219200" y="762000"/>
            <a:ext cx="457200" cy="1447800"/>
          </a:xfrm>
          <a:prstGeom prst="leftBrace">
            <a:avLst>
              <a:gd name="adj1" fmla="val 263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4075" name="Rectangle 11"/>
          <p:cNvSpPr>
            <a:spLocks noChangeArrowheads="1"/>
          </p:cNvSpPr>
          <p:nvPr/>
        </p:nvSpPr>
        <p:spPr bwMode="auto">
          <a:xfrm>
            <a:off x="685800" y="2743200"/>
            <a:ext cx="731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方程（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）对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求导后减去（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）对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求导变化为</a:t>
            </a:r>
          </a:p>
        </p:txBody>
      </p:sp>
      <p:sp>
        <p:nvSpPr>
          <p:cNvPr id="78858" name="Rectangle 16"/>
          <p:cNvSpPr>
            <a:spLocks noChangeArrowheads="1"/>
          </p:cNvSpPr>
          <p:nvPr/>
        </p:nvSpPr>
        <p:spPr bwMode="auto">
          <a:xfrm>
            <a:off x="7772400" y="533400"/>
            <a:ext cx="107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344081" name="Object 17"/>
          <p:cNvGraphicFramePr>
            <a:graphicFrameLocks noChangeAspect="1"/>
          </p:cNvGraphicFramePr>
          <p:nvPr/>
        </p:nvGraphicFramePr>
        <p:xfrm>
          <a:off x="3048000" y="3276600"/>
          <a:ext cx="21066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0" name="公式" r:id="rId9" imgW="686013" imgH="190469" progId="Equation.3">
                  <p:embed/>
                </p:oleObj>
              </mc:Choice>
              <mc:Fallback>
                <p:oleObj name="公式" r:id="rId9" imgW="686013" imgH="19046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76600"/>
                        <a:ext cx="21066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83" name="Rectangle 19"/>
          <p:cNvSpPr>
            <a:spLocks noChangeArrowheads="1"/>
          </p:cNvSpPr>
          <p:nvPr/>
        </p:nvSpPr>
        <p:spPr bwMode="auto">
          <a:xfrm>
            <a:off x="7620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解为</a:t>
            </a:r>
          </a:p>
        </p:txBody>
      </p:sp>
      <p:graphicFrame>
        <p:nvGraphicFramePr>
          <p:cNvPr id="344084" name="Object 20"/>
          <p:cNvGraphicFramePr>
            <a:graphicFrameLocks noChangeAspect="1"/>
          </p:cNvGraphicFramePr>
          <p:nvPr/>
        </p:nvGraphicFramePr>
        <p:xfrm>
          <a:off x="2971800" y="3886200"/>
          <a:ext cx="3697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1" name="公式" r:id="rId11" imgW="1386911" imgH="175197" progId="Equation.3">
                  <p:embed/>
                </p:oleObj>
              </mc:Choice>
              <mc:Fallback>
                <p:oleObj name="公式" r:id="rId11" imgW="1386911" imgH="17519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86200"/>
                        <a:ext cx="3697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85" name="Rectangle 21"/>
          <p:cNvSpPr>
            <a:spLocks noChangeArrowheads="1"/>
          </p:cNvSpPr>
          <p:nvPr/>
        </p:nvSpPr>
        <p:spPr bwMode="auto">
          <a:xfrm>
            <a:off x="381000" y="5715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sp>
        <p:nvSpPr>
          <p:cNvPr id="344086" name="Rectangle 22"/>
          <p:cNvSpPr>
            <a:spLocks noChangeArrowheads="1"/>
          </p:cNvSpPr>
          <p:nvPr/>
        </p:nvSpPr>
        <p:spPr bwMode="auto">
          <a:xfrm>
            <a:off x="2057400" y="44958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）式有</a:t>
            </a:r>
          </a:p>
        </p:txBody>
      </p:sp>
      <p:graphicFrame>
        <p:nvGraphicFramePr>
          <p:cNvPr id="344087" name="Object 23"/>
          <p:cNvGraphicFramePr>
            <a:graphicFrameLocks noChangeAspect="1"/>
          </p:cNvGraphicFramePr>
          <p:nvPr/>
        </p:nvGraphicFramePr>
        <p:xfrm>
          <a:off x="304800" y="5029200"/>
          <a:ext cx="73945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2" name="公式" r:id="rId13" imgW="2804018" imgH="175197" progId="Equation.3">
                  <p:embed/>
                </p:oleObj>
              </mc:Choice>
              <mc:Fallback>
                <p:oleObj name="公式" r:id="rId13" imgW="2804018" imgH="17519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029200"/>
                        <a:ext cx="73945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88" name="Object 24"/>
          <p:cNvGraphicFramePr>
            <a:graphicFrameLocks noChangeAspect="1"/>
          </p:cNvGraphicFramePr>
          <p:nvPr/>
        </p:nvGraphicFramePr>
        <p:xfrm>
          <a:off x="1981200" y="5715000"/>
          <a:ext cx="2311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3" name="公式" r:id="rId15" imgW="853582" imgH="175197" progId="Equation.3">
                  <p:embed/>
                </p:oleObj>
              </mc:Choice>
              <mc:Fallback>
                <p:oleObj name="公式" r:id="rId15" imgW="853582" imgH="175197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715000"/>
                        <a:ext cx="23114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89" name="Object 25"/>
          <p:cNvGraphicFramePr>
            <a:graphicFrameLocks noChangeAspect="1"/>
          </p:cNvGraphicFramePr>
          <p:nvPr/>
        </p:nvGraphicFramePr>
        <p:xfrm>
          <a:off x="5449888" y="5715000"/>
          <a:ext cx="20796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64" name="公式" r:id="rId17" imgW="762142" imgH="175197" progId="Equation.3">
                  <p:embed/>
                </p:oleObj>
              </mc:Choice>
              <mc:Fallback>
                <p:oleObj name="公式" r:id="rId17" imgW="762142" imgH="175197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5715000"/>
                        <a:ext cx="20796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90" name="AutoShape 26"/>
          <p:cNvSpPr>
            <a:spLocks noChangeArrowheads="1"/>
          </p:cNvSpPr>
          <p:nvPr/>
        </p:nvSpPr>
        <p:spPr bwMode="auto">
          <a:xfrm>
            <a:off x="2057400" y="3352800"/>
            <a:ext cx="381000" cy="5334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4091" name="AutoShape 27"/>
          <p:cNvSpPr>
            <a:spLocks noChangeArrowheads="1"/>
          </p:cNvSpPr>
          <p:nvPr/>
        </p:nvSpPr>
        <p:spPr bwMode="auto">
          <a:xfrm>
            <a:off x="4495800" y="5715000"/>
            <a:ext cx="381000" cy="5334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1" name="Line 3"/>
          <p:cNvSpPr>
            <a:spLocks noChangeShapeType="1"/>
          </p:cNvSpPr>
          <p:nvPr/>
        </p:nvSpPr>
        <p:spPr bwMode="auto">
          <a:xfrm flipH="1">
            <a:off x="3810000" y="22098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5094" name="Object 6"/>
          <p:cNvGraphicFramePr>
            <a:graphicFrameLocks noChangeAspect="1"/>
          </p:cNvGraphicFramePr>
          <p:nvPr/>
        </p:nvGraphicFramePr>
        <p:xfrm>
          <a:off x="3962400" y="914400"/>
          <a:ext cx="41084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49" name="公式" r:id="rId3" imgW="1371600" imgH="167561" progId="Equation.3">
                  <p:embed/>
                </p:oleObj>
              </mc:Choice>
              <mc:Fallback>
                <p:oleObj name="公式" r:id="rId3" imgW="1371600" imgH="1675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914400"/>
                        <a:ext cx="41084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886634"/>
              </p:ext>
            </p:extLst>
          </p:nvPr>
        </p:nvGraphicFramePr>
        <p:xfrm>
          <a:off x="3962400" y="1485241"/>
          <a:ext cx="3816424" cy="62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0" name="Equation" r:id="rId5" imgW="1346040" imgH="203040" progId="Equation.DSMT4">
                  <p:embed/>
                </p:oleObj>
              </mc:Choice>
              <mc:Fallback>
                <p:oleObj name="Equation" r:id="rId5" imgW="134604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485241"/>
                        <a:ext cx="3816424" cy="626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6" name="AutoShape 8"/>
          <p:cNvSpPr>
            <a:spLocks/>
          </p:cNvSpPr>
          <p:nvPr/>
        </p:nvSpPr>
        <p:spPr bwMode="auto">
          <a:xfrm>
            <a:off x="3352800" y="1219200"/>
            <a:ext cx="457200" cy="685800"/>
          </a:xfrm>
          <a:prstGeom prst="leftBrace">
            <a:avLst>
              <a:gd name="adj1" fmla="val 12500"/>
              <a:gd name="adj2" fmla="val 5370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7987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687696"/>
              </p:ext>
            </p:extLst>
          </p:nvPr>
        </p:nvGraphicFramePr>
        <p:xfrm>
          <a:off x="423491" y="92869"/>
          <a:ext cx="6053510" cy="730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1" name="Equation" r:id="rId7" imgW="2273040" imgH="228600" progId="Equation.DSMT4">
                  <p:embed/>
                </p:oleObj>
              </mc:Choice>
              <mc:Fallback>
                <p:oleObj name="Equation" r:id="rId7" imgW="227304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491" y="92869"/>
                        <a:ext cx="6053510" cy="730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03" name="Rectangle 15"/>
          <p:cNvSpPr>
            <a:spLocks noChangeArrowheads="1"/>
          </p:cNvSpPr>
          <p:nvPr/>
        </p:nvSpPr>
        <p:spPr bwMode="auto">
          <a:xfrm>
            <a:off x="533400" y="1295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代入边界条件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273715"/>
              </p:ext>
            </p:extLst>
          </p:nvPr>
        </p:nvGraphicFramePr>
        <p:xfrm>
          <a:off x="693009" y="2318562"/>
          <a:ext cx="5799882" cy="1265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2" name="Equation" r:id="rId9" imgW="2095200" imgH="457200" progId="Equation.DSMT4">
                  <p:embed/>
                </p:oleObj>
              </mc:Choice>
              <mc:Fallback>
                <p:oleObj name="Equation" r:id="rId9" imgW="2095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3009" y="2318562"/>
                        <a:ext cx="5799882" cy="1265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558139"/>
              </p:ext>
            </p:extLst>
          </p:nvPr>
        </p:nvGraphicFramePr>
        <p:xfrm>
          <a:off x="889000" y="5758408"/>
          <a:ext cx="623888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3" name="公式" r:id="rId11" imgW="205846" imgH="99264" progId="Equation.3">
                  <p:embed/>
                </p:oleObj>
              </mc:Choice>
              <mc:Fallback>
                <p:oleObj name="公式" r:id="rId11" imgW="205846" imgH="99264" progId="Equation.3">
                  <p:embed/>
                  <p:pic>
                    <p:nvPicPr>
                      <p:cNvPr id="34613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5758408"/>
                        <a:ext cx="623888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24"/>
          <p:cNvSpPr>
            <a:spLocks/>
          </p:cNvSpPr>
          <p:nvPr/>
        </p:nvSpPr>
        <p:spPr bwMode="auto">
          <a:xfrm>
            <a:off x="1574800" y="5606008"/>
            <a:ext cx="381000" cy="685800"/>
          </a:xfrm>
          <a:prstGeom prst="leftBrace">
            <a:avLst>
              <a:gd name="adj1" fmla="val 15000"/>
              <a:gd name="adj2" fmla="val 5370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534927"/>
              </p:ext>
            </p:extLst>
          </p:nvPr>
        </p:nvGraphicFramePr>
        <p:xfrm>
          <a:off x="2032000" y="5301208"/>
          <a:ext cx="1320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4" name="公式" r:id="rId13" imgW="472511" imgH="167561" progId="Equation.3">
                  <p:embed/>
                </p:oleObj>
              </mc:Choice>
              <mc:Fallback>
                <p:oleObj name="公式" r:id="rId13" imgW="472511" imgH="167561" progId="Equation.3">
                  <p:embed/>
                  <p:pic>
                    <p:nvPicPr>
                      <p:cNvPr id="34613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5301208"/>
                        <a:ext cx="13208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389090"/>
              </p:ext>
            </p:extLst>
          </p:nvPr>
        </p:nvGraphicFramePr>
        <p:xfrm>
          <a:off x="2108200" y="6063208"/>
          <a:ext cx="11922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5" name="公式" r:id="rId15" imgW="480166" imgH="167561" progId="Equation.3">
                  <p:embed/>
                </p:oleObj>
              </mc:Choice>
              <mc:Fallback>
                <p:oleObj name="公式" r:id="rId15" imgW="480166" imgH="167561" progId="Equation.3">
                  <p:embed/>
                  <p:pic>
                    <p:nvPicPr>
                      <p:cNvPr id="34613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6063208"/>
                        <a:ext cx="11922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144824"/>
              </p:ext>
            </p:extLst>
          </p:nvPr>
        </p:nvGraphicFramePr>
        <p:xfrm>
          <a:off x="4318000" y="5377408"/>
          <a:ext cx="13811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6" name="公式" r:id="rId17" imgW="495477" imgH="137019" progId="Equation.3">
                  <p:embed/>
                </p:oleObj>
              </mc:Choice>
              <mc:Fallback>
                <p:oleObj name="公式" r:id="rId17" imgW="495477" imgH="137019" progId="Equation.3">
                  <p:embed/>
                  <p:pic>
                    <p:nvPicPr>
                      <p:cNvPr id="3461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5377408"/>
                        <a:ext cx="13811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483687"/>
              </p:ext>
            </p:extLst>
          </p:nvPr>
        </p:nvGraphicFramePr>
        <p:xfrm>
          <a:off x="4265613" y="6076592"/>
          <a:ext cx="1433512" cy="542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7" name="Equation" r:id="rId19" imgW="533160" imgH="177480" progId="Equation.DSMT4">
                  <p:embed/>
                </p:oleObj>
              </mc:Choice>
              <mc:Fallback>
                <p:oleObj name="Equation" r:id="rId19" imgW="533160" imgH="177480" progId="Equation.DSMT4">
                  <p:embed/>
                  <p:pic>
                    <p:nvPicPr>
                      <p:cNvPr id="3461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3" y="6076592"/>
                        <a:ext cx="1433512" cy="542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439408"/>
              </p:ext>
            </p:extLst>
          </p:nvPr>
        </p:nvGraphicFramePr>
        <p:xfrm>
          <a:off x="533400" y="3649601"/>
          <a:ext cx="4420823" cy="138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8" name="Equation" r:id="rId21" imgW="1460160" imgH="457200" progId="Equation.DSMT4">
                  <p:embed/>
                </p:oleObj>
              </mc:Choice>
              <mc:Fallback>
                <p:oleObj name="Equation" r:id="rId21" imgW="14601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3400" y="3649601"/>
                        <a:ext cx="4420823" cy="1383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4203C3E-06FA-4447-8B89-55F755821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908358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59" name="Equation" r:id="rId23" imgW="914400" imgH="198720" progId="Equation.DSMT4">
                  <p:embed/>
                </p:oleObj>
              </mc:Choice>
              <mc:Fallback>
                <p:oleObj name="Equation" r:id="rId2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366EEDD5-02FC-4B7E-869E-550E3C456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009221"/>
              </p:ext>
            </p:extLst>
          </p:nvPr>
        </p:nvGraphicFramePr>
        <p:xfrm>
          <a:off x="1547664" y="188640"/>
          <a:ext cx="500856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0" name="Equation" r:id="rId3" imgW="1958517" imgH="190469" progId="Equation.DSMT4">
                  <p:embed/>
                </p:oleObj>
              </mc:Choice>
              <mc:Fallback>
                <p:oleObj name="Equation" r:id="rId3" imgW="1958517" imgH="190469" progId="Equation.DSMT4">
                  <p:embed/>
                  <p:pic>
                    <p:nvPicPr>
                      <p:cNvPr id="7885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88640"/>
                        <a:ext cx="500856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7BBD3472-4525-4D29-9A52-C31208880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537392"/>
              </p:ext>
            </p:extLst>
          </p:nvPr>
        </p:nvGraphicFramePr>
        <p:xfrm>
          <a:off x="1547664" y="874440"/>
          <a:ext cx="41084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1" name="公式" r:id="rId5" imgW="1371600" imgH="167561" progId="Equation.3">
                  <p:embed/>
                </p:oleObj>
              </mc:Choice>
              <mc:Fallback>
                <p:oleObj name="公式" r:id="rId5" imgW="1371600" imgH="167561" progId="Equation.3">
                  <p:embed/>
                  <p:pic>
                    <p:nvPicPr>
                      <p:cNvPr id="7885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874440"/>
                        <a:ext cx="41084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2D9C9EEE-6E3C-4EA2-9D0C-89075EABA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646244"/>
              </p:ext>
            </p:extLst>
          </p:nvPr>
        </p:nvGraphicFramePr>
        <p:xfrm>
          <a:off x="1496864" y="1422128"/>
          <a:ext cx="4090144" cy="62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2" name="Equation" r:id="rId7" imgW="1346040" imgH="203040" progId="Equation.DSMT4">
                  <p:embed/>
                </p:oleObj>
              </mc:Choice>
              <mc:Fallback>
                <p:oleObj name="Equation" r:id="rId7" imgW="1346040" imgH="203040" progId="Equation.DSMT4">
                  <p:embed/>
                  <p:pic>
                    <p:nvPicPr>
                      <p:cNvPr id="7885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864" y="1422128"/>
                        <a:ext cx="4090144" cy="628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10">
            <a:extLst>
              <a:ext uri="{FF2B5EF4-FFF2-40B4-BE49-F238E27FC236}">
                <a16:creationId xmlns:a16="http://schemas.microsoft.com/office/drawing/2014/main" id="{F8668B1A-4F53-445F-834C-1597C1B35349}"/>
              </a:ext>
            </a:extLst>
          </p:cNvPr>
          <p:cNvSpPr>
            <a:spLocks/>
          </p:cNvSpPr>
          <p:nvPr/>
        </p:nvSpPr>
        <p:spPr bwMode="auto">
          <a:xfrm>
            <a:off x="938064" y="417240"/>
            <a:ext cx="457200" cy="1447800"/>
          </a:xfrm>
          <a:prstGeom prst="leftBrace">
            <a:avLst>
              <a:gd name="adj1" fmla="val 263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02FB17C-1CE9-4E65-86FB-C678C432A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27654"/>
              </p:ext>
            </p:extLst>
          </p:nvPr>
        </p:nvGraphicFramePr>
        <p:xfrm>
          <a:off x="973885" y="2411851"/>
          <a:ext cx="16573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3" name="Equation" r:id="rId9" imgW="545760" imgH="406080" progId="Equation.DSMT4">
                  <p:embed/>
                </p:oleObj>
              </mc:Choice>
              <mc:Fallback>
                <p:oleObj name="Equation" r:id="rId9" imgW="545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3885" y="2411851"/>
                        <a:ext cx="1657350" cy="123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1C3144B-F77A-4891-AF24-21B101B77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449080"/>
              </p:ext>
            </p:extLst>
          </p:nvPr>
        </p:nvGraphicFramePr>
        <p:xfrm>
          <a:off x="3635896" y="2411851"/>
          <a:ext cx="2722127" cy="1137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4" name="Equation" r:id="rId11" imgW="1002960" imgH="419040" progId="Equation.DSMT4">
                  <p:embed/>
                </p:oleObj>
              </mc:Choice>
              <mc:Fallback>
                <p:oleObj name="Equation" r:id="rId11" imgW="1002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35896" y="2411851"/>
                        <a:ext cx="2722127" cy="1137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D798DC3-524B-477D-BA02-1EC7883FF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66130"/>
              </p:ext>
            </p:extLst>
          </p:nvPr>
        </p:nvGraphicFramePr>
        <p:xfrm>
          <a:off x="993124" y="4171433"/>
          <a:ext cx="25844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45" name="Equation" r:id="rId13" imgW="952200" imgH="203040" progId="Equation.DSMT4">
                  <p:embed/>
                </p:oleObj>
              </mc:Choice>
              <mc:Fallback>
                <p:oleObj name="Equation" r:id="rId13" imgW="95220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1C3144B-F77A-4891-AF24-21B101B777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93124" y="4171433"/>
                        <a:ext cx="2584450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3BFFF15-CF97-4859-A762-8CF92807F3E3}"/>
              </a:ext>
            </a:extLst>
          </p:cNvPr>
          <p:cNvSpPr txBox="1"/>
          <p:nvPr/>
        </p:nvSpPr>
        <p:spPr>
          <a:xfrm>
            <a:off x="1043608" y="5229200"/>
            <a:ext cx="2722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。。。。。。</a:t>
            </a:r>
          </a:p>
        </p:txBody>
      </p:sp>
    </p:spTree>
    <p:extLst>
      <p:ext uri="{BB962C8B-B14F-4D97-AF65-F5344CB8AC3E}">
        <p14:creationId xmlns:p14="http://schemas.microsoft.com/office/powerpoint/2010/main" val="3194934176"/>
      </p:ext>
    </p:extLst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1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28800" y="152400"/>
            <a:ext cx="451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7.3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数学物理方程的分类</a:t>
            </a:r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/>
        </p:nvGraphicFramePr>
        <p:xfrm>
          <a:off x="395288" y="981075"/>
          <a:ext cx="55689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2" name="Equation" r:id="rId4" imgW="2103120" imgH="434387" progId="Equation.DSMT4">
                  <p:embed/>
                </p:oleObj>
              </mc:Choice>
              <mc:Fallback>
                <p:oleObj name="Equation" r:id="rId4" imgW="2103120" imgH="434387" progId="Equation.DSMT4">
                  <p:embed/>
                  <p:pic>
                    <p:nvPicPr>
                      <p:cNvPr id="286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556895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文本框 1"/>
          <p:cNvSpPr txBox="1">
            <a:spLocks noChangeArrowheads="1"/>
          </p:cNvSpPr>
          <p:nvPr/>
        </p:nvSpPr>
        <p:spPr bwMode="auto">
          <a:xfrm>
            <a:off x="395288" y="2781300"/>
            <a:ext cx="1512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线性：</a:t>
            </a: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1804988" y="2646363"/>
          <a:ext cx="16764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3" name="Equation" r:id="rId6" imgW="624769" imgH="236283" progId="Equation.DSMT4">
                  <p:embed/>
                </p:oleObj>
              </mc:Choice>
              <mc:Fallback>
                <p:oleObj name="Equation" r:id="rId6" imgW="624769" imgH="236283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2646363"/>
                        <a:ext cx="16764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015" name="直接箭头连接符 3"/>
          <p:cNvCxnSpPr>
            <a:cxnSpLocks noChangeShapeType="1"/>
          </p:cNvCxnSpPr>
          <p:nvPr/>
        </p:nvCxnSpPr>
        <p:spPr bwMode="auto">
          <a:xfrm>
            <a:off x="3563938" y="2994025"/>
            <a:ext cx="863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4705350" y="2646363"/>
          <a:ext cx="1843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4" name="Equation" r:id="rId8" imgW="693243" imgH="221011" progId="Equation.DSMT4">
                  <p:embed/>
                </p:oleObj>
              </mc:Choice>
              <mc:Fallback>
                <p:oleObj name="Equation" r:id="rId8" imgW="693243" imgH="221011" progId="Equation.DSMT4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2646363"/>
                        <a:ext cx="18430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文本框 18"/>
          <p:cNvSpPr txBox="1">
            <a:spLocks noChangeArrowheads="1"/>
          </p:cNvSpPr>
          <p:nvPr/>
        </p:nvSpPr>
        <p:spPr bwMode="auto">
          <a:xfrm>
            <a:off x="468313" y="3500438"/>
            <a:ext cx="1511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齐次：</a:t>
            </a:r>
          </a:p>
        </p:txBody>
      </p:sp>
      <p:graphicFrame>
        <p:nvGraphicFramePr>
          <p:cNvPr id="43018" name="对象 4"/>
          <p:cNvGraphicFramePr>
            <a:graphicFrameLocks noChangeAspect="1"/>
          </p:cNvGraphicFramePr>
          <p:nvPr/>
        </p:nvGraphicFramePr>
        <p:xfrm>
          <a:off x="1908175" y="3549650"/>
          <a:ext cx="115093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5" name="Equation" r:id="rId10" imgW="380835" imgH="203112" progId="Equation.DSMT4">
                  <p:embed/>
                </p:oleObj>
              </mc:Choice>
              <mc:Fallback>
                <p:oleObj name="Equation" r:id="rId10" imgW="380835" imgH="203112" progId="Equation.DSMT4">
                  <p:embed/>
                  <p:pic>
                    <p:nvPicPr>
                      <p:cNvPr id="4301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549650"/>
                        <a:ext cx="115093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文本框 20"/>
          <p:cNvSpPr txBox="1">
            <a:spLocks noChangeArrowheads="1"/>
          </p:cNvSpPr>
          <p:nvPr/>
        </p:nvSpPr>
        <p:spPr bwMode="auto">
          <a:xfrm>
            <a:off x="3743325" y="3484563"/>
            <a:ext cx="19081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非齐次：</a:t>
            </a:r>
          </a:p>
        </p:txBody>
      </p:sp>
      <p:sp>
        <p:nvSpPr>
          <p:cNvPr id="43020" name="文本框 21"/>
          <p:cNvSpPr txBox="1">
            <a:spLocks noChangeArrowheads="1"/>
          </p:cNvSpPr>
          <p:nvPr/>
        </p:nvSpPr>
        <p:spPr bwMode="auto">
          <a:xfrm>
            <a:off x="468313" y="4276725"/>
            <a:ext cx="5743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类型：椭圆，抛物，双曲</a:t>
            </a:r>
          </a:p>
        </p:txBody>
      </p:sp>
      <p:sp>
        <p:nvSpPr>
          <p:cNvPr id="43021" name="下箭头 5"/>
          <p:cNvSpPr>
            <a:spLocks noChangeArrowheads="1"/>
          </p:cNvSpPr>
          <p:nvPr/>
        </p:nvSpPr>
        <p:spPr bwMode="auto">
          <a:xfrm>
            <a:off x="3243263" y="4962525"/>
            <a:ext cx="288925" cy="360363"/>
          </a:xfrm>
          <a:prstGeom prst="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22" name="文本框 23"/>
          <p:cNvSpPr txBox="1">
            <a:spLocks noChangeArrowheads="1"/>
          </p:cNvSpPr>
          <p:nvPr/>
        </p:nvSpPr>
        <p:spPr bwMode="auto">
          <a:xfrm>
            <a:off x="1331913" y="5375275"/>
            <a:ext cx="38877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稳定场，输运，波动</a:t>
            </a:r>
          </a:p>
        </p:txBody>
      </p:sp>
    </p:spTree>
    <p:extLst>
      <p:ext uri="{BB962C8B-B14F-4D97-AF65-F5344CB8AC3E}">
        <p14:creationId xmlns:p14="http://schemas.microsoft.com/office/powerpoint/2010/main" val="4249227598"/>
      </p:ext>
    </p:extLst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64704"/>
            <a:ext cx="7200800" cy="581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03897"/>
      </p:ext>
    </p:extLst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1"/>
          <p:cNvSpPr txBox="1">
            <a:spLocks noChangeArrowheads="1"/>
          </p:cNvSpPr>
          <p:nvPr/>
        </p:nvSpPr>
        <p:spPr bwMode="auto">
          <a:xfrm>
            <a:off x="107504" y="116632"/>
            <a:ext cx="5743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偏导数算符化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925" y="700832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算符：</a:t>
            </a:r>
            <a:r>
              <a:rPr lang="zh-CN" altLang="en-US" dirty="0"/>
              <a:t>将物理系统从一个状态变成另一个状态的操作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52120" y="1818671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79191" y="1892593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</a:t>
            </a:r>
          </a:p>
        </p:txBody>
      </p:sp>
      <p:sp>
        <p:nvSpPr>
          <p:cNvPr id="6" name="右箭头 5"/>
          <p:cNvSpPr/>
          <p:nvPr/>
        </p:nvSpPr>
        <p:spPr bwMode="auto">
          <a:xfrm>
            <a:off x="3384293" y="2103442"/>
            <a:ext cx="2016224" cy="16307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211611"/>
              </p:ext>
            </p:extLst>
          </p:nvPr>
        </p:nvGraphicFramePr>
        <p:xfrm>
          <a:off x="1835696" y="2495757"/>
          <a:ext cx="1696343" cy="869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2" name="Equation" r:id="rId3" imgW="495000" imgH="253800" progId="Equation.DSMT4">
                  <p:embed/>
                </p:oleObj>
              </mc:Choice>
              <mc:Fallback>
                <p:oleObj name="Equation" r:id="rId3" imgW="495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2495757"/>
                        <a:ext cx="1696343" cy="869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1996" y="4554589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算符操作：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533936"/>
              </p:ext>
            </p:extLst>
          </p:nvPr>
        </p:nvGraphicFramePr>
        <p:xfrm>
          <a:off x="2200808" y="4393390"/>
          <a:ext cx="44370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3" name="Equation" r:id="rId5" imgW="1295280" imgH="253800" progId="Equation.DSMT4">
                  <p:embed/>
                </p:oleObj>
              </mc:Choice>
              <mc:Fallback>
                <p:oleObj name="Equation" r:id="rId5" imgW="1295280" imgH="2538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0808" y="4393390"/>
                        <a:ext cx="4437062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434198" y="3303375"/>
            <a:ext cx="572464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算符本身是一个客观实体，</a:t>
            </a:r>
            <a:endParaRPr lang="en-US" altLang="zh-CN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可以脱离函数而单独存在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621268"/>
              </p:ext>
            </p:extLst>
          </p:nvPr>
        </p:nvGraphicFramePr>
        <p:xfrm>
          <a:off x="1117798" y="5184186"/>
          <a:ext cx="313213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4" name="Equation" r:id="rId7" imgW="914400" imgH="253800" progId="Equation.DSMT4">
                  <p:embed/>
                </p:oleObj>
              </mc:Choice>
              <mc:Fallback>
                <p:oleObj name="Equation" r:id="rId7" imgW="914400" imgH="2538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7798" y="5184186"/>
                        <a:ext cx="3132137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381491"/>
              </p:ext>
            </p:extLst>
          </p:nvPr>
        </p:nvGraphicFramePr>
        <p:xfrm>
          <a:off x="5016545" y="5184186"/>
          <a:ext cx="2784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5" name="Equation" r:id="rId9" imgW="812520" imgH="253800" progId="Equation.DSMT4">
                  <p:embed/>
                </p:oleObj>
              </mc:Choice>
              <mc:Fallback>
                <p:oleObj name="Equation" r:id="rId9" imgW="812520" imgH="2538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6545" y="5184186"/>
                        <a:ext cx="2784475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67586"/>
              </p:ext>
            </p:extLst>
          </p:nvPr>
        </p:nvGraphicFramePr>
        <p:xfrm>
          <a:off x="5299653" y="5928697"/>
          <a:ext cx="21320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6" name="Equation" r:id="rId11" imgW="622080" imgH="215640" progId="Equation.DSMT4">
                  <p:embed/>
                </p:oleObj>
              </mc:Choice>
              <mc:Fallback>
                <p:oleObj name="Equation" r:id="rId11" imgW="622080" imgH="2156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99653" y="5928697"/>
                        <a:ext cx="2132012" cy="73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8069223"/>
      </p:ext>
    </p:extLst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504" y="18864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算符的性质和运算：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23528" y="800949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线性算符：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5966"/>
              </p:ext>
            </p:extLst>
          </p:nvPr>
        </p:nvGraphicFramePr>
        <p:xfrm>
          <a:off x="2627784" y="782186"/>
          <a:ext cx="42703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77" name="Equation" r:id="rId3" imgW="1828800" imgH="266400" progId="Equation.DSMT4">
                  <p:embed/>
                </p:oleObj>
              </mc:Choice>
              <mc:Fallback>
                <p:oleObj name="Equation" r:id="rId3" imgW="18288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782186"/>
                        <a:ext cx="4270375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246032"/>
              </p:ext>
            </p:extLst>
          </p:nvPr>
        </p:nvGraphicFramePr>
        <p:xfrm>
          <a:off x="3635896" y="1432020"/>
          <a:ext cx="19272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78" name="Equation" r:id="rId5" imgW="825480" imgH="253800" progId="Equation.DSMT4">
                  <p:embed/>
                </p:oleObj>
              </mc:Choice>
              <mc:Fallback>
                <p:oleObj name="Equation" r:id="rId5" imgW="825480" imgH="2538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896" y="1432020"/>
                        <a:ext cx="1927225" cy="59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/>
          <p:cNvSpPr/>
          <p:nvPr/>
        </p:nvSpPr>
        <p:spPr bwMode="auto">
          <a:xfrm>
            <a:off x="2915816" y="1556792"/>
            <a:ext cx="504056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2011" y="206913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算符的对易：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917264"/>
              </p:ext>
            </p:extLst>
          </p:nvPr>
        </p:nvGraphicFramePr>
        <p:xfrm>
          <a:off x="3035746" y="1916832"/>
          <a:ext cx="2784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79" name="Equation" r:id="rId7" imgW="812520" imgH="253800" progId="Equation.DSMT4">
                  <p:embed/>
                </p:oleObj>
              </mc:Choice>
              <mc:Fallback>
                <p:oleObj name="Equation" r:id="rId7" imgW="812520" imgH="2538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5746" y="1916832"/>
                        <a:ext cx="2784475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271036"/>
              </p:ext>
            </p:extLst>
          </p:nvPr>
        </p:nvGraphicFramePr>
        <p:xfrm>
          <a:off x="1763688" y="2766573"/>
          <a:ext cx="4873626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80" name="Equation" r:id="rId9" imgW="1422360" imgH="253800" progId="Equation.DSMT4">
                  <p:embed/>
                </p:oleObj>
              </mc:Choice>
              <mc:Fallback>
                <p:oleObj name="Equation" r:id="rId9" imgW="1422360" imgH="2538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63688" y="2766573"/>
                        <a:ext cx="4873626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42491" y="374586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狄拉克符号：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596702"/>
              </p:ext>
            </p:extLst>
          </p:nvPr>
        </p:nvGraphicFramePr>
        <p:xfrm>
          <a:off x="3141393" y="3549310"/>
          <a:ext cx="51768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81" name="Equation" r:id="rId11" imgW="1511280" imgH="291960" progId="Equation.DSMT4">
                  <p:embed/>
                </p:oleObj>
              </mc:Choice>
              <mc:Fallback>
                <p:oleObj name="Equation" r:id="rId11" imgW="1511280" imgH="2919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1393" y="3549310"/>
                        <a:ext cx="5176837" cy="100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52011" y="465878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算符的共轭：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743440"/>
              </p:ext>
            </p:extLst>
          </p:nvPr>
        </p:nvGraphicFramePr>
        <p:xfrm>
          <a:off x="3035746" y="4572322"/>
          <a:ext cx="4590792" cy="141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82" name="Equation" r:id="rId13" imgW="1981080" imgH="609480" progId="Equation.DSMT4">
                  <p:embed/>
                </p:oleObj>
              </mc:Choice>
              <mc:Fallback>
                <p:oleObj name="Equation" r:id="rId13" imgW="1981080" imgH="60948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35746" y="4572322"/>
                        <a:ext cx="4590792" cy="14124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735355" y="6043122"/>
            <a:ext cx="1105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记作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20524"/>
              </p:ext>
            </p:extLst>
          </p:nvPr>
        </p:nvGraphicFramePr>
        <p:xfrm>
          <a:off x="2736011" y="6034530"/>
          <a:ext cx="5973762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83" name="Equation" r:id="rId15" imgW="2577960" imgH="253800" progId="Equation.DSMT4">
                  <p:embed/>
                </p:oleObj>
              </mc:Choice>
              <mc:Fallback>
                <p:oleObj name="Equation" r:id="rId15" imgW="257796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36011" y="6034530"/>
                        <a:ext cx="5973762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283254"/>
      </p:ext>
    </p:extLst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6837" y="6170746"/>
            <a:ext cx="9630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zhuanlan.zhihu.com</a:t>
            </a:r>
            <a:r>
              <a:rPr lang="en-US" altLang="zh-CN" dirty="0"/>
              <a:t>/p/24008473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7504" y="18864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偏导数算符化：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586191"/>
              </p:ext>
            </p:extLst>
          </p:nvPr>
        </p:nvGraphicFramePr>
        <p:xfrm>
          <a:off x="2348178" y="808778"/>
          <a:ext cx="1368152" cy="1060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5" name="Equation" r:id="rId3" imgW="507960" imgH="393480" progId="Equation.DSMT4">
                  <p:embed/>
                </p:oleObj>
              </mc:Choice>
              <mc:Fallback>
                <p:oleObj name="Equation" r:id="rId3" imgW="507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8178" y="808778"/>
                        <a:ext cx="1368152" cy="1060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35504" y="104838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偏导算符：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0659"/>
              </p:ext>
            </p:extLst>
          </p:nvPr>
        </p:nvGraphicFramePr>
        <p:xfrm>
          <a:off x="6195903" y="773415"/>
          <a:ext cx="2018021" cy="1060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6" name="Equation" r:id="rId5" imgW="749160" imgH="393480" progId="Equation.DSMT4">
                  <p:embed/>
                </p:oleObj>
              </mc:Choice>
              <mc:Fallback>
                <p:oleObj name="Equation" r:id="rId5" imgW="749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5903" y="773415"/>
                        <a:ext cx="2018021" cy="1060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211960" y="1036445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动量算符：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880811"/>
              </p:ext>
            </p:extLst>
          </p:nvPr>
        </p:nvGraphicFramePr>
        <p:xfrm>
          <a:off x="2228185" y="1856238"/>
          <a:ext cx="160813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7" name="Equation" r:id="rId7" imgW="596880" imgH="393480" progId="Equation.DSMT4">
                  <p:embed/>
                </p:oleObj>
              </mc:Choice>
              <mc:Fallback>
                <p:oleObj name="Equation" r:id="rId7" imgW="59688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8185" y="1856238"/>
                        <a:ext cx="1608138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790526"/>
              </p:ext>
            </p:extLst>
          </p:nvPr>
        </p:nvGraphicFramePr>
        <p:xfrm>
          <a:off x="5964933" y="1856238"/>
          <a:ext cx="23272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8" name="Equation" r:id="rId9" imgW="863280" imgH="393480" progId="Equation.DSMT4">
                  <p:embed/>
                </p:oleObj>
              </mc:Choice>
              <mc:Fallback>
                <p:oleObj name="Equation" r:id="rId9" imgW="86328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64933" y="1856238"/>
                        <a:ext cx="2327275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07504" y="1802500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作用函数</a:t>
            </a:r>
            <a:endParaRPr lang="en-US" altLang="zh-CN" dirty="0"/>
          </a:p>
          <a:p>
            <a:r>
              <a:rPr lang="zh-CN" altLang="en-US" dirty="0"/>
              <a:t>的形式：</a:t>
            </a:r>
          </a:p>
        </p:txBody>
      </p:sp>
      <p:sp>
        <p:nvSpPr>
          <p:cNvPr id="12" name="矩形 11"/>
          <p:cNvSpPr/>
          <p:nvPr/>
        </p:nvSpPr>
        <p:spPr>
          <a:xfrm>
            <a:off x="88614" y="2879718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坐标算符</a:t>
            </a:r>
            <a:endParaRPr lang="en-US" altLang="zh-CN" dirty="0"/>
          </a:p>
          <a:p>
            <a:r>
              <a:rPr lang="zh-CN" altLang="en-US" dirty="0"/>
              <a:t>（位移）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948394"/>
              </p:ext>
            </p:extLst>
          </p:nvPr>
        </p:nvGraphicFramePr>
        <p:xfrm>
          <a:off x="2397883" y="3158439"/>
          <a:ext cx="450347" cy="49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9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7883" y="3158439"/>
                        <a:ext cx="450347" cy="495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018982"/>
              </p:ext>
            </p:extLst>
          </p:nvPr>
        </p:nvGraphicFramePr>
        <p:xfrm>
          <a:off x="3716330" y="2939194"/>
          <a:ext cx="4394820" cy="771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0" name="Equation" r:id="rId13" imgW="1447560" imgH="253800" progId="Equation.DSMT4">
                  <p:embed/>
                </p:oleObj>
              </mc:Choice>
              <mc:Fallback>
                <p:oleObj name="Equation" r:id="rId13" imgW="1447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16330" y="2939194"/>
                        <a:ext cx="4394820" cy="771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01474" y="3964148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对易关系：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761013"/>
              </p:ext>
            </p:extLst>
          </p:nvPr>
        </p:nvGraphicFramePr>
        <p:xfrm>
          <a:off x="1962716" y="3798934"/>
          <a:ext cx="7182785" cy="84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1" name="Equation" r:id="rId15" imgW="3340080" imgH="393480" progId="Equation.DSMT4">
                  <p:embed/>
                </p:oleObj>
              </mc:Choice>
              <mc:Fallback>
                <p:oleObj name="Equation" r:id="rId15" imgW="3340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62716" y="3798934"/>
                        <a:ext cx="7182785" cy="846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651933"/>
              </p:ext>
            </p:extLst>
          </p:nvPr>
        </p:nvGraphicFramePr>
        <p:xfrm>
          <a:off x="1968413" y="4600265"/>
          <a:ext cx="5714849" cy="85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" name="Equation" r:id="rId17" imgW="2628720" imgH="393480" progId="Equation.DSMT4">
                  <p:embed/>
                </p:oleObj>
              </mc:Choice>
              <mc:Fallback>
                <p:oleObj name="Equation" r:id="rId17" imgW="2628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68413" y="4600265"/>
                        <a:ext cx="5714849" cy="855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528771"/>
              </p:ext>
            </p:extLst>
          </p:nvPr>
        </p:nvGraphicFramePr>
        <p:xfrm>
          <a:off x="1914755" y="5468142"/>
          <a:ext cx="1963207" cy="74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3" name="Equation" r:id="rId19" imgW="698400" imgH="266400" progId="Equation.DSMT4">
                  <p:embed/>
                </p:oleObj>
              </mc:Choice>
              <mc:Fallback>
                <p:oleObj name="Equation" r:id="rId19" imgW="698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14755" y="5468142"/>
                        <a:ext cx="1963207" cy="749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 bwMode="auto">
          <a:xfrm>
            <a:off x="4067944" y="5733256"/>
            <a:ext cx="1080120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446752" y="5530398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不确定关系</a:t>
            </a:r>
          </a:p>
        </p:txBody>
      </p:sp>
    </p:spTree>
    <p:extLst>
      <p:ext uri="{BB962C8B-B14F-4D97-AF65-F5344CB8AC3E}">
        <p14:creationId xmlns:p14="http://schemas.microsoft.com/office/powerpoint/2010/main" val="2746357682"/>
      </p:ext>
    </p:extLst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505941"/>
              </p:ext>
            </p:extLst>
          </p:nvPr>
        </p:nvGraphicFramePr>
        <p:xfrm>
          <a:off x="395536" y="17690"/>
          <a:ext cx="55689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6" name="Equation" r:id="rId3" imgW="2103120" imgH="434387" progId="Equation.DSMT4">
                  <p:embed/>
                </p:oleObj>
              </mc:Choice>
              <mc:Fallback>
                <p:oleObj name="Equation" r:id="rId3" imgW="2103120" imgH="434387" progId="Equation.DSMT4">
                  <p:embed/>
                  <p:pic>
                    <p:nvPicPr>
                      <p:cNvPr id="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7690"/>
                        <a:ext cx="556895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5536" y="1556792"/>
            <a:ext cx="439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只有两个元：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endParaRPr lang="zh-CN" altLang="en-US" dirty="0"/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578770"/>
              </p:ext>
            </p:extLst>
          </p:nvPr>
        </p:nvGraphicFramePr>
        <p:xfrm>
          <a:off x="251520" y="2276872"/>
          <a:ext cx="83740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7" name="Equation" r:id="rId5" imgW="3162240" imgH="228600" progId="Equation.DSMT4">
                  <p:embed/>
                </p:oleObj>
              </mc:Choice>
              <mc:Fallback>
                <p:oleObj name="Equation" r:id="rId5" imgW="3162240" imgH="228600" progId="Equation.DSMT4">
                  <p:embed/>
                  <p:pic>
                    <p:nvPicPr>
                      <p:cNvPr id="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76872"/>
                        <a:ext cx="83740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953249"/>
              </p:ext>
            </p:extLst>
          </p:nvPr>
        </p:nvGraphicFramePr>
        <p:xfrm>
          <a:off x="4211960" y="1465292"/>
          <a:ext cx="18827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8" name="Equation" r:id="rId7" imgW="711000" imgH="228600" progId="Equation.DSMT4">
                  <p:embed/>
                </p:oleObj>
              </mc:Choice>
              <mc:Fallback>
                <p:oleObj name="Equation" r:id="rId7" imgW="711000" imgH="2286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465292"/>
                        <a:ext cx="18827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296233"/>
              </p:ext>
            </p:extLst>
          </p:nvPr>
        </p:nvGraphicFramePr>
        <p:xfrm>
          <a:off x="407046" y="3717032"/>
          <a:ext cx="4002088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9" name="Equation" r:id="rId9" imgW="1511280" imgH="241200" progId="Equation.DSMT4">
                  <p:embed/>
                </p:oleObj>
              </mc:Choice>
              <mc:Fallback>
                <p:oleObj name="Equation" r:id="rId9" imgW="1511280" imgH="2412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46" y="3717032"/>
                        <a:ext cx="4002088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51251" y="3781038"/>
            <a:ext cx="1605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二次型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451819" y="3717032"/>
            <a:ext cx="1728192" cy="7920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275827"/>
              </p:ext>
            </p:extLst>
          </p:nvPr>
        </p:nvGraphicFramePr>
        <p:xfrm>
          <a:off x="1340396" y="5373216"/>
          <a:ext cx="195103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0" name="Equation" r:id="rId11" imgW="736560" imgH="241200" progId="Equation.DSMT4">
                  <p:embed/>
                </p:oleObj>
              </mc:Choice>
              <mc:Fallback>
                <p:oleObj name="Equation" r:id="rId11" imgW="736560" imgH="241200" progId="Equation.DSMT4">
                  <p:embed/>
                  <p:pic>
                    <p:nvPicPr>
                      <p:cNvPr id="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396" y="5373216"/>
                        <a:ext cx="195103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下箭头 15"/>
          <p:cNvSpPr/>
          <p:nvPr/>
        </p:nvSpPr>
        <p:spPr bwMode="auto">
          <a:xfrm>
            <a:off x="2123728" y="4725144"/>
            <a:ext cx="468052" cy="46856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021033"/>
      </p:ext>
    </p:extLst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409367"/>
              </p:ext>
            </p:extLst>
          </p:nvPr>
        </p:nvGraphicFramePr>
        <p:xfrm>
          <a:off x="179512" y="476672"/>
          <a:ext cx="6948773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2" name="Equation" r:id="rId3" imgW="2450880" imgH="838080" progId="Equation.DSMT4">
                  <p:embed/>
                </p:oleObj>
              </mc:Choice>
              <mc:Fallback>
                <p:oleObj name="Equation" r:id="rId3" imgW="2450880" imgH="8380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476672"/>
                        <a:ext cx="6948773" cy="237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93366"/>
              </p:ext>
            </p:extLst>
          </p:nvPr>
        </p:nvGraphicFramePr>
        <p:xfrm>
          <a:off x="315913" y="3068638"/>
          <a:ext cx="4688135" cy="210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3" name="Equation" r:id="rId5" imgW="1587240" imgH="711000" progId="Equation.DSMT4">
                  <p:embed/>
                </p:oleObj>
              </mc:Choice>
              <mc:Fallback>
                <p:oleObj name="Equation" r:id="rId5" imgW="1587240" imgH="7110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5913" y="3068638"/>
                        <a:ext cx="4688135" cy="210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上弧形箭头 3"/>
          <p:cNvSpPr/>
          <p:nvPr/>
        </p:nvSpPr>
        <p:spPr bwMode="auto">
          <a:xfrm rot="5400000">
            <a:off x="5148064" y="2893295"/>
            <a:ext cx="2088232" cy="1224136"/>
          </a:xfrm>
          <a:prstGeom prst="curvedDownArrow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55768" y="321297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求本征值</a:t>
            </a:r>
          </a:p>
        </p:txBody>
      </p:sp>
    </p:spTree>
    <p:extLst>
      <p:ext uri="{BB962C8B-B14F-4D97-AF65-F5344CB8AC3E}">
        <p14:creationId xmlns:p14="http://schemas.microsoft.com/office/powerpoint/2010/main" val="3399225430"/>
      </p:ext>
    </p:extLst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884773" y="250562"/>
          <a:ext cx="4045632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1" name="Equation" r:id="rId3" imgW="1612800" imgH="1206360" progId="Equation.DSMT4">
                  <p:embed/>
                </p:oleObj>
              </mc:Choice>
              <mc:Fallback>
                <p:oleObj name="Equation" r:id="rId3" imgW="1612800" imgH="120636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4773" y="250562"/>
                        <a:ext cx="4045632" cy="3024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0" y="476672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求本征值</a:t>
            </a: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275997"/>
              </p:ext>
            </p:extLst>
          </p:nvPr>
        </p:nvGraphicFramePr>
        <p:xfrm>
          <a:off x="251520" y="3295894"/>
          <a:ext cx="6624638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2" name="Equation" r:id="rId5" imgW="2501640" imgH="482400" progId="Equation.DSMT4">
                  <p:embed/>
                </p:oleObj>
              </mc:Choice>
              <mc:Fallback>
                <p:oleObj name="Equation" r:id="rId5" imgW="2501640" imgH="4824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295894"/>
                        <a:ext cx="6624638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467544" y="4732378"/>
          <a:ext cx="1440160" cy="1994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3" name="Equation" r:id="rId7" imgW="495000" imgH="685800" progId="Equation.DSMT4">
                  <p:embed/>
                </p:oleObj>
              </mc:Choice>
              <mc:Fallback>
                <p:oleObj name="Equation" r:id="rId7" imgW="495000" imgH="6858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544" y="4732378"/>
                        <a:ext cx="1440160" cy="1994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751001" y="6153407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29530" y="4717072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21818" y="5437438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抛物线型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6321628" y="2589094"/>
          <a:ext cx="2822372" cy="64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4" name="Equation" r:id="rId9" imgW="1054080" imgH="241200" progId="Equation.DSMT4">
                  <p:embed/>
                </p:oleObj>
              </mc:Choice>
              <mc:Fallback>
                <p:oleObj name="Equation" r:id="rId9" imgW="1054080" imgH="2412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21628" y="2589094"/>
                        <a:ext cx="2822372" cy="646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100664" y="3367157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韦达定理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4951413" y="4610100"/>
          <a:ext cx="18700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5" name="Equation" r:id="rId11" imgW="698400" imgH="241200" progId="Equation.DSMT4">
                  <p:embed/>
                </p:oleObj>
              </mc:Choice>
              <mc:Fallback>
                <p:oleObj name="Equation" r:id="rId11" imgW="698400" imgH="2412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51413" y="4610100"/>
                        <a:ext cx="1870075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4951413" y="5288617"/>
          <a:ext cx="18700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6" name="Equation" r:id="rId13" imgW="698400" imgH="241200" progId="Equation.DSMT4">
                  <p:embed/>
                </p:oleObj>
              </mc:Choice>
              <mc:Fallback>
                <p:oleObj name="Equation" r:id="rId13" imgW="698400" imgH="2412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51413" y="5288617"/>
                        <a:ext cx="1870075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/>
          </p:nvPr>
        </p:nvGraphicFramePr>
        <p:xfrm>
          <a:off x="4938354" y="5967134"/>
          <a:ext cx="183515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7" name="Equation" r:id="rId15" imgW="685800" imgH="241200" progId="Equation.DSMT4">
                  <p:embed/>
                </p:oleObj>
              </mc:Choice>
              <mc:Fallback>
                <p:oleObj name="Equation" r:id="rId15" imgW="685800" imgH="2412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38354" y="5967134"/>
                        <a:ext cx="1835150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6948264" y="3391502"/>
            <a:ext cx="0" cy="82958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" name="直接连接符 16"/>
          <p:cNvCxnSpPr/>
          <p:nvPr/>
        </p:nvCxnSpPr>
        <p:spPr bwMode="auto">
          <a:xfrm flipH="1">
            <a:off x="6922720" y="4221088"/>
            <a:ext cx="2113776" cy="838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文本框 15"/>
          <p:cNvSpPr txBox="1"/>
          <p:nvPr/>
        </p:nvSpPr>
        <p:spPr>
          <a:xfrm>
            <a:off x="7100664" y="463060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正定性</a:t>
            </a:r>
          </a:p>
        </p:txBody>
      </p:sp>
    </p:spTree>
    <p:extLst>
      <p:ext uri="{BB962C8B-B14F-4D97-AF65-F5344CB8AC3E}">
        <p14:creationId xmlns:p14="http://schemas.microsoft.com/office/powerpoint/2010/main" val="2018444226"/>
      </p:ext>
    </p:extLst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462922"/>
              </p:ext>
            </p:extLst>
          </p:nvPr>
        </p:nvGraphicFramePr>
        <p:xfrm>
          <a:off x="125060" y="2025589"/>
          <a:ext cx="35083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22" name="Equation" r:id="rId3" imgW="1079280" imgH="457200" progId="Equation.DSMT4">
                  <p:embed/>
                </p:oleObj>
              </mc:Choice>
              <mc:Fallback>
                <p:oleObj name="Equation" r:id="rId3" imgW="1079280" imgH="4572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60" y="2025589"/>
                        <a:ext cx="3508375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466584"/>
              </p:ext>
            </p:extLst>
          </p:nvPr>
        </p:nvGraphicFramePr>
        <p:xfrm>
          <a:off x="125060" y="476672"/>
          <a:ext cx="6624638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23" name="Equation" r:id="rId5" imgW="2501640" imgH="482400" progId="Equation.DSMT4">
                  <p:embed/>
                </p:oleObj>
              </mc:Choice>
              <mc:Fallback>
                <p:oleObj name="Equation" r:id="rId5" imgW="2501640" imgH="4824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60" y="476672"/>
                        <a:ext cx="6624638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780711"/>
              </p:ext>
            </p:extLst>
          </p:nvPr>
        </p:nvGraphicFramePr>
        <p:xfrm>
          <a:off x="125060" y="3630317"/>
          <a:ext cx="6783388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24" name="Equation" r:id="rId7" imgW="2705040" imgH="507960" progId="Equation.DSMT4">
                  <p:embed/>
                </p:oleObj>
              </mc:Choice>
              <mc:Fallback>
                <p:oleObj name="Equation" r:id="rId7" imgW="2705040" imgH="50796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060" y="3630317"/>
                        <a:ext cx="6783388" cy="127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7504" y="5376515"/>
                <a:ext cx="2431691" cy="1029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为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5376515"/>
                <a:ext cx="2431691" cy="10291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365179" y="5434960"/>
                <a:ext cx="5455981" cy="9123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的本（特）征向量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179" y="5434960"/>
                <a:ext cx="5455981" cy="912301"/>
              </a:xfrm>
              <a:prstGeom prst="rect">
                <a:avLst/>
              </a:prstGeom>
              <a:blipFill>
                <a:blip r:embed="rId10"/>
                <a:stretch>
                  <a:fillRect r="-2123"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485957"/>
      </p:ext>
    </p:extLst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16632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956605"/>
              </p:ext>
            </p:extLst>
          </p:nvPr>
        </p:nvGraphicFramePr>
        <p:xfrm>
          <a:off x="3631583" y="701407"/>
          <a:ext cx="162401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2" name="Equation" r:id="rId3" imgW="558720" imgH="228600" progId="Equation.DSMT4">
                  <p:embed/>
                </p:oleObj>
              </mc:Choice>
              <mc:Fallback>
                <p:oleObj name="Equation" r:id="rId3" imgW="55872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1583" y="701407"/>
                        <a:ext cx="1624013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806020"/>
              </p:ext>
            </p:extLst>
          </p:nvPr>
        </p:nvGraphicFramePr>
        <p:xfrm>
          <a:off x="327025" y="765175"/>
          <a:ext cx="18700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3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025" y="765175"/>
                        <a:ext cx="1870075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>
            <p:extLst/>
          </p:nvPr>
        </p:nvGraphicFramePr>
        <p:xfrm>
          <a:off x="323528" y="2348880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4" name="Equation" r:id="rId7" imgW="2501640" imgH="736560" progId="Equation.DSMT4">
                  <p:embed/>
                </p:oleObj>
              </mc:Choice>
              <mc:Fallback>
                <p:oleObj name="Equation" r:id="rId7" imgW="2501640" imgH="73656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348880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292261" y="1474114"/>
          <a:ext cx="38084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5" name="Equation" r:id="rId9" imgW="1434960" imgH="266400" progId="Equation.DSMT4">
                  <p:embed/>
                </p:oleObj>
              </mc:Choice>
              <mc:Fallback>
                <p:oleObj name="Equation" r:id="rId9" imgW="1434960" imgH="2664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261" y="1474114"/>
                        <a:ext cx="3808413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467544" y="4523755"/>
          <a:ext cx="4448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6" name="Equation" r:id="rId11" imgW="1676160" imgH="228600" progId="Equation.DSMT4">
                  <p:embed/>
                </p:oleObj>
              </mc:Choice>
              <mc:Fallback>
                <p:oleObj name="Equation" r:id="rId11" imgW="167616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7544" y="4523755"/>
                        <a:ext cx="444817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725145"/>
              </p:ext>
            </p:extLst>
          </p:nvPr>
        </p:nvGraphicFramePr>
        <p:xfrm>
          <a:off x="335388" y="5130180"/>
          <a:ext cx="8340726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7" name="Equation" r:id="rId13" imgW="3149280" imgH="482400" progId="Equation.DSMT4">
                  <p:embed/>
                </p:oleObj>
              </mc:Choice>
              <mc:Fallback>
                <p:oleObj name="Equation" r:id="rId13" imgW="3149280" imgH="482400" progId="Equation.DSMT4">
                  <p:embed/>
                  <p:pic>
                    <p:nvPicPr>
                      <p:cNvPr id="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88" y="5130180"/>
                        <a:ext cx="8340726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 bwMode="auto">
          <a:xfrm>
            <a:off x="683568" y="3861048"/>
            <a:ext cx="4232151" cy="66270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76056" y="5893048"/>
            <a:ext cx="3672408" cy="66270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08106" y="3960599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标准型</a:t>
            </a:r>
          </a:p>
        </p:txBody>
      </p:sp>
      <p:sp>
        <p:nvSpPr>
          <p:cNvPr id="12" name="右箭头 11"/>
          <p:cNvSpPr/>
          <p:nvPr/>
        </p:nvSpPr>
        <p:spPr bwMode="auto">
          <a:xfrm rot="5105302">
            <a:off x="6812034" y="4931956"/>
            <a:ext cx="1152226" cy="4396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右箭头 12"/>
          <p:cNvSpPr/>
          <p:nvPr/>
        </p:nvSpPr>
        <p:spPr bwMode="auto">
          <a:xfrm rot="10800000">
            <a:off x="5076056" y="4033144"/>
            <a:ext cx="1152226" cy="4396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6672811"/>
      </p:ext>
    </p:extLst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16632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516595"/>
              </p:ext>
            </p:extLst>
          </p:nvPr>
        </p:nvGraphicFramePr>
        <p:xfrm>
          <a:off x="300038" y="839788"/>
          <a:ext cx="183515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1" name="Equation" r:id="rId3" imgW="685800" imgH="241200" progId="Equation.DSMT4">
                  <p:embed/>
                </p:oleObj>
              </mc:Choice>
              <mc:Fallback>
                <p:oleObj name="Equation" r:id="rId3" imgW="685800" imgH="2412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038" y="839788"/>
                        <a:ext cx="1835150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540208"/>
              </p:ext>
            </p:extLst>
          </p:nvPr>
        </p:nvGraphicFramePr>
        <p:xfrm>
          <a:off x="323528" y="2348880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2" name="Equation" r:id="rId5" imgW="2501640" imgH="736560" progId="Equation.DSMT4">
                  <p:embed/>
                </p:oleObj>
              </mc:Choice>
              <mc:Fallback>
                <p:oleObj name="Equation" r:id="rId5" imgW="2501640" imgH="736560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348880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327014"/>
              </p:ext>
            </p:extLst>
          </p:nvPr>
        </p:nvGraphicFramePr>
        <p:xfrm>
          <a:off x="280100" y="1649205"/>
          <a:ext cx="38084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3" name="Equation" r:id="rId7" imgW="1434960" imgH="266400" progId="Equation.DSMT4">
                  <p:embed/>
                </p:oleObj>
              </mc:Choice>
              <mc:Fallback>
                <p:oleObj name="Equation" r:id="rId7" imgW="1434960" imgH="2664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100" y="1649205"/>
                        <a:ext cx="3808413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185273"/>
              </p:ext>
            </p:extLst>
          </p:nvPr>
        </p:nvGraphicFramePr>
        <p:xfrm>
          <a:off x="585788" y="4524375"/>
          <a:ext cx="42132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4" name="Equation" r:id="rId9" imgW="1587240" imgH="228600" progId="Equation.DSMT4">
                  <p:embed/>
                </p:oleObj>
              </mc:Choice>
              <mc:Fallback>
                <p:oleObj name="Equation" r:id="rId9" imgW="158724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788" y="4524375"/>
                        <a:ext cx="421322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361832"/>
              </p:ext>
            </p:extLst>
          </p:nvPr>
        </p:nvGraphicFramePr>
        <p:xfrm>
          <a:off x="335388" y="5130180"/>
          <a:ext cx="8340726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5" name="Equation" r:id="rId11" imgW="3149280" imgH="482400" progId="Equation.DSMT4">
                  <p:embed/>
                </p:oleObj>
              </mc:Choice>
              <mc:Fallback>
                <p:oleObj name="Equation" r:id="rId11" imgW="3149280" imgH="48240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88" y="5130180"/>
                        <a:ext cx="8340726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 bwMode="auto">
          <a:xfrm>
            <a:off x="683568" y="3861048"/>
            <a:ext cx="4232151" cy="66270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76056" y="5893048"/>
            <a:ext cx="3672408" cy="66270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08106" y="3960599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标准型</a:t>
            </a:r>
          </a:p>
        </p:txBody>
      </p:sp>
      <p:sp>
        <p:nvSpPr>
          <p:cNvPr id="12" name="右箭头 11"/>
          <p:cNvSpPr/>
          <p:nvPr/>
        </p:nvSpPr>
        <p:spPr bwMode="auto">
          <a:xfrm rot="5105302">
            <a:off x="6812034" y="4931956"/>
            <a:ext cx="1152226" cy="4396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右箭头 12"/>
          <p:cNvSpPr/>
          <p:nvPr/>
        </p:nvSpPr>
        <p:spPr bwMode="auto">
          <a:xfrm rot="10800000">
            <a:off x="5076056" y="4033144"/>
            <a:ext cx="1152226" cy="4396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869012"/>
              </p:ext>
            </p:extLst>
          </p:nvPr>
        </p:nvGraphicFramePr>
        <p:xfrm>
          <a:off x="2691631" y="72787"/>
          <a:ext cx="6624638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6" name="Equation" r:id="rId13" imgW="2501640" imgH="482400" progId="Equation.DSMT4">
                  <p:embed/>
                </p:oleObj>
              </mc:Choice>
              <mc:Fallback>
                <p:oleObj name="Equation" r:id="rId13" imgW="2501640" imgH="482400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631" y="72787"/>
                        <a:ext cx="6624638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/>
          <p:cNvCxnSpPr/>
          <p:nvPr/>
        </p:nvCxnSpPr>
        <p:spPr bwMode="auto">
          <a:xfrm>
            <a:off x="2267744" y="52771"/>
            <a:ext cx="0" cy="144559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59915954"/>
      </p:ext>
    </p:extLst>
  </p:cSld>
  <p:clrMapOvr>
    <a:masterClrMapping/>
  </p:clrMapOvr>
  <p:transition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16632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638246"/>
              </p:ext>
            </p:extLst>
          </p:nvPr>
        </p:nvGraphicFramePr>
        <p:xfrm>
          <a:off x="3300413" y="701675"/>
          <a:ext cx="22891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1"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0413" y="701675"/>
                        <a:ext cx="2289175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815873"/>
              </p:ext>
            </p:extLst>
          </p:nvPr>
        </p:nvGraphicFramePr>
        <p:xfrm>
          <a:off x="327025" y="765175"/>
          <a:ext cx="18700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2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025" y="765175"/>
                        <a:ext cx="1870075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833237"/>
              </p:ext>
            </p:extLst>
          </p:nvPr>
        </p:nvGraphicFramePr>
        <p:xfrm>
          <a:off x="323528" y="2348880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3" name="Equation" r:id="rId7" imgW="2501640" imgH="736560" progId="Equation.DSMT4">
                  <p:embed/>
                </p:oleObj>
              </mc:Choice>
              <mc:Fallback>
                <p:oleObj name="Equation" r:id="rId7" imgW="2501640" imgH="73656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348880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386996"/>
              </p:ext>
            </p:extLst>
          </p:nvPr>
        </p:nvGraphicFramePr>
        <p:xfrm>
          <a:off x="1285875" y="1474788"/>
          <a:ext cx="18192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4" name="Equation" r:id="rId9" imgW="685800" imgH="266400" progId="Equation.DSMT4">
                  <p:embed/>
                </p:oleObj>
              </mc:Choice>
              <mc:Fallback>
                <p:oleObj name="Equation" r:id="rId9" imgW="685800" imgH="2664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85875" y="1474788"/>
                        <a:ext cx="1819275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 bwMode="auto">
          <a:xfrm>
            <a:off x="683568" y="3861048"/>
            <a:ext cx="4232151" cy="66270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08106" y="3960599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标准型</a:t>
            </a:r>
          </a:p>
        </p:txBody>
      </p:sp>
      <p:sp>
        <p:nvSpPr>
          <p:cNvPr id="13" name="右箭头 12"/>
          <p:cNvSpPr/>
          <p:nvPr/>
        </p:nvSpPr>
        <p:spPr bwMode="auto">
          <a:xfrm rot="10800000">
            <a:off x="5076056" y="4033144"/>
            <a:ext cx="1152226" cy="4396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11711" y="741074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不妨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3AA113A-DDF2-4203-8716-2AAB7806E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729617"/>
              </p:ext>
            </p:extLst>
          </p:nvPr>
        </p:nvGraphicFramePr>
        <p:xfrm>
          <a:off x="3763169" y="1517394"/>
          <a:ext cx="16176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5" name="Equation" r:id="rId11" imgW="609480" imgH="228600" progId="Equation.DSMT4">
                  <p:embed/>
                </p:oleObj>
              </mc:Choice>
              <mc:Fallback>
                <p:oleObj name="Equation" r:id="rId11" imgW="60948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63169" y="1517394"/>
                        <a:ext cx="1617662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2882249"/>
      </p:ext>
    </p:extLst>
  </p:cSld>
  <p:clrMapOvr>
    <a:masterClrMapping/>
  </p:clrMapOvr>
  <p:transition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16632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通用方法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2985" y="630390"/>
            <a:ext cx="316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简单方法</a:t>
            </a: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716866"/>
              </p:ext>
            </p:extLst>
          </p:nvPr>
        </p:nvGraphicFramePr>
        <p:xfrm>
          <a:off x="272730" y="1117613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3" name="Equation" r:id="rId3" imgW="2501640" imgH="736560" progId="Equation.DSMT4">
                  <p:embed/>
                </p:oleObj>
              </mc:Choice>
              <mc:Fallback>
                <p:oleObj name="Equation" r:id="rId3" imgW="2501640" imgH="73656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0" y="1117613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478832" y="1797864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双曲（实）</a:t>
            </a:r>
            <a:r>
              <a:rPr lang="en-US" altLang="zh-CN" dirty="0"/>
              <a:t>&amp;</a:t>
            </a:r>
            <a:r>
              <a:rPr lang="zh-CN" altLang="en-US" dirty="0"/>
              <a:t>椭圆（复）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44008" y="2602863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抛物线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875468"/>
              </p:ext>
            </p:extLst>
          </p:nvPr>
        </p:nvGraphicFramePr>
        <p:xfrm>
          <a:off x="203354" y="3073110"/>
          <a:ext cx="83391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4" name="Equation" r:id="rId5" imgW="3149280" imgH="241200" progId="Equation.DSMT4">
                  <p:embed/>
                </p:oleObj>
              </mc:Choice>
              <mc:Fallback>
                <p:oleObj name="Equation" r:id="rId5" imgW="3149280" imgH="2412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4" y="3073110"/>
                        <a:ext cx="833913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1334" y="3800980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因式分解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276741"/>
              </p:ext>
            </p:extLst>
          </p:nvPr>
        </p:nvGraphicFramePr>
        <p:xfrm>
          <a:off x="5585974" y="4831596"/>
          <a:ext cx="3405497" cy="1388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5" name="Equation" r:id="rId7" imgW="1307880" imgH="533160" progId="Equation.DSMT4">
                  <p:embed/>
                </p:oleObj>
              </mc:Choice>
              <mc:Fallback>
                <p:oleObj name="Equation" r:id="rId7" imgW="13078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85974" y="4831596"/>
                        <a:ext cx="3405497" cy="1388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06192" y="4285568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48327"/>
              </p:ext>
            </p:extLst>
          </p:nvPr>
        </p:nvGraphicFramePr>
        <p:xfrm>
          <a:off x="1226272" y="4259470"/>
          <a:ext cx="1112467" cy="572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6" name="Equation" r:id="rId9" imgW="444240" imgH="228600" progId="Equation.DSMT4">
                  <p:embed/>
                </p:oleObj>
              </mc:Choice>
              <mc:Fallback>
                <p:oleObj name="Equation" r:id="rId9" imgW="444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6272" y="4259470"/>
                        <a:ext cx="1112467" cy="572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338739" y="4268036"/>
            <a:ext cx="23651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抛物线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824000"/>
              </p:ext>
            </p:extLst>
          </p:nvPr>
        </p:nvGraphicFramePr>
        <p:xfrm>
          <a:off x="974244" y="4831596"/>
          <a:ext cx="8588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7" name="Equation" r:id="rId11" imgW="342720" imgH="228600" progId="Equation.DSMT4">
                  <p:embed/>
                </p:oleObj>
              </mc:Choice>
              <mc:Fallback>
                <p:oleObj name="Equation" r:id="rId11" imgW="342720" imgH="2286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4244" y="4831596"/>
                        <a:ext cx="858837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22349" y="4842441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</a:p>
        </p:txBody>
      </p:sp>
      <p:sp>
        <p:nvSpPr>
          <p:cNvPr id="17" name="右箭头 16"/>
          <p:cNvSpPr/>
          <p:nvPr/>
        </p:nvSpPr>
        <p:spPr bwMode="auto">
          <a:xfrm>
            <a:off x="4978633" y="5417527"/>
            <a:ext cx="503770" cy="2347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DE9BC9-5FBE-4688-859B-3DC9D14D6833}"/>
              </a:ext>
            </a:extLst>
          </p:cNvPr>
          <p:cNvSpPr txBox="1"/>
          <p:nvPr/>
        </p:nvSpPr>
        <p:spPr>
          <a:xfrm>
            <a:off x="1752417" y="4869481"/>
            <a:ext cx="152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为实根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D1C281-7A19-4E76-B254-02CD2B9445D5}"/>
              </a:ext>
            </a:extLst>
          </p:cNvPr>
          <p:cNvSpPr txBox="1"/>
          <p:nvPr/>
        </p:nvSpPr>
        <p:spPr>
          <a:xfrm>
            <a:off x="3238828" y="4901466"/>
            <a:ext cx="23651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双曲型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66D86A0-1CF4-4E54-8FC5-89A4BDB42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169212"/>
              </p:ext>
            </p:extLst>
          </p:nvPr>
        </p:nvGraphicFramePr>
        <p:xfrm>
          <a:off x="981261" y="5563187"/>
          <a:ext cx="8588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8" name="Equation" r:id="rId13" imgW="342720" imgH="228600" progId="Equation.DSMT4">
                  <p:embed/>
                </p:oleObj>
              </mc:Choice>
              <mc:Fallback>
                <p:oleObj name="Equation" r:id="rId13" imgW="342720" imgH="2286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1261" y="5563187"/>
                        <a:ext cx="858837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180B1E28-4AD0-46FC-9220-A3C19AB5C9B9}"/>
              </a:ext>
            </a:extLst>
          </p:cNvPr>
          <p:cNvSpPr txBox="1"/>
          <p:nvPr/>
        </p:nvSpPr>
        <p:spPr>
          <a:xfrm>
            <a:off x="529366" y="5574032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18F0EC-857F-46D3-8E26-D386C9EF7486}"/>
              </a:ext>
            </a:extLst>
          </p:cNvPr>
          <p:cNvSpPr txBox="1"/>
          <p:nvPr/>
        </p:nvSpPr>
        <p:spPr>
          <a:xfrm>
            <a:off x="1715388" y="5590227"/>
            <a:ext cx="152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为复根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83AA5-39D4-4FF3-B806-FE3A9C1D745C}"/>
              </a:ext>
            </a:extLst>
          </p:cNvPr>
          <p:cNvSpPr txBox="1"/>
          <p:nvPr/>
        </p:nvSpPr>
        <p:spPr>
          <a:xfrm>
            <a:off x="3224671" y="5642835"/>
            <a:ext cx="23651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椭圆型</a:t>
            </a:r>
          </a:p>
        </p:txBody>
      </p:sp>
    </p:spTree>
    <p:extLst>
      <p:ext uri="{BB962C8B-B14F-4D97-AF65-F5344CB8AC3E}">
        <p14:creationId xmlns:p14="http://schemas.microsoft.com/office/powerpoint/2010/main" val="2154985873"/>
      </p:ext>
    </p:extLst>
  </p:cSld>
  <p:clrMapOvr>
    <a:masterClrMapping/>
  </p:clrMapOvr>
  <p:transition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116632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求导算符和数的关系</a:t>
            </a: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368634"/>
              </p:ext>
            </p:extLst>
          </p:nvPr>
        </p:nvGraphicFramePr>
        <p:xfrm>
          <a:off x="321163" y="723477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81" name="Equation" r:id="rId3" imgW="2501640" imgH="736560" progId="Equation.DSMT4">
                  <p:embed/>
                </p:oleObj>
              </mc:Choice>
              <mc:Fallback>
                <p:oleObj name="Equation" r:id="rId3" imgW="2501640" imgH="73656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63" y="723477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269687"/>
              </p:ext>
            </p:extLst>
          </p:nvPr>
        </p:nvGraphicFramePr>
        <p:xfrm>
          <a:off x="116415" y="2845270"/>
          <a:ext cx="3343276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82" name="Equation" r:id="rId5" imgW="1079280" imgH="457200" progId="Equation.DSMT4">
                  <p:embed/>
                </p:oleObj>
              </mc:Choice>
              <mc:Fallback>
                <p:oleObj name="Equation" r:id="rId5" imgW="1079280" imgH="457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415" y="2845270"/>
                        <a:ext cx="3343276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760235"/>
              </p:ext>
            </p:extLst>
          </p:nvPr>
        </p:nvGraphicFramePr>
        <p:xfrm>
          <a:off x="131373" y="4581128"/>
          <a:ext cx="3630613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83" name="Equation" r:id="rId7" imgW="1447560" imgH="482400" progId="Equation.DSMT4">
                  <p:embed/>
                </p:oleObj>
              </mc:Choice>
              <mc:Fallback>
                <p:oleObj name="Equation" r:id="rId7" imgW="1447560" imgH="4824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373" y="4581128"/>
                        <a:ext cx="3630613" cy="120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373285"/>
              </p:ext>
            </p:extLst>
          </p:nvPr>
        </p:nvGraphicFramePr>
        <p:xfrm>
          <a:off x="4788024" y="4537144"/>
          <a:ext cx="38862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84" name="Equation" r:id="rId9" imgW="1549080" imgH="507960" progId="Equation.DSMT4">
                  <p:embed/>
                </p:oleObj>
              </mc:Choice>
              <mc:Fallback>
                <p:oleObj name="Equation" r:id="rId9" imgW="1549080" imgH="5079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8024" y="4537144"/>
                        <a:ext cx="3886200" cy="127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681559"/>
      </p:ext>
    </p:extLst>
  </p:cSld>
  <p:clrMapOvr>
    <a:masterClrMapping/>
  </p:clrMapOvr>
  <p:transition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716893"/>
              </p:ext>
            </p:extLst>
          </p:nvPr>
        </p:nvGraphicFramePr>
        <p:xfrm>
          <a:off x="179512" y="260648"/>
          <a:ext cx="83740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38" name="Equation" r:id="rId3" imgW="3162240" imgH="228600" progId="Equation.DSMT4">
                  <p:embed/>
                </p:oleObj>
              </mc:Choice>
              <mc:Fallback>
                <p:oleObj name="Equation" r:id="rId3" imgW="3162240" imgH="2286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83740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279193"/>
              </p:ext>
            </p:extLst>
          </p:nvPr>
        </p:nvGraphicFramePr>
        <p:xfrm>
          <a:off x="231775" y="1052513"/>
          <a:ext cx="251777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39" name="Equation" r:id="rId5" imgW="812520" imgH="457200" progId="Equation.DSMT4">
                  <p:embed/>
                </p:oleObj>
              </mc:Choice>
              <mc:Fallback>
                <p:oleObj name="Equation" r:id="rId5" imgW="812520" imgH="457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775" y="1052513"/>
                        <a:ext cx="2517775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282233"/>
              </p:ext>
            </p:extLst>
          </p:nvPr>
        </p:nvGraphicFramePr>
        <p:xfrm>
          <a:off x="3779912" y="1023126"/>
          <a:ext cx="31527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0" name="Equation" r:id="rId7" imgW="1257120" imgH="482400" progId="Equation.DSMT4">
                  <p:embed/>
                </p:oleObj>
              </mc:Choice>
              <mc:Fallback>
                <p:oleObj name="Equation" r:id="rId7" imgW="1257120" imgH="4824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9912" y="1023126"/>
                        <a:ext cx="3152775" cy="120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277688"/>
              </p:ext>
            </p:extLst>
          </p:nvPr>
        </p:nvGraphicFramePr>
        <p:xfrm>
          <a:off x="231775" y="2488656"/>
          <a:ext cx="5946775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1" name="Equation" r:id="rId9" imgW="2349360" imgH="863280" progId="Equation.DSMT4">
                  <p:embed/>
                </p:oleObj>
              </mc:Choice>
              <mc:Fallback>
                <p:oleObj name="Equation" r:id="rId9" imgW="2349360" imgH="8632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775" y="2488656"/>
                        <a:ext cx="5946775" cy="218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075288"/>
              </p:ext>
            </p:extLst>
          </p:nvPr>
        </p:nvGraphicFramePr>
        <p:xfrm>
          <a:off x="179512" y="4797152"/>
          <a:ext cx="3694112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2" name="Equation" r:id="rId11" imgW="1473120" imgH="507960" progId="Equation.DSMT4">
                  <p:embed/>
                </p:oleObj>
              </mc:Choice>
              <mc:Fallback>
                <p:oleObj name="Equation" r:id="rId11" imgW="1473120" imgH="5079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512" y="4797152"/>
                        <a:ext cx="3694112" cy="127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223825"/>
              </p:ext>
            </p:extLst>
          </p:nvPr>
        </p:nvGraphicFramePr>
        <p:xfrm>
          <a:off x="4421775" y="4779346"/>
          <a:ext cx="38227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3" name="Equation" r:id="rId13" imgW="1523880" imgH="507960" progId="Equation.DSMT4">
                  <p:embed/>
                </p:oleObj>
              </mc:Choice>
              <mc:Fallback>
                <p:oleObj name="Equation" r:id="rId13" imgW="1523880" imgH="5079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21775" y="4779346"/>
                        <a:ext cx="3822700" cy="127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523866" y="6192835"/>
            <a:ext cx="51090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PingFang SC"/>
              </a:rPr>
              <a:t>方阵转置的逆等于逆的转置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060590"/>
      </p:ext>
    </p:extLst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435117"/>
              </p:ext>
            </p:extLst>
          </p:nvPr>
        </p:nvGraphicFramePr>
        <p:xfrm>
          <a:off x="179512" y="27767"/>
          <a:ext cx="6624638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45" name="Equation" r:id="rId3" imgW="2501640" imgH="736560" progId="Equation.DSMT4">
                  <p:embed/>
                </p:oleObj>
              </mc:Choice>
              <mc:Fallback>
                <p:oleObj name="Equation" r:id="rId3" imgW="2501640" imgH="736560" progId="Equation.DSMT4">
                  <p:embed/>
                  <p:pic>
                    <p:nvPicPr>
                      <p:cNvPr id="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7767"/>
                        <a:ext cx="6624638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422642"/>
              </p:ext>
            </p:extLst>
          </p:nvPr>
        </p:nvGraphicFramePr>
        <p:xfrm>
          <a:off x="148555" y="2202642"/>
          <a:ext cx="3343276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46" name="Equation" r:id="rId5" imgW="1079280" imgH="457200" progId="Equation.DSMT4">
                  <p:embed/>
                </p:oleObj>
              </mc:Choice>
              <mc:Fallback>
                <p:oleObj name="Equation" r:id="rId5" imgW="1079280" imgH="457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8555" y="2202642"/>
                        <a:ext cx="3343276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153118"/>
              </p:ext>
            </p:extLst>
          </p:nvPr>
        </p:nvGraphicFramePr>
        <p:xfrm>
          <a:off x="251520" y="3861048"/>
          <a:ext cx="251777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47" name="Equation" r:id="rId7" imgW="812520" imgH="457200" progId="Equation.DSMT4">
                  <p:embed/>
                </p:oleObj>
              </mc:Choice>
              <mc:Fallback>
                <p:oleObj name="Equation" r:id="rId7" imgW="812520" imgH="457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520" y="3861048"/>
                        <a:ext cx="2517775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127462"/>
              </p:ext>
            </p:extLst>
          </p:nvPr>
        </p:nvGraphicFramePr>
        <p:xfrm>
          <a:off x="4067944" y="2123267"/>
          <a:ext cx="3186112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48" name="Equation" r:id="rId9" imgW="1028520" imgH="482400" progId="Equation.DSMT4">
                  <p:embed/>
                </p:oleObj>
              </mc:Choice>
              <mc:Fallback>
                <p:oleObj name="Equation" r:id="rId9" imgW="1028520" imgH="4824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7944" y="2123267"/>
                        <a:ext cx="3186112" cy="1497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754566"/>
              </p:ext>
            </p:extLst>
          </p:nvPr>
        </p:nvGraphicFramePr>
        <p:xfrm>
          <a:off x="3851920" y="3870176"/>
          <a:ext cx="37592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49" name="Equation" r:id="rId11" imgW="1498320" imgH="507960" progId="Equation.DSMT4">
                  <p:embed/>
                </p:oleObj>
              </mc:Choice>
              <mc:Fallback>
                <p:oleObj name="Equation" r:id="rId11" imgW="1498320" imgH="50796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1920" y="3870176"/>
                        <a:ext cx="3759200" cy="127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217037"/>
      </p:ext>
    </p:extLst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506177"/>
              </p:ext>
            </p:extLst>
          </p:nvPr>
        </p:nvGraphicFramePr>
        <p:xfrm>
          <a:off x="107504" y="188640"/>
          <a:ext cx="83740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1" name="Equation" r:id="rId3" imgW="3162240" imgH="228600" progId="Equation.DSMT4">
                  <p:embed/>
                </p:oleObj>
              </mc:Choice>
              <mc:Fallback>
                <p:oleObj name="Equation" r:id="rId3" imgW="3162240" imgH="2286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88640"/>
                        <a:ext cx="83740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34633" y="3396447"/>
            <a:ext cx="31085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2. </a:t>
            </a:r>
            <a:r>
              <a:rPr lang="zh-CN" altLang="en-US" dirty="0"/>
              <a:t>求解二元一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次方程组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295118" y="177281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求矩阵本征值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71600" y="962872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常规解法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94535" y="972268"/>
            <a:ext cx="32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线性代数解法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092388"/>
              </p:ext>
            </p:extLst>
          </p:nvPr>
        </p:nvGraphicFramePr>
        <p:xfrm>
          <a:off x="1187624" y="2789136"/>
          <a:ext cx="55483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2" name="Equation" r:id="rId5" imgW="2095200" imgH="241200" progId="Equation.DSMT4">
                  <p:embed/>
                </p:oleObj>
              </mc:Choice>
              <mc:Fallback>
                <p:oleObj name="Equation" r:id="rId5" imgW="2095200" imgH="241200" progId="Equation.DSMT4">
                  <p:embed/>
                  <p:pic>
                    <p:nvPicPr>
                      <p:cNvPr id="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789136"/>
                        <a:ext cx="55483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03920" y="1798004"/>
            <a:ext cx="30572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1. </a:t>
            </a:r>
            <a:r>
              <a:rPr lang="zh-CN" altLang="en-US" dirty="0"/>
              <a:t>因式分解</a:t>
            </a:r>
            <a:endParaRPr lang="en-US" altLang="zh-CN" dirty="0"/>
          </a:p>
          <a:p>
            <a:r>
              <a:rPr lang="zh-CN" altLang="en-US" dirty="0"/>
              <a:t>    一元二次方程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32343" y="359908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求逆反矩阵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203683"/>
              </p:ext>
            </p:extLst>
          </p:nvPr>
        </p:nvGraphicFramePr>
        <p:xfrm>
          <a:off x="2555776" y="4566619"/>
          <a:ext cx="251777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3" name="Equation" r:id="rId7" imgW="812520" imgH="457200" progId="Equation.DSMT4">
                  <p:embed/>
                </p:oleObj>
              </mc:Choice>
              <mc:Fallback>
                <p:oleObj name="Equation" r:id="rId7" imgW="812520" imgH="457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5776" y="4566619"/>
                        <a:ext cx="2517775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162928"/>
      </p:ext>
    </p:extLst>
  </p:cSld>
  <p:clrMapOvr>
    <a:masterClrMapping/>
  </p:clrMapOvr>
  <p:transition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/>
          <p:cNvSpPr>
            <a:spLocks noChangeArrowheads="1"/>
          </p:cNvSpPr>
          <p:nvPr/>
        </p:nvSpPr>
        <p:spPr bwMode="auto">
          <a:xfrm>
            <a:off x="684213" y="2501900"/>
            <a:ext cx="339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扩散</a:t>
            </a:r>
            <a:r>
              <a:rPr lang="en-US" altLang="zh-CN"/>
              <a:t>or</a:t>
            </a:r>
            <a:r>
              <a:rPr lang="zh-CN" altLang="en-US"/>
              <a:t>输运方程：</a:t>
            </a:r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586235"/>
              </p:ext>
            </p:extLst>
          </p:nvPr>
        </p:nvGraphicFramePr>
        <p:xfrm>
          <a:off x="4260850" y="2381250"/>
          <a:ext cx="25352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5" name="Equation" r:id="rId3" imgW="838080" imgH="241200" progId="Equation.DSMT4">
                  <p:embed/>
                </p:oleObj>
              </mc:Choice>
              <mc:Fallback>
                <p:oleObj name="Equation" r:id="rId3" imgW="838080" imgH="241200" progId="Equation.DSMT4">
                  <p:embed/>
                  <p:pic>
                    <p:nvPicPr>
                      <p:cNvPr id="5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2381250"/>
                        <a:ext cx="25352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矩形 15"/>
          <p:cNvSpPr>
            <a:spLocks noChangeArrowheads="1"/>
          </p:cNvSpPr>
          <p:nvPr/>
        </p:nvSpPr>
        <p:spPr bwMode="auto">
          <a:xfrm>
            <a:off x="684213" y="420688"/>
            <a:ext cx="3397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波动</a:t>
            </a:r>
            <a:r>
              <a:rPr lang="en-US" altLang="zh-CN"/>
              <a:t>or</a:t>
            </a:r>
            <a:r>
              <a:rPr lang="zh-CN" altLang="en-US"/>
              <a:t>振动方程：</a:t>
            </a:r>
          </a:p>
        </p:txBody>
      </p:sp>
      <p:graphicFrame>
        <p:nvGraphicFramePr>
          <p:cNvPr id="1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400624"/>
              </p:ext>
            </p:extLst>
          </p:nvPr>
        </p:nvGraphicFramePr>
        <p:xfrm>
          <a:off x="4014788" y="344488"/>
          <a:ext cx="26209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6" name="Equation" r:id="rId5" imgW="863280" imgH="241200" progId="Equation.DSMT4">
                  <p:embed/>
                </p:oleObj>
              </mc:Choice>
              <mc:Fallback>
                <p:oleObj name="Equation" r:id="rId5" imgW="863280" imgH="241200" progId="Equation.DSMT4">
                  <p:embed/>
                  <p:pic>
                    <p:nvPicPr>
                      <p:cNvPr id="1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344488"/>
                        <a:ext cx="26209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404030"/>
              </p:ext>
            </p:extLst>
          </p:nvPr>
        </p:nvGraphicFramePr>
        <p:xfrm>
          <a:off x="4239163" y="4234656"/>
          <a:ext cx="37172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7" name="Equation" r:id="rId7" imgW="1282680" imgH="241200" progId="Equation.DSMT4">
                  <p:embed/>
                </p:oleObj>
              </mc:Choice>
              <mc:Fallback>
                <p:oleObj name="Equation" r:id="rId7" imgW="128268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163" y="4234656"/>
                        <a:ext cx="3717213" cy="763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矩形 18"/>
          <p:cNvSpPr>
            <a:spLocks noChangeArrowheads="1"/>
          </p:cNvSpPr>
          <p:nvPr/>
        </p:nvSpPr>
        <p:spPr bwMode="auto">
          <a:xfrm>
            <a:off x="650875" y="4324350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泊松</a:t>
            </a:r>
            <a:r>
              <a:rPr lang="en-US" altLang="zh-CN"/>
              <a:t>or</a:t>
            </a:r>
            <a:r>
              <a:rPr lang="zh-CN" altLang="en-US"/>
              <a:t>稳定场方程：</a:t>
            </a:r>
          </a:p>
        </p:txBody>
      </p:sp>
    </p:spTree>
    <p:extLst>
      <p:ext uri="{BB962C8B-B14F-4D97-AF65-F5344CB8AC3E}">
        <p14:creationId xmlns:p14="http://schemas.microsoft.com/office/powerpoint/2010/main" val="4015916448"/>
      </p:ext>
    </p:extLst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50" name="Rectangle 6"/>
          <p:cNvSpPr>
            <a:spLocks noChangeArrowheads="1"/>
          </p:cNvSpPr>
          <p:nvPr/>
        </p:nvSpPr>
        <p:spPr bwMode="auto">
          <a:xfrm>
            <a:off x="228600" y="2971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sp>
        <p:nvSpPr>
          <p:cNvPr id="338953" name="Rectangle 9"/>
          <p:cNvSpPr>
            <a:spLocks noChangeArrowheads="1"/>
          </p:cNvSpPr>
          <p:nvPr/>
        </p:nvSpPr>
        <p:spPr bwMode="auto">
          <a:xfrm>
            <a:off x="533400" y="4572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或：</a:t>
            </a:r>
          </a:p>
        </p:txBody>
      </p:sp>
      <p:graphicFrame>
        <p:nvGraphicFramePr>
          <p:cNvPr id="338954" name="Object 10"/>
          <p:cNvGraphicFramePr>
            <a:graphicFrameLocks noChangeAspect="1"/>
          </p:cNvGraphicFramePr>
          <p:nvPr/>
        </p:nvGraphicFramePr>
        <p:xfrm>
          <a:off x="3624263" y="2673350"/>
          <a:ext cx="4394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3" name="公式" r:id="rId3" imgW="1653575" imgH="403844" progId="Equation.3">
                  <p:embed/>
                </p:oleObj>
              </mc:Choice>
              <mc:Fallback>
                <p:oleObj name="公式" r:id="rId3" imgW="1653575" imgH="403844" progId="Equation.3">
                  <p:embed/>
                  <p:pic>
                    <p:nvPicPr>
                      <p:cNvPr id="338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2673350"/>
                        <a:ext cx="4394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5" name="Line 11"/>
          <p:cNvSpPr>
            <a:spLocks noChangeShapeType="1"/>
          </p:cNvSpPr>
          <p:nvPr/>
        </p:nvSpPr>
        <p:spPr bwMode="auto">
          <a:xfrm flipH="1">
            <a:off x="3810000" y="40386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4" name="Rectangle 12"/>
          <p:cNvSpPr>
            <a:spLocks noChangeArrowheads="1"/>
          </p:cNvSpPr>
          <p:nvPr/>
        </p:nvSpPr>
        <p:spPr bwMode="auto">
          <a:xfrm>
            <a:off x="152400" y="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例：求定解问题</a:t>
            </a:r>
          </a:p>
        </p:txBody>
      </p:sp>
      <p:graphicFrame>
        <p:nvGraphicFramePr>
          <p:cNvPr id="73735" name="Object 13"/>
          <p:cNvGraphicFramePr>
            <a:graphicFrameLocks noChangeAspect="1"/>
          </p:cNvGraphicFramePr>
          <p:nvPr/>
        </p:nvGraphicFramePr>
        <p:xfrm>
          <a:off x="685800" y="533400"/>
          <a:ext cx="7848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4" name="公式" r:id="rId5" imgW="3085994" imgH="205740" progId="Equation.3">
                  <p:embed/>
                </p:oleObj>
              </mc:Choice>
              <mc:Fallback>
                <p:oleObj name="公式" r:id="rId5" imgW="3085994" imgH="205740" progId="Equation.3">
                  <p:embed/>
                  <p:pic>
                    <p:nvPicPr>
                      <p:cNvPr id="7373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"/>
                        <a:ext cx="7848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6" name="Object 14"/>
          <p:cNvGraphicFramePr>
            <a:graphicFrameLocks noChangeAspect="1"/>
          </p:cNvGraphicFramePr>
          <p:nvPr/>
        </p:nvGraphicFramePr>
        <p:xfrm>
          <a:off x="1905000" y="1219200"/>
          <a:ext cx="22526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5" name="公式" r:id="rId7" imgW="739175" imgH="190469" progId="Equation.3">
                  <p:embed/>
                </p:oleObj>
              </mc:Choice>
              <mc:Fallback>
                <p:oleObj name="公式" r:id="rId7" imgW="739175" imgH="190469" progId="Equation.3">
                  <p:embed/>
                  <p:pic>
                    <p:nvPicPr>
                      <p:cNvPr id="7373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225266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Object 15"/>
          <p:cNvGraphicFramePr>
            <a:graphicFrameLocks noChangeAspect="1"/>
          </p:cNvGraphicFramePr>
          <p:nvPr/>
        </p:nvGraphicFramePr>
        <p:xfrm>
          <a:off x="1752600" y="1905000"/>
          <a:ext cx="20701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6" name="公式" r:id="rId9" imgW="670702" imgH="205740" progId="Equation.3">
                  <p:embed/>
                </p:oleObj>
              </mc:Choice>
              <mc:Fallback>
                <p:oleObj name="公式" r:id="rId9" imgW="670702" imgH="205740" progId="Equation.3">
                  <p:embed/>
                  <p:pic>
                    <p:nvPicPr>
                      <p:cNvPr id="7373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05000"/>
                        <a:ext cx="20701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AutoShape 16"/>
          <p:cNvSpPr>
            <a:spLocks/>
          </p:cNvSpPr>
          <p:nvPr/>
        </p:nvSpPr>
        <p:spPr bwMode="auto">
          <a:xfrm>
            <a:off x="0" y="914400"/>
            <a:ext cx="457200" cy="1447800"/>
          </a:xfrm>
          <a:prstGeom prst="leftBrace">
            <a:avLst>
              <a:gd name="adj1" fmla="val 263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38961" name="Rectangle 17"/>
          <p:cNvSpPr>
            <a:spLocks noChangeArrowheads="1"/>
          </p:cNvSpPr>
          <p:nvPr/>
        </p:nvSpPr>
        <p:spPr bwMode="auto">
          <a:xfrm>
            <a:off x="1524000" y="30480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方程变化为</a:t>
            </a:r>
          </a:p>
        </p:txBody>
      </p:sp>
      <p:graphicFrame>
        <p:nvGraphicFramePr>
          <p:cNvPr id="338962" name="Object 18"/>
          <p:cNvGraphicFramePr>
            <a:graphicFrameLocks noChangeAspect="1"/>
          </p:cNvGraphicFramePr>
          <p:nvPr/>
        </p:nvGraphicFramePr>
        <p:xfrm>
          <a:off x="2819400" y="4267200"/>
          <a:ext cx="41624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7" name="公式" r:id="rId11" imgW="1562135" imgH="380937" progId="Equation.3">
                  <p:embed/>
                </p:oleObj>
              </mc:Choice>
              <mc:Fallback>
                <p:oleObj name="公式" r:id="rId11" imgW="1562135" imgH="380937" progId="Equation.3">
                  <p:embed/>
                  <p:pic>
                    <p:nvPicPr>
                      <p:cNvPr id="33896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0"/>
                        <a:ext cx="416242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63" name="Rectangle 19"/>
          <p:cNvSpPr>
            <a:spLocks noChangeArrowheads="1"/>
          </p:cNvSpPr>
          <p:nvPr/>
        </p:nvSpPr>
        <p:spPr bwMode="auto">
          <a:xfrm>
            <a:off x="712788" y="5562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338964" name="Object 20"/>
          <p:cNvGraphicFramePr>
            <a:graphicFrameLocks noChangeAspect="1"/>
          </p:cNvGraphicFramePr>
          <p:nvPr/>
        </p:nvGraphicFramePr>
        <p:xfrm>
          <a:off x="3246438" y="5862638"/>
          <a:ext cx="17843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8" name="公式" r:id="rId13" imgW="647735" imgH="167561" progId="Equation.3">
                  <p:embed/>
                </p:oleObj>
              </mc:Choice>
              <mc:Fallback>
                <p:oleObj name="公式" r:id="rId13" imgW="647735" imgH="167561" progId="Equation.3">
                  <p:embed/>
                  <p:pic>
                    <p:nvPicPr>
                      <p:cNvPr id="33896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862638"/>
                        <a:ext cx="17843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65" name="Object 21"/>
          <p:cNvGraphicFramePr>
            <a:graphicFrameLocks noChangeAspect="1"/>
          </p:cNvGraphicFramePr>
          <p:nvPr/>
        </p:nvGraphicFramePr>
        <p:xfrm>
          <a:off x="6384925" y="5867400"/>
          <a:ext cx="18161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29" name="公式" r:id="rId15" imgW="663046" imgH="167561" progId="Equation.3">
                  <p:embed/>
                </p:oleObj>
              </mc:Choice>
              <mc:Fallback>
                <p:oleObj name="公式" r:id="rId15" imgW="663046" imgH="167561" progId="Equation.3">
                  <p:embed/>
                  <p:pic>
                    <p:nvPicPr>
                      <p:cNvPr id="33896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925" y="5867400"/>
                        <a:ext cx="18161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5112223"/>
      </p:ext>
    </p:extLst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381000" y="1371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令：</a:t>
            </a:r>
          </a:p>
        </p:txBody>
      </p:sp>
      <p:graphicFrame>
        <p:nvGraphicFramePr>
          <p:cNvPr id="339974" name="Object 6"/>
          <p:cNvGraphicFramePr>
            <a:graphicFrameLocks noChangeAspect="1"/>
          </p:cNvGraphicFramePr>
          <p:nvPr/>
        </p:nvGraphicFramePr>
        <p:xfrm>
          <a:off x="1676400" y="2438400"/>
          <a:ext cx="9223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2" name="公式" r:id="rId3" imgW="320253" imgH="380937" progId="Equation.3">
                  <p:embed/>
                </p:oleObj>
              </mc:Choice>
              <mc:Fallback>
                <p:oleObj name="公式" r:id="rId3" imgW="320253" imgH="380937" progId="Equation.3">
                  <p:embed/>
                  <p:pic>
                    <p:nvPicPr>
                      <p:cNvPr id="3399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9223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5" name="Object 7"/>
          <p:cNvGraphicFramePr>
            <a:graphicFrameLocks noChangeAspect="1"/>
          </p:cNvGraphicFramePr>
          <p:nvPr/>
        </p:nvGraphicFramePr>
        <p:xfrm>
          <a:off x="2514600" y="2362200"/>
          <a:ext cx="2446338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3" name="公式" r:id="rId5" imgW="899089" imgH="380937" progId="Equation.3">
                  <p:embed/>
                </p:oleObj>
              </mc:Choice>
              <mc:Fallback>
                <p:oleObj name="公式" r:id="rId5" imgW="899089" imgH="380937" progId="Equation.3">
                  <p:embed/>
                  <p:pic>
                    <p:nvPicPr>
                      <p:cNvPr id="3399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2446338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6" name="Object 8"/>
          <p:cNvGraphicFramePr>
            <a:graphicFrameLocks noChangeAspect="1"/>
          </p:cNvGraphicFramePr>
          <p:nvPr/>
        </p:nvGraphicFramePr>
        <p:xfrm>
          <a:off x="4953000" y="2362200"/>
          <a:ext cx="221297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4" name="公式" r:id="rId7" imgW="815305" imgH="380937" progId="Equation.3">
                  <p:embed/>
                </p:oleObj>
              </mc:Choice>
              <mc:Fallback>
                <p:oleObj name="公式" r:id="rId7" imgW="815305" imgH="380937" progId="Equation.3">
                  <p:embed/>
                  <p:pic>
                    <p:nvPicPr>
                      <p:cNvPr id="3399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362200"/>
                        <a:ext cx="221297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7" name="Object 9"/>
          <p:cNvGraphicFramePr>
            <a:graphicFrameLocks noChangeAspect="1"/>
          </p:cNvGraphicFramePr>
          <p:nvPr/>
        </p:nvGraphicFramePr>
        <p:xfrm>
          <a:off x="1658938" y="3810000"/>
          <a:ext cx="95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5" name="公式" r:id="rId9" imgW="327483" imgH="380937" progId="Equation.3">
                  <p:embed/>
                </p:oleObj>
              </mc:Choice>
              <mc:Fallback>
                <p:oleObj name="公式" r:id="rId9" imgW="327483" imgH="380937" progId="Equation.3">
                  <p:embed/>
                  <p:pic>
                    <p:nvPicPr>
                      <p:cNvPr id="3399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3810000"/>
                        <a:ext cx="95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8" name="Object 10"/>
          <p:cNvGraphicFramePr>
            <a:graphicFrameLocks noChangeAspect="1"/>
          </p:cNvGraphicFramePr>
          <p:nvPr/>
        </p:nvGraphicFramePr>
        <p:xfrm>
          <a:off x="2481263" y="3733800"/>
          <a:ext cx="247967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6" name="公式" r:id="rId11" imgW="914400" imgH="380937" progId="Equation.3">
                  <p:embed/>
                </p:oleObj>
              </mc:Choice>
              <mc:Fallback>
                <p:oleObj name="公式" r:id="rId11" imgW="914400" imgH="380937" progId="Equation.3">
                  <p:embed/>
                  <p:pic>
                    <p:nvPicPr>
                      <p:cNvPr id="339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3733800"/>
                        <a:ext cx="247967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9" name="Object 11"/>
          <p:cNvGraphicFramePr>
            <a:graphicFrameLocks noChangeAspect="1"/>
          </p:cNvGraphicFramePr>
          <p:nvPr/>
        </p:nvGraphicFramePr>
        <p:xfrm>
          <a:off x="5105400" y="3733800"/>
          <a:ext cx="244475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7" name="公式" r:id="rId13" imgW="899089" imgH="380937" progId="Equation.3">
                  <p:embed/>
                </p:oleObj>
              </mc:Choice>
              <mc:Fallback>
                <p:oleObj name="公式" r:id="rId13" imgW="899089" imgH="380937" progId="Equation.3">
                  <p:embed/>
                  <p:pic>
                    <p:nvPicPr>
                      <p:cNvPr id="3399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733800"/>
                        <a:ext cx="244475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0" name="Object 12"/>
          <p:cNvGraphicFramePr>
            <a:graphicFrameLocks noChangeAspect="1"/>
          </p:cNvGraphicFramePr>
          <p:nvPr/>
        </p:nvGraphicFramePr>
        <p:xfrm>
          <a:off x="1600200" y="5597525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8" name="公式" r:id="rId15" imgW="632425" imgH="419116" progId="Equation.3">
                  <p:embed/>
                </p:oleObj>
              </mc:Choice>
              <mc:Fallback>
                <p:oleObj name="公式" r:id="rId15" imgW="632425" imgH="419116" progId="Equation.3">
                  <p:embed/>
                  <p:pic>
                    <p:nvPicPr>
                      <p:cNvPr id="3399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597525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81" name="AutoShape 13"/>
          <p:cNvSpPr>
            <a:spLocks noChangeArrowheads="1"/>
          </p:cNvSpPr>
          <p:nvPr/>
        </p:nvSpPr>
        <p:spPr bwMode="auto">
          <a:xfrm>
            <a:off x="533400" y="58674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4763" name="Line 14"/>
          <p:cNvSpPr>
            <a:spLocks noChangeShapeType="1"/>
          </p:cNvSpPr>
          <p:nvPr/>
        </p:nvSpPr>
        <p:spPr bwMode="auto">
          <a:xfrm flipH="1">
            <a:off x="4038600" y="2133600"/>
            <a:ext cx="5105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983" name="Line 15"/>
          <p:cNvSpPr>
            <a:spLocks noChangeShapeType="1"/>
          </p:cNvSpPr>
          <p:nvPr/>
        </p:nvSpPr>
        <p:spPr bwMode="auto">
          <a:xfrm flipH="1">
            <a:off x="5029200" y="5029200"/>
            <a:ext cx="4114800" cy="762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4765" name="Object 16"/>
          <p:cNvGraphicFramePr>
            <a:graphicFrameLocks noChangeAspect="1"/>
          </p:cNvGraphicFramePr>
          <p:nvPr/>
        </p:nvGraphicFramePr>
        <p:xfrm>
          <a:off x="1752600" y="0"/>
          <a:ext cx="41624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89" name="公式" r:id="rId17" imgW="1562135" imgH="380937" progId="Equation.3">
                  <p:embed/>
                </p:oleObj>
              </mc:Choice>
              <mc:Fallback>
                <p:oleObj name="公式" r:id="rId17" imgW="1562135" imgH="380937" progId="Equation.3">
                  <p:embed/>
                  <p:pic>
                    <p:nvPicPr>
                      <p:cNvPr id="7476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0"/>
                        <a:ext cx="416242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7"/>
          <p:cNvGraphicFramePr>
            <a:graphicFrameLocks noChangeAspect="1"/>
          </p:cNvGraphicFramePr>
          <p:nvPr/>
        </p:nvGraphicFramePr>
        <p:xfrm>
          <a:off x="1752600" y="1371600"/>
          <a:ext cx="17843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90" name="公式" r:id="rId19" imgW="647735" imgH="167561" progId="Equation.3">
                  <p:embed/>
                </p:oleObj>
              </mc:Choice>
              <mc:Fallback>
                <p:oleObj name="公式" r:id="rId19" imgW="647735" imgH="167561" progId="Equation.3">
                  <p:embed/>
                  <p:pic>
                    <p:nvPicPr>
                      <p:cNvPr id="7476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17843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7" name="Object 18"/>
          <p:cNvGraphicFramePr>
            <a:graphicFrameLocks noChangeAspect="1"/>
          </p:cNvGraphicFramePr>
          <p:nvPr/>
        </p:nvGraphicFramePr>
        <p:xfrm>
          <a:off x="4724400" y="1371600"/>
          <a:ext cx="18161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91" name="公式" r:id="rId21" imgW="663046" imgH="167561" progId="Equation.3">
                  <p:embed/>
                </p:oleObj>
              </mc:Choice>
              <mc:Fallback>
                <p:oleObj name="公式" r:id="rId21" imgW="663046" imgH="167561" progId="Equation.3">
                  <p:embed/>
                  <p:pic>
                    <p:nvPicPr>
                      <p:cNvPr id="7476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71600"/>
                        <a:ext cx="18161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87" name="Rectangle 19"/>
          <p:cNvSpPr>
            <a:spLocks noChangeArrowheads="1"/>
          </p:cNvSpPr>
          <p:nvPr/>
        </p:nvSpPr>
        <p:spPr bwMode="auto">
          <a:xfrm>
            <a:off x="0" y="4800600"/>
            <a:ext cx="269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为常数</a:t>
            </a:r>
          </a:p>
        </p:txBody>
      </p:sp>
      <p:sp>
        <p:nvSpPr>
          <p:cNvPr id="339988" name="AutoShape 20"/>
          <p:cNvSpPr>
            <a:spLocks noChangeArrowheads="1"/>
          </p:cNvSpPr>
          <p:nvPr/>
        </p:nvSpPr>
        <p:spPr bwMode="auto">
          <a:xfrm>
            <a:off x="4191000" y="57150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39989" name="Object 21"/>
          <p:cNvGraphicFramePr>
            <a:graphicFrameLocks noChangeAspect="1"/>
          </p:cNvGraphicFramePr>
          <p:nvPr/>
        </p:nvGraphicFramePr>
        <p:xfrm>
          <a:off x="5638800" y="5334000"/>
          <a:ext cx="15144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92" name="公式" r:id="rId23" imgW="548640" imgH="167561" progId="Equation.3">
                  <p:embed/>
                </p:oleObj>
              </mc:Choice>
              <mc:Fallback>
                <p:oleObj name="公式" r:id="rId23" imgW="548640" imgH="167561" progId="Equation.3">
                  <p:embed/>
                  <p:pic>
                    <p:nvPicPr>
                      <p:cNvPr id="3399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334000"/>
                        <a:ext cx="15144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90" name="Object 22"/>
          <p:cNvGraphicFramePr>
            <a:graphicFrameLocks noChangeAspect="1"/>
          </p:cNvGraphicFramePr>
          <p:nvPr/>
        </p:nvGraphicFramePr>
        <p:xfrm>
          <a:off x="5638800" y="6019800"/>
          <a:ext cx="19478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93" name="公式" r:id="rId25" imgW="708554" imgH="167561" progId="Equation.3">
                  <p:embed/>
                </p:oleObj>
              </mc:Choice>
              <mc:Fallback>
                <p:oleObj name="公式" r:id="rId25" imgW="708554" imgH="167561" progId="Equation.3">
                  <p:embed/>
                  <p:pic>
                    <p:nvPicPr>
                      <p:cNvPr id="3399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019800"/>
                        <a:ext cx="19478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91" name="AutoShape 23"/>
          <p:cNvSpPr>
            <a:spLocks/>
          </p:cNvSpPr>
          <p:nvPr/>
        </p:nvSpPr>
        <p:spPr bwMode="auto">
          <a:xfrm>
            <a:off x="5257800" y="55626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96649"/>
      </p:ext>
    </p:extLst>
  </p:cSld>
  <p:clrMapOvr>
    <a:masterClrMapping/>
  </p:clrMapOvr>
  <p:transition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9"/>
          <p:cNvGraphicFramePr>
            <a:graphicFrameLocks noChangeAspect="1"/>
          </p:cNvGraphicFramePr>
          <p:nvPr/>
        </p:nvGraphicFramePr>
        <p:xfrm>
          <a:off x="914400" y="1447800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5" name="公式" r:id="rId3" imgW="632425" imgH="419116" progId="Equation.3">
                  <p:embed/>
                </p:oleObj>
              </mc:Choice>
              <mc:Fallback>
                <p:oleObj name="公式" r:id="rId3" imgW="632425" imgH="419116" progId="Equation.3">
                  <p:embed/>
                  <p:pic>
                    <p:nvPicPr>
                      <p:cNvPr id="7577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02" name="AutoShape 10"/>
          <p:cNvSpPr>
            <a:spLocks noChangeArrowheads="1"/>
          </p:cNvSpPr>
          <p:nvPr/>
        </p:nvSpPr>
        <p:spPr bwMode="auto">
          <a:xfrm>
            <a:off x="4267200" y="56388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5780" name="Line 12"/>
          <p:cNvSpPr>
            <a:spLocks noChangeShapeType="1"/>
          </p:cNvSpPr>
          <p:nvPr/>
        </p:nvSpPr>
        <p:spPr bwMode="auto">
          <a:xfrm flipH="1">
            <a:off x="990600" y="2819400"/>
            <a:ext cx="81534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5781" name="Object 13"/>
          <p:cNvGraphicFramePr>
            <a:graphicFrameLocks noChangeAspect="1"/>
          </p:cNvGraphicFramePr>
          <p:nvPr/>
        </p:nvGraphicFramePr>
        <p:xfrm>
          <a:off x="1752600" y="0"/>
          <a:ext cx="41624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6" name="公式" r:id="rId5" imgW="1562135" imgH="380937" progId="Equation.3">
                  <p:embed/>
                </p:oleObj>
              </mc:Choice>
              <mc:Fallback>
                <p:oleObj name="公式" r:id="rId5" imgW="1562135" imgH="380937" progId="Equation.3">
                  <p:embed/>
                  <p:pic>
                    <p:nvPicPr>
                      <p:cNvPr id="757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0"/>
                        <a:ext cx="416242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08" name="Rectangle 16"/>
          <p:cNvSpPr>
            <a:spLocks noChangeArrowheads="1"/>
          </p:cNvSpPr>
          <p:nvPr/>
        </p:nvSpPr>
        <p:spPr bwMode="auto">
          <a:xfrm>
            <a:off x="0" y="49530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修改为</a:t>
            </a:r>
          </a:p>
        </p:txBody>
      </p:sp>
      <p:sp>
        <p:nvSpPr>
          <p:cNvPr id="341009" name="AutoShape 17"/>
          <p:cNvSpPr>
            <a:spLocks noChangeArrowheads="1"/>
          </p:cNvSpPr>
          <p:nvPr/>
        </p:nvSpPr>
        <p:spPr bwMode="auto">
          <a:xfrm>
            <a:off x="3048000" y="33528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75784" name="Object 18"/>
          <p:cNvGraphicFramePr>
            <a:graphicFrameLocks noChangeAspect="1"/>
          </p:cNvGraphicFramePr>
          <p:nvPr/>
        </p:nvGraphicFramePr>
        <p:xfrm>
          <a:off x="4876800" y="1447800"/>
          <a:ext cx="15144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7" name="公式" r:id="rId7" imgW="548640" imgH="167561" progId="Equation.3">
                  <p:embed/>
                </p:oleObj>
              </mc:Choice>
              <mc:Fallback>
                <p:oleObj name="公式" r:id="rId7" imgW="548640" imgH="167561" progId="Equation.3">
                  <p:embed/>
                  <p:pic>
                    <p:nvPicPr>
                      <p:cNvPr id="7578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447800"/>
                        <a:ext cx="15144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19"/>
          <p:cNvGraphicFramePr>
            <a:graphicFrameLocks noChangeAspect="1"/>
          </p:cNvGraphicFramePr>
          <p:nvPr/>
        </p:nvGraphicFramePr>
        <p:xfrm>
          <a:off x="4876800" y="2133600"/>
          <a:ext cx="19478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8" name="公式" r:id="rId9" imgW="708554" imgH="167561" progId="Equation.3">
                  <p:embed/>
                </p:oleObj>
              </mc:Choice>
              <mc:Fallback>
                <p:oleObj name="公式" r:id="rId9" imgW="708554" imgH="167561" progId="Equation.3">
                  <p:embed/>
                  <p:pic>
                    <p:nvPicPr>
                      <p:cNvPr id="7578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19478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AutoShape 20"/>
          <p:cNvSpPr>
            <a:spLocks/>
          </p:cNvSpPr>
          <p:nvPr/>
        </p:nvSpPr>
        <p:spPr bwMode="auto">
          <a:xfrm>
            <a:off x="4495800" y="16764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1013" name="Object 21"/>
          <p:cNvGraphicFramePr>
            <a:graphicFrameLocks noChangeAspect="1"/>
          </p:cNvGraphicFramePr>
          <p:nvPr/>
        </p:nvGraphicFramePr>
        <p:xfrm>
          <a:off x="4572000" y="2819400"/>
          <a:ext cx="1524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9" name="公式" r:id="rId11" imgW="632425" imgH="358030" progId="Equation.3">
                  <p:embed/>
                </p:oleObj>
              </mc:Choice>
              <mc:Fallback>
                <p:oleObj name="公式" r:id="rId11" imgW="632425" imgH="358030" progId="Equation.3">
                  <p:embed/>
                  <p:pic>
                    <p:nvPicPr>
                      <p:cNvPr id="34101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19400"/>
                        <a:ext cx="1524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14" name="Object 22"/>
          <p:cNvGraphicFramePr>
            <a:graphicFrameLocks noChangeAspect="1"/>
          </p:cNvGraphicFramePr>
          <p:nvPr/>
        </p:nvGraphicFramePr>
        <p:xfrm>
          <a:off x="4572000" y="3810000"/>
          <a:ext cx="15843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0" name="公式" r:id="rId13" imgW="571606" imgH="358030" progId="Equation.3">
                  <p:embed/>
                </p:oleObj>
              </mc:Choice>
              <mc:Fallback>
                <p:oleObj name="公式" r:id="rId13" imgW="571606" imgH="358030" progId="Equation.3">
                  <p:embed/>
                  <p:pic>
                    <p:nvPicPr>
                      <p:cNvPr id="34101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10000"/>
                        <a:ext cx="15843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15" name="AutoShape 23"/>
          <p:cNvSpPr>
            <a:spLocks/>
          </p:cNvSpPr>
          <p:nvPr/>
        </p:nvSpPr>
        <p:spPr bwMode="auto">
          <a:xfrm>
            <a:off x="4343400" y="33528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1016" name="Object 24"/>
          <p:cNvGraphicFramePr>
            <a:graphicFrameLocks noChangeAspect="1"/>
          </p:cNvGraphicFramePr>
          <p:nvPr/>
        </p:nvGraphicFramePr>
        <p:xfrm>
          <a:off x="1752600" y="4648200"/>
          <a:ext cx="14700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1" name="公式" r:id="rId15" imgW="609458" imgH="167561" progId="Equation.3">
                  <p:embed/>
                </p:oleObj>
              </mc:Choice>
              <mc:Fallback>
                <p:oleObj name="公式" r:id="rId15" imgW="609458" imgH="167561" progId="Equation.3">
                  <p:embed/>
                  <p:pic>
                    <p:nvPicPr>
                      <p:cNvPr id="3410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48200"/>
                        <a:ext cx="14700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17" name="Object 25"/>
          <p:cNvGraphicFramePr>
            <a:graphicFrameLocks noChangeAspect="1"/>
          </p:cNvGraphicFramePr>
          <p:nvPr/>
        </p:nvGraphicFramePr>
        <p:xfrm>
          <a:off x="1752600" y="5486400"/>
          <a:ext cx="15144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2" name="公式" r:id="rId17" imgW="548640" imgH="137019" progId="Equation.3">
                  <p:embed/>
                </p:oleObj>
              </mc:Choice>
              <mc:Fallback>
                <p:oleObj name="公式" r:id="rId17" imgW="548640" imgH="137019" progId="Equation.3">
                  <p:embed/>
                  <p:pic>
                    <p:nvPicPr>
                      <p:cNvPr id="3410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15144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18" name="AutoShape 26"/>
          <p:cNvSpPr>
            <a:spLocks/>
          </p:cNvSpPr>
          <p:nvPr/>
        </p:nvSpPr>
        <p:spPr bwMode="auto">
          <a:xfrm>
            <a:off x="1447800" y="48768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1019" name="Object 27"/>
          <p:cNvGraphicFramePr>
            <a:graphicFrameLocks noChangeAspect="1"/>
          </p:cNvGraphicFramePr>
          <p:nvPr/>
        </p:nvGraphicFramePr>
        <p:xfrm>
          <a:off x="5105400" y="5181600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3" name="公式" r:id="rId19" imgW="632425" imgH="419116" progId="Equation.3">
                  <p:embed/>
                </p:oleObj>
              </mc:Choice>
              <mc:Fallback>
                <p:oleObj name="公式" r:id="rId19" imgW="632425" imgH="419116" progId="Equation.3">
                  <p:embed/>
                  <p:pic>
                    <p:nvPicPr>
                      <p:cNvPr id="34101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1600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636548"/>
      </p:ext>
    </p:extLst>
  </p:cSld>
  <p:clrMapOvr>
    <a:masterClrMapping/>
  </p:clrMapOvr>
  <p:transition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1447800" y="1600200"/>
          <a:ext cx="340201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0" name="公式" r:id="rId3" imgW="1272505" imgH="243919" progId="Equation.3">
                  <p:embed/>
                </p:oleObj>
              </mc:Choice>
              <mc:Fallback>
                <p:oleObj name="公式" r:id="rId3" imgW="1272505" imgH="243919" progId="Equation.3">
                  <p:embed/>
                  <p:pic>
                    <p:nvPicPr>
                      <p:cNvPr id="3420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00200"/>
                        <a:ext cx="340201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19" name="Rectangle 3"/>
          <p:cNvSpPr>
            <a:spLocks noChangeArrowheads="1"/>
          </p:cNvSpPr>
          <p:nvPr/>
        </p:nvSpPr>
        <p:spPr bwMode="auto">
          <a:xfrm>
            <a:off x="0" y="3581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代入边界条件</a:t>
            </a:r>
          </a:p>
        </p:txBody>
      </p:sp>
      <p:graphicFrame>
        <p:nvGraphicFramePr>
          <p:cNvPr id="342020" name="Object 4"/>
          <p:cNvGraphicFramePr>
            <a:graphicFrameLocks noChangeAspect="1"/>
          </p:cNvGraphicFramePr>
          <p:nvPr/>
        </p:nvGraphicFramePr>
        <p:xfrm>
          <a:off x="4876800" y="1676400"/>
          <a:ext cx="24765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1" name="公式" r:id="rId5" imgW="914400" imgH="175197" progId="Equation.3">
                  <p:embed/>
                </p:oleObj>
              </mc:Choice>
              <mc:Fallback>
                <p:oleObj name="公式" r:id="rId5" imgW="914400" imgH="175197" progId="Equation.3">
                  <p:embed/>
                  <p:pic>
                    <p:nvPicPr>
                      <p:cNvPr id="342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76400"/>
                        <a:ext cx="24765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1" name="Object 5"/>
          <p:cNvGraphicFramePr>
            <a:graphicFrameLocks noChangeAspect="1"/>
          </p:cNvGraphicFramePr>
          <p:nvPr/>
        </p:nvGraphicFramePr>
        <p:xfrm>
          <a:off x="1447800" y="2514600"/>
          <a:ext cx="40624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2" name="公式" r:id="rId7" imgW="1523858" imgH="175197" progId="Equation.3">
                  <p:embed/>
                </p:oleObj>
              </mc:Choice>
              <mc:Fallback>
                <p:oleObj name="公式" r:id="rId7" imgW="1523858" imgH="175197" progId="Equation.3">
                  <p:embed/>
                  <p:pic>
                    <p:nvPicPr>
                      <p:cNvPr id="3420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40624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1066800" y="0"/>
          <a:ext cx="17462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3" name="公式" r:id="rId9" imgW="632425" imgH="419116" progId="Equation.3">
                  <p:embed/>
                </p:oleObj>
              </mc:Choice>
              <mc:Fallback>
                <p:oleObj name="公式" r:id="rId9" imgW="632425" imgH="419116" progId="Equation.3">
                  <p:embed/>
                  <p:pic>
                    <p:nvPicPr>
                      <p:cNvPr id="768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0"/>
                        <a:ext cx="17462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5105400" y="0"/>
          <a:ext cx="14700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4" name="公式" r:id="rId11" imgW="609458" imgH="167561" progId="Equation.3">
                  <p:embed/>
                </p:oleObj>
              </mc:Choice>
              <mc:Fallback>
                <p:oleObj name="公式" r:id="rId11" imgW="609458" imgH="167561" progId="Equation.3">
                  <p:embed/>
                  <p:pic>
                    <p:nvPicPr>
                      <p:cNvPr id="76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0"/>
                        <a:ext cx="14700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5105400" y="838200"/>
          <a:ext cx="15144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5" name="公式" r:id="rId13" imgW="548640" imgH="137019" progId="Equation.3">
                  <p:embed/>
                </p:oleObj>
              </mc:Choice>
              <mc:Fallback>
                <p:oleObj name="公式" r:id="rId13" imgW="548640" imgH="137019" progId="Equation.3">
                  <p:embed/>
                  <p:pic>
                    <p:nvPicPr>
                      <p:cNvPr id="768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838200"/>
                        <a:ext cx="15144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AutoShape 9"/>
          <p:cNvSpPr>
            <a:spLocks/>
          </p:cNvSpPr>
          <p:nvPr/>
        </p:nvSpPr>
        <p:spPr bwMode="auto">
          <a:xfrm>
            <a:off x="4800600" y="2286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2026" name="Object 10"/>
          <p:cNvGraphicFramePr>
            <a:graphicFrameLocks noChangeAspect="1"/>
          </p:cNvGraphicFramePr>
          <p:nvPr/>
        </p:nvGraphicFramePr>
        <p:xfrm>
          <a:off x="2819400" y="3124200"/>
          <a:ext cx="22526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6" name="公式" r:id="rId15" imgW="739175" imgH="190469" progId="Equation.3">
                  <p:embed/>
                </p:oleObj>
              </mc:Choice>
              <mc:Fallback>
                <p:oleObj name="公式" r:id="rId15" imgW="739175" imgH="190469" progId="Equation.3">
                  <p:embed/>
                  <p:pic>
                    <p:nvPicPr>
                      <p:cNvPr id="3420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24200"/>
                        <a:ext cx="225266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7" name="Object 11"/>
          <p:cNvGraphicFramePr>
            <a:graphicFrameLocks noChangeAspect="1"/>
          </p:cNvGraphicFramePr>
          <p:nvPr/>
        </p:nvGraphicFramePr>
        <p:xfrm>
          <a:off x="2895600" y="3886200"/>
          <a:ext cx="20701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7" name="公式" r:id="rId17" imgW="670702" imgH="205740" progId="Equation.3">
                  <p:embed/>
                </p:oleObj>
              </mc:Choice>
              <mc:Fallback>
                <p:oleObj name="公式" r:id="rId17" imgW="670702" imgH="205740" progId="Equation.3">
                  <p:embed/>
                  <p:pic>
                    <p:nvPicPr>
                      <p:cNvPr id="3420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86200"/>
                        <a:ext cx="20701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8" name="AutoShape 12"/>
          <p:cNvSpPr>
            <a:spLocks/>
          </p:cNvSpPr>
          <p:nvPr/>
        </p:nvSpPr>
        <p:spPr bwMode="auto">
          <a:xfrm>
            <a:off x="2438400" y="34290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2029" name="AutoShape 13"/>
          <p:cNvSpPr>
            <a:spLocks noChangeArrowheads="1"/>
          </p:cNvSpPr>
          <p:nvPr/>
        </p:nvSpPr>
        <p:spPr bwMode="auto">
          <a:xfrm>
            <a:off x="0" y="50292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2030" name="Object 14"/>
          <p:cNvGraphicFramePr>
            <a:graphicFrameLocks noChangeAspect="1"/>
          </p:cNvGraphicFramePr>
          <p:nvPr/>
        </p:nvGraphicFramePr>
        <p:xfrm>
          <a:off x="914400" y="4724400"/>
          <a:ext cx="32369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8" name="公式" r:id="rId19" imgW="1204031" imgH="190469" progId="Equation.3">
                  <p:embed/>
                </p:oleObj>
              </mc:Choice>
              <mc:Fallback>
                <p:oleObj name="公式" r:id="rId19" imgW="1204031" imgH="190469" progId="Equation.3">
                  <p:embed/>
                  <p:pic>
                    <p:nvPicPr>
                      <p:cNvPr id="3420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32369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1" name="AutoShape 15"/>
          <p:cNvSpPr>
            <a:spLocks/>
          </p:cNvSpPr>
          <p:nvPr/>
        </p:nvSpPr>
        <p:spPr bwMode="auto">
          <a:xfrm>
            <a:off x="762000" y="51054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2032" name="Object 16"/>
          <p:cNvGraphicFramePr>
            <a:graphicFrameLocks noChangeAspect="1"/>
          </p:cNvGraphicFramePr>
          <p:nvPr/>
        </p:nvGraphicFramePr>
        <p:xfrm>
          <a:off x="990600" y="5638800"/>
          <a:ext cx="3479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9" name="公式" r:id="rId21" imgW="1272505" imgH="175197" progId="Equation.3">
                  <p:embed/>
                </p:oleObj>
              </mc:Choice>
              <mc:Fallback>
                <p:oleObj name="公式" r:id="rId21" imgW="1272505" imgH="175197" progId="Equation.3">
                  <p:embed/>
                  <p:pic>
                    <p:nvPicPr>
                      <p:cNvPr id="3420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638800"/>
                        <a:ext cx="34798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3" name="Object 17"/>
          <p:cNvGraphicFramePr>
            <a:graphicFrameLocks noChangeAspect="1"/>
          </p:cNvGraphicFramePr>
          <p:nvPr/>
        </p:nvGraphicFramePr>
        <p:xfrm>
          <a:off x="5257800" y="4648200"/>
          <a:ext cx="32369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0" name="公式" r:id="rId23" imgW="1204031" imgH="190469" progId="Equation.3">
                  <p:embed/>
                </p:oleObj>
              </mc:Choice>
              <mc:Fallback>
                <p:oleObj name="公式" r:id="rId23" imgW="1204031" imgH="190469" progId="Equation.3">
                  <p:embed/>
                  <p:pic>
                    <p:nvPicPr>
                      <p:cNvPr id="3420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648200"/>
                        <a:ext cx="32369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4" name="AutoShape 18"/>
          <p:cNvSpPr>
            <a:spLocks/>
          </p:cNvSpPr>
          <p:nvPr/>
        </p:nvSpPr>
        <p:spPr bwMode="auto">
          <a:xfrm>
            <a:off x="5029200" y="50292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2035" name="Object 19"/>
          <p:cNvGraphicFramePr>
            <a:graphicFrameLocks noChangeAspect="1"/>
          </p:cNvGraphicFramePr>
          <p:nvPr/>
        </p:nvGraphicFramePr>
        <p:xfrm>
          <a:off x="5300663" y="5318125"/>
          <a:ext cx="36496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1" name="公式" r:id="rId25" imgW="1333323" imgH="358030" progId="Equation.3">
                  <p:embed/>
                </p:oleObj>
              </mc:Choice>
              <mc:Fallback>
                <p:oleObj name="公式" r:id="rId25" imgW="1333323" imgH="358030" progId="Equation.3">
                  <p:embed/>
                  <p:pic>
                    <p:nvPicPr>
                      <p:cNvPr id="34203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5318125"/>
                        <a:ext cx="36496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6" name="AutoShape 20"/>
          <p:cNvSpPr>
            <a:spLocks noChangeArrowheads="1"/>
          </p:cNvSpPr>
          <p:nvPr/>
        </p:nvSpPr>
        <p:spPr bwMode="auto">
          <a:xfrm>
            <a:off x="4572000" y="5181600"/>
            <a:ext cx="381000" cy="5334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6821" name="Line 21"/>
          <p:cNvSpPr>
            <a:spLocks noChangeShapeType="1"/>
          </p:cNvSpPr>
          <p:nvPr/>
        </p:nvSpPr>
        <p:spPr bwMode="auto">
          <a:xfrm>
            <a:off x="0" y="1295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349969"/>
      </p:ext>
    </p:extLst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5"/>
          <p:cNvGraphicFramePr>
            <a:graphicFrameLocks noChangeAspect="1"/>
          </p:cNvGraphicFramePr>
          <p:nvPr/>
        </p:nvGraphicFramePr>
        <p:xfrm>
          <a:off x="533400" y="304800"/>
          <a:ext cx="40624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4" name="公式" r:id="rId3" imgW="1523858" imgH="175197" progId="Equation.3">
                  <p:embed/>
                </p:oleObj>
              </mc:Choice>
              <mc:Fallback>
                <p:oleObj name="公式" r:id="rId3" imgW="1523858" imgH="175197" progId="Equation.3">
                  <p:embed/>
                  <p:pic>
                    <p:nvPicPr>
                      <p:cNvPr id="778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"/>
                        <a:ext cx="40624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" name="Object 7"/>
          <p:cNvGraphicFramePr>
            <a:graphicFrameLocks noChangeAspect="1"/>
          </p:cNvGraphicFramePr>
          <p:nvPr/>
        </p:nvGraphicFramePr>
        <p:xfrm>
          <a:off x="6019800" y="0"/>
          <a:ext cx="14700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5" name="公式" r:id="rId5" imgW="609458" imgH="167561" progId="Equation.3">
                  <p:embed/>
                </p:oleObj>
              </mc:Choice>
              <mc:Fallback>
                <p:oleObj name="公式" r:id="rId5" imgW="609458" imgH="167561" progId="Equation.3">
                  <p:embed/>
                  <p:pic>
                    <p:nvPicPr>
                      <p:cNvPr id="778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0"/>
                        <a:ext cx="14700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8"/>
          <p:cNvGraphicFramePr>
            <a:graphicFrameLocks noChangeAspect="1"/>
          </p:cNvGraphicFramePr>
          <p:nvPr/>
        </p:nvGraphicFramePr>
        <p:xfrm>
          <a:off x="6019800" y="838200"/>
          <a:ext cx="15144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6" name="公式" r:id="rId7" imgW="548640" imgH="137019" progId="Equation.3">
                  <p:embed/>
                </p:oleObj>
              </mc:Choice>
              <mc:Fallback>
                <p:oleObj name="公式" r:id="rId7" imgW="548640" imgH="137019" progId="Equation.3">
                  <p:embed/>
                  <p:pic>
                    <p:nvPicPr>
                      <p:cNvPr id="778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838200"/>
                        <a:ext cx="15144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9" name="AutoShape 9"/>
          <p:cNvSpPr>
            <a:spLocks/>
          </p:cNvSpPr>
          <p:nvPr/>
        </p:nvSpPr>
        <p:spPr bwMode="auto">
          <a:xfrm>
            <a:off x="5715000" y="2286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3053" name="AutoShape 13"/>
          <p:cNvSpPr>
            <a:spLocks noChangeArrowheads="1"/>
          </p:cNvSpPr>
          <p:nvPr/>
        </p:nvSpPr>
        <p:spPr bwMode="auto">
          <a:xfrm>
            <a:off x="4267200" y="1828800"/>
            <a:ext cx="685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7831" name="AutoShape 18"/>
          <p:cNvSpPr>
            <a:spLocks/>
          </p:cNvSpPr>
          <p:nvPr/>
        </p:nvSpPr>
        <p:spPr bwMode="auto">
          <a:xfrm>
            <a:off x="0" y="15240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77832" name="Object 19"/>
          <p:cNvGraphicFramePr>
            <a:graphicFrameLocks noChangeAspect="1"/>
          </p:cNvGraphicFramePr>
          <p:nvPr/>
        </p:nvGraphicFramePr>
        <p:xfrm>
          <a:off x="304800" y="1981200"/>
          <a:ext cx="364966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7" name="公式" r:id="rId9" imgW="1333323" imgH="358030" progId="Equation.3">
                  <p:embed/>
                </p:oleObj>
              </mc:Choice>
              <mc:Fallback>
                <p:oleObj name="公式" r:id="rId9" imgW="1333323" imgH="358030" progId="Equation.3">
                  <p:embed/>
                  <p:pic>
                    <p:nvPicPr>
                      <p:cNvPr id="7783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81200"/>
                        <a:ext cx="3649663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21"/>
          <p:cNvGraphicFramePr>
            <a:graphicFrameLocks noChangeAspect="1"/>
          </p:cNvGraphicFramePr>
          <p:nvPr/>
        </p:nvGraphicFramePr>
        <p:xfrm>
          <a:off x="381000" y="1143000"/>
          <a:ext cx="32369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8" name="公式" r:id="rId11" imgW="1204031" imgH="190469" progId="Equation.3">
                  <p:embed/>
                </p:oleObj>
              </mc:Choice>
              <mc:Fallback>
                <p:oleObj name="公式" r:id="rId11" imgW="1204031" imgH="190469" progId="Equation.3">
                  <p:embed/>
                  <p:pic>
                    <p:nvPicPr>
                      <p:cNvPr id="778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32369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62" name="Object 22"/>
          <p:cNvGraphicFramePr>
            <a:graphicFrameLocks noChangeAspect="1"/>
          </p:cNvGraphicFramePr>
          <p:nvPr/>
        </p:nvGraphicFramePr>
        <p:xfrm>
          <a:off x="5699125" y="1374775"/>
          <a:ext cx="3270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59" name="公式" r:id="rId13" imgW="1219342" imgH="358030" progId="Equation.3">
                  <p:embed/>
                </p:oleObj>
              </mc:Choice>
              <mc:Fallback>
                <p:oleObj name="公式" r:id="rId13" imgW="1219342" imgH="358030" progId="Equation.3">
                  <p:embed/>
                  <p:pic>
                    <p:nvPicPr>
                      <p:cNvPr id="3430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1374775"/>
                        <a:ext cx="32702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63" name="Object 23"/>
          <p:cNvGraphicFramePr>
            <a:graphicFrameLocks noChangeAspect="1"/>
          </p:cNvGraphicFramePr>
          <p:nvPr/>
        </p:nvGraphicFramePr>
        <p:xfrm>
          <a:off x="5715000" y="2286000"/>
          <a:ext cx="32099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0" name="公式" r:id="rId15" imgW="1165754" imgH="358030" progId="Equation.3">
                  <p:embed/>
                </p:oleObj>
              </mc:Choice>
              <mc:Fallback>
                <p:oleObj name="公式" r:id="rId15" imgW="1165754" imgH="358030" progId="Equation.3">
                  <p:embed/>
                  <p:pic>
                    <p:nvPicPr>
                      <p:cNvPr id="3430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286000"/>
                        <a:ext cx="32099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64" name="AutoShape 24"/>
          <p:cNvSpPr>
            <a:spLocks/>
          </p:cNvSpPr>
          <p:nvPr/>
        </p:nvSpPr>
        <p:spPr bwMode="auto">
          <a:xfrm>
            <a:off x="5334000" y="19812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3065" name="Rectangle 25"/>
          <p:cNvSpPr>
            <a:spLocks noChangeArrowheads="1"/>
          </p:cNvSpPr>
          <p:nvPr/>
        </p:nvSpPr>
        <p:spPr bwMode="auto">
          <a:xfrm>
            <a:off x="228600" y="3429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令：</a:t>
            </a:r>
          </a:p>
        </p:txBody>
      </p:sp>
      <p:graphicFrame>
        <p:nvGraphicFramePr>
          <p:cNvPr id="343066" name="Object 26"/>
          <p:cNvGraphicFramePr>
            <a:graphicFrameLocks noChangeAspect="1"/>
          </p:cNvGraphicFramePr>
          <p:nvPr/>
        </p:nvGraphicFramePr>
        <p:xfrm>
          <a:off x="1295400" y="3810000"/>
          <a:ext cx="12509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1" name="公式" r:id="rId17" imgW="441889" imgH="137019" progId="Equation.3">
                  <p:embed/>
                </p:oleObj>
              </mc:Choice>
              <mc:Fallback>
                <p:oleObj name="公式" r:id="rId17" imgW="441889" imgH="137019" progId="Equation.3">
                  <p:embed/>
                  <p:pic>
                    <p:nvPicPr>
                      <p:cNvPr id="34306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10000"/>
                        <a:ext cx="12509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67" name="Object 27"/>
          <p:cNvGraphicFramePr>
            <a:graphicFrameLocks noChangeAspect="1"/>
          </p:cNvGraphicFramePr>
          <p:nvPr/>
        </p:nvGraphicFramePr>
        <p:xfrm>
          <a:off x="3962400" y="3276600"/>
          <a:ext cx="34671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2" name="公式" r:id="rId19" imgW="1295471" imgH="396209" progId="Equation.3">
                  <p:embed/>
                </p:oleObj>
              </mc:Choice>
              <mc:Fallback>
                <p:oleObj name="公式" r:id="rId19" imgW="1295471" imgH="396209" progId="Equation.3">
                  <p:embed/>
                  <p:pic>
                    <p:nvPicPr>
                      <p:cNvPr id="34306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276600"/>
                        <a:ext cx="346710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68" name="AutoShape 28"/>
          <p:cNvSpPr>
            <a:spLocks noChangeArrowheads="1"/>
          </p:cNvSpPr>
          <p:nvPr/>
        </p:nvSpPr>
        <p:spPr bwMode="auto">
          <a:xfrm>
            <a:off x="2895600" y="3733800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3069" name="Object 29"/>
          <p:cNvGraphicFramePr>
            <a:graphicFrameLocks noChangeAspect="1"/>
          </p:cNvGraphicFramePr>
          <p:nvPr/>
        </p:nvGraphicFramePr>
        <p:xfrm>
          <a:off x="685800" y="4572000"/>
          <a:ext cx="45720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3" name="公式" r:id="rId21" imgW="1775637" imgH="396209" progId="Equation.3">
                  <p:embed/>
                </p:oleObj>
              </mc:Choice>
              <mc:Fallback>
                <p:oleObj name="公式" r:id="rId21" imgW="1775637" imgH="396209" progId="Equation.3">
                  <p:embed/>
                  <p:pic>
                    <p:nvPicPr>
                      <p:cNvPr id="34306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45720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70" name="Object 30"/>
          <p:cNvGraphicFramePr>
            <a:graphicFrameLocks noChangeAspect="1"/>
          </p:cNvGraphicFramePr>
          <p:nvPr/>
        </p:nvGraphicFramePr>
        <p:xfrm>
          <a:off x="762000" y="5486400"/>
          <a:ext cx="4008438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4" name="公式" r:id="rId23" imgW="1638265" imgH="358030" progId="Equation.3">
                  <p:embed/>
                </p:oleObj>
              </mc:Choice>
              <mc:Fallback>
                <p:oleObj name="公式" r:id="rId23" imgW="1638265" imgH="358030" progId="Equation.3">
                  <p:embed/>
                  <p:pic>
                    <p:nvPicPr>
                      <p:cNvPr id="34307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86400"/>
                        <a:ext cx="4008438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71" name="AutoShape 31"/>
          <p:cNvSpPr>
            <a:spLocks/>
          </p:cNvSpPr>
          <p:nvPr/>
        </p:nvSpPr>
        <p:spPr bwMode="auto">
          <a:xfrm>
            <a:off x="533400" y="51054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3072" name="AutoShape 32"/>
          <p:cNvSpPr>
            <a:spLocks noChangeArrowheads="1"/>
          </p:cNvSpPr>
          <p:nvPr/>
        </p:nvSpPr>
        <p:spPr bwMode="auto">
          <a:xfrm>
            <a:off x="5715000" y="5257800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3073" name="Object 33"/>
          <p:cNvGraphicFramePr>
            <a:graphicFrameLocks noChangeAspect="1"/>
          </p:cNvGraphicFramePr>
          <p:nvPr/>
        </p:nvGraphicFramePr>
        <p:xfrm>
          <a:off x="6629400" y="5257800"/>
          <a:ext cx="20097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5" name="公式" r:id="rId25" imgW="739175" imgH="190469" progId="Equation.3">
                  <p:embed/>
                </p:oleObj>
              </mc:Choice>
              <mc:Fallback>
                <p:oleObj name="公式" r:id="rId25" imgW="739175" imgH="190469" progId="Equation.3">
                  <p:embed/>
                  <p:pic>
                    <p:nvPicPr>
                      <p:cNvPr id="3430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257800"/>
                        <a:ext cx="20097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6" name="Line 34"/>
          <p:cNvSpPr>
            <a:spLocks noChangeShapeType="1"/>
          </p:cNvSpPr>
          <p:nvPr/>
        </p:nvSpPr>
        <p:spPr bwMode="auto">
          <a:xfrm flipH="1" flipV="1">
            <a:off x="4038600" y="1295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7" name="Line 35"/>
          <p:cNvSpPr>
            <a:spLocks noChangeShapeType="1"/>
          </p:cNvSpPr>
          <p:nvPr/>
        </p:nvSpPr>
        <p:spPr bwMode="auto">
          <a:xfrm>
            <a:off x="4038600" y="1295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8" name="Line 36"/>
          <p:cNvSpPr>
            <a:spLocks noChangeShapeType="1"/>
          </p:cNvSpPr>
          <p:nvPr/>
        </p:nvSpPr>
        <p:spPr bwMode="auto">
          <a:xfrm flipH="1">
            <a:off x="0" y="33528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727671"/>
      </p:ext>
    </p:extLst>
  </p:cSld>
  <p:clrMapOvr>
    <a:masterClrMapping/>
  </p:clrMapOvr>
  <p:transition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8747402" cy="1584176"/>
          </a:xfrm>
          <a:prstGeom prst="rect">
            <a:avLst/>
          </a:prstGeom>
        </p:spPr>
      </p:pic>
      <p:graphicFrame>
        <p:nvGraphicFramePr>
          <p:cNvPr id="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794301"/>
              </p:ext>
            </p:extLst>
          </p:nvPr>
        </p:nvGraphicFramePr>
        <p:xfrm>
          <a:off x="395536" y="1916832"/>
          <a:ext cx="3684560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7" name="Equation" r:id="rId4" imgW="1625400" imgH="419040" progId="Equation.DSMT4">
                  <p:embed/>
                </p:oleObj>
              </mc:Choice>
              <mc:Fallback>
                <p:oleObj name="Equation" r:id="rId4" imgW="1625400" imgH="419040" progId="Equation.DSMT4">
                  <p:embed/>
                  <p:pic>
                    <p:nvPicPr>
                      <p:cNvPr id="33896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916832"/>
                        <a:ext cx="3684560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166839"/>
              </p:ext>
            </p:extLst>
          </p:nvPr>
        </p:nvGraphicFramePr>
        <p:xfrm>
          <a:off x="539551" y="3006564"/>
          <a:ext cx="2317509" cy="135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8" name="Equation" r:id="rId6" imgW="736560" imgH="431640" progId="Equation.DSMT4">
                  <p:embed/>
                </p:oleObj>
              </mc:Choice>
              <mc:Fallback>
                <p:oleObj name="Equation" r:id="rId6" imgW="736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551" y="3006564"/>
                        <a:ext cx="2317509" cy="135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935222"/>
              </p:ext>
            </p:extLst>
          </p:nvPr>
        </p:nvGraphicFramePr>
        <p:xfrm>
          <a:off x="3419872" y="3023171"/>
          <a:ext cx="1872208" cy="132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9" name="Equation" r:id="rId8" imgW="609480" imgH="431640" progId="Equation.DSMT4">
                  <p:embed/>
                </p:oleObj>
              </mc:Choice>
              <mc:Fallback>
                <p:oleObj name="Equation" r:id="rId8" imgW="609480" imgH="4316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9872" y="3023171"/>
                        <a:ext cx="1872208" cy="1325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874999"/>
              </p:ext>
            </p:extLst>
          </p:nvPr>
        </p:nvGraphicFramePr>
        <p:xfrm>
          <a:off x="5864225" y="2846388"/>
          <a:ext cx="2455863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0" name="Equation" r:id="rId10" imgW="799920" imgH="482400" progId="Equation.DSMT4">
                  <p:embed/>
                </p:oleObj>
              </mc:Choice>
              <mc:Fallback>
                <p:oleObj name="Equation" r:id="rId10" imgW="799920" imgH="4824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64225" y="2846388"/>
                        <a:ext cx="2455863" cy="148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395088"/>
              </p:ext>
            </p:extLst>
          </p:nvPr>
        </p:nvGraphicFramePr>
        <p:xfrm>
          <a:off x="547263" y="4394754"/>
          <a:ext cx="4840538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1" name="Equation" r:id="rId12" imgW="1536480" imgH="228600" progId="Equation.DSMT4">
                  <p:embed/>
                </p:oleObj>
              </mc:Choice>
              <mc:Fallback>
                <p:oleObj name="Equation" r:id="rId12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7263" y="4394754"/>
                        <a:ext cx="4840538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243645"/>
              </p:ext>
            </p:extLst>
          </p:nvPr>
        </p:nvGraphicFramePr>
        <p:xfrm>
          <a:off x="539551" y="5136059"/>
          <a:ext cx="18335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2" name="Equation" r:id="rId14" imgW="596880" imgH="190440" progId="Equation.DSMT4">
                  <p:embed/>
                </p:oleObj>
              </mc:Choice>
              <mc:Fallback>
                <p:oleObj name="Equation" r:id="rId14" imgW="596880" imgH="1904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9551" y="5136059"/>
                        <a:ext cx="1833562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003120"/>
              </p:ext>
            </p:extLst>
          </p:nvPr>
        </p:nvGraphicFramePr>
        <p:xfrm>
          <a:off x="3203848" y="5049540"/>
          <a:ext cx="34417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3" name="Equation" r:id="rId16" imgW="1091880" imgH="241200" progId="Equation.DSMT4">
                  <p:embed/>
                </p:oleObj>
              </mc:Choice>
              <mc:Fallback>
                <p:oleObj name="Equation" r:id="rId16" imgW="1091880" imgH="2412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03848" y="5049540"/>
                        <a:ext cx="3441700" cy="75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83568" y="5949280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调和函数的完备性</a:t>
            </a:r>
          </a:p>
        </p:txBody>
      </p:sp>
    </p:spTree>
    <p:extLst>
      <p:ext uri="{BB962C8B-B14F-4D97-AF65-F5344CB8AC3E}">
        <p14:creationId xmlns:p14="http://schemas.microsoft.com/office/powerpoint/2010/main" val="2443526571"/>
      </p:ext>
    </p:extLst>
  </p:cSld>
  <p:clrMapOvr>
    <a:masterClrMapping/>
  </p:clrMapOvr>
  <p:transition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AB95BD-5766-4A22-97B0-F6CA0A43E79E}"/>
              </a:ext>
            </a:extLst>
          </p:cNvPr>
          <p:cNvSpPr txBox="1"/>
          <p:nvPr/>
        </p:nvSpPr>
        <p:spPr>
          <a:xfrm>
            <a:off x="179512" y="116632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常系数线性方程一阶项的消去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120D1759-3B02-4DE9-82CD-F9EC522C4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285627"/>
              </p:ext>
            </p:extLst>
          </p:nvPr>
        </p:nvGraphicFramePr>
        <p:xfrm>
          <a:off x="323528" y="908720"/>
          <a:ext cx="41370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9" name="Equation" r:id="rId3" imgW="1562040" imgH="241200" progId="Equation.DSMT4">
                  <p:embed/>
                </p:oleObj>
              </mc:Choice>
              <mc:Fallback>
                <p:oleObj name="Equation" r:id="rId3" imgW="1562040" imgH="24120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08720"/>
                        <a:ext cx="41370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5050275-50DE-45BB-91E7-82BC03E1A1C7}"/>
              </a:ext>
            </a:extLst>
          </p:cNvPr>
          <p:cNvSpPr txBox="1"/>
          <p:nvPr/>
        </p:nvSpPr>
        <p:spPr>
          <a:xfrm>
            <a:off x="4860032" y="1036733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EFCF38A5-7273-4FB9-B2F4-888811158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232485"/>
              </p:ext>
            </p:extLst>
          </p:nvPr>
        </p:nvGraphicFramePr>
        <p:xfrm>
          <a:off x="384037" y="1828821"/>
          <a:ext cx="4103688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0" name="Equation" r:id="rId5" imgW="1549080" imgH="241200" progId="Equation.DSMT4">
                  <p:embed/>
                </p:oleObj>
              </mc:Choice>
              <mc:Fallback>
                <p:oleObj name="Equation" r:id="rId5" imgW="1549080" imgH="24120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120D1759-3B02-4DE9-82CD-F9EC522C4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37" y="1828821"/>
                        <a:ext cx="4103688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6912EC2-F567-461A-9BD5-F8D98FDD0FB0}"/>
              </a:ext>
            </a:extLst>
          </p:cNvPr>
          <p:cNvSpPr txBox="1"/>
          <p:nvPr/>
        </p:nvSpPr>
        <p:spPr>
          <a:xfrm>
            <a:off x="4860032" y="1892827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41ED2BEA-35A3-48B9-99F4-DBC2C7DC8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052272"/>
              </p:ext>
            </p:extLst>
          </p:nvPr>
        </p:nvGraphicFramePr>
        <p:xfrm>
          <a:off x="1163315" y="2735827"/>
          <a:ext cx="3297238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1" name="Equation" r:id="rId7" imgW="1244520" imgH="241200" progId="Equation.DSMT4">
                  <p:embed/>
                </p:oleObj>
              </mc:Choice>
              <mc:Fallback>
                <p:oleObj name="Equation" r:id="rId7" imgW="1244520" imgH="2412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EFCF38A5-7273-4FB9-B2F4-888811158A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315" y="2735827"/>
                        <a:ext cx="3297238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F10ADDD-F545-483F-A3FB-9300303BB2B9}"/>
              </a:ext>
            </a:extLst>
          </p:cNvPr>
          <p:cNvSpPr txBox="1"/>
          <p:nvPr/>
        </p:nvSpPr>
        <p:spPr>
          <a:xfrm>
            <a:off x="4909519" y="2785049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C5DC43-6DF8-4AD0-A7AC-8275BE71CD42}"/>
              </a:ext>
            </a:extLst>
          </p:cNvPr>
          <p:cNvSpPr/>
          <p:nvPr/>
        </p:nvSpPr>
        <p:spPr bwMode="auto">
          <a:xfrm>
            <a:off x="1979712" y="908720"/>
            <a:ext cx="1944216" cy="27363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A365CD9-7FAF-4FED-8D4D-0EAAF0B36D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76" y="3839242"/>
            <a:ext cx="4522717" cy="28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15558"/>
      </p:ext>
    </p:extLst>
  </p:cSld>
  <p:clrMapOvr>
    <a:masterClrMapping/>
  </p:clrMapOvr>
  <p:transition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8">
            <a:extLst>
              <a:ext uri="{FF2B5EF4-FFF2-40B4-BE49-F238E27FC236}">
                <a16:creationId xmlns:a16="http://schemas.microsoft.com/office/drawing/2014/main" id="{6AB62464-B4C3-4385-A300-81D2E759C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70" y="116632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任意型常微分方程，消去一次项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327FABE-ECD5-4259-A58C-70004EE6BDB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3453" y="659630"/>
          <a:ext cx="4965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0" name="Equation" r:id="rId3" imgW="2095200" imgH="419040" progId="Equation.DSMT4">
                  <p:embed/>
                </p:oleObj>
              </mc:Choice>
              <mc:Fallback>
                <p:oleObj name="Equation" r:id="rId3" imgW="209520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327FABE-ECD5-4259-A58C-70004EE6B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453" y="659630"/>
                        <a:ext cx="49657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95964CE-DD6F-40F0-8A4C-93D80399009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3568" y="1844824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1" name="Equation" r:id="rId5" imgW="685800" imgH="266400" progId="Equation.DSMT4">
                  <p:embed/>
                </p:oleObj>
              </mc:Choice>
              <mc:Fallback>
                <p:oleObj name="Equation" r:id="rId5" imgW="68580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95964CE-DD6F-40F0-8A4C-93D803990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1844824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2C8A8D-E91A-4D72-8DF9-DB95EB0EA76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3568" y="2648154"/>
          <a:ext cx="47180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2" name="Equation" r:id="rId7" imgW="2184120" imgH="266400" progId="Equation.DSMT4">
                  <p:embed/>
                </p:oleObj>
              </mc:Choice>
              <mc:Fallback>
                <p:oleObj name="Equation" r:id="rId7" imgW="2184120" imgH="266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2C8A8D-E91A-4D72-8DF9-DB95EB0EA7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568" y="2648154"/>
                        <a:ext cx="4718050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88F2A4-0F2F-4C42-9A9E-018B431FE9F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3568" y="3429000"/>
          <a:ext cx="2962276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3" name="Equation" r:id="rId9" imgW="1371600" imgH="266400" progId="Equation.DSMT4">
                  <p:embed/>
                </p:oleObj>
              </mc:Choice>
              <mc:Fallback>
                <p:oleObj name="Equation" r:id="rId9" imgW="1371600" imgH="266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688F2A4-0F2F-4C42-9A9E-018B431FE9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568" y="3429000"/>
                        <a:ext cx="2962276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7511517-5255-4E9F-A98C-585894843DA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3164" y="4190779"/>
          <a:ext cx="6611938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4" name="Equation" r:id="rId11" imgW="3060360" imgH="622080" progId="Equation.DSMT4">
                  <p:embed/>
                </p:oleObj>
              </mc:Choice>
              <mc:Fallback>
                <p:oleObj name="Equation" r:id="rId11" imgW="3060360" imgH="622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7511517-5255-4E9F-A98C-585894843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164" y="4190779"/>
                        <a:ext cx="6611938" cy="1341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F4961A0-7B6B-46C4-8C2B-F13A24D358CD}"/>
              </a:ext>
            </a:extLst>
          </p:cNvPr>
          <p:cNvSpPr txBox="1"/>
          <p:nvPr/>
        </p:nvSpPr>
        <p:spPr>
          <a:xfrm>
            <a:off x="467544" y="5949280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2889A7-8634-463B-8B0F-0BD7B58F0AFD}"/>
              </a:ext>
            </a:extLst>
          </p:cNvPr>
          <p:cNvSpPr/>
          <p:nvPr/>
        </p:nvSpPr>
        <p:spPr bwMode="auto">
          <a:xfrm>
            <a:off x="4283968" y="4005262"/>
            <a:ext cx="1584176" cy="165598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E773614-4F23-4A11-9520-155F53EF671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00311" y="5970831"/>
          <a:ext cx="34845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5" name="Equation" r:id="rId13" imgW="1612800" imgH="266400" progId="Equation.DSMT4">
                  <p:embed/>
                </p:oleObj>
              </mc:Choice>
              <mc:Fallback>
                <p:oleObj name="Equation" r:id="rId13" imgW="1612800" imgH="266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E773614-4F23-4A11-9520-155F53EF6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0311" y="5970831"/>
                        <a:ext cx="34845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495507"/>
      </p:ext>
    </p:extLst>
  </p:cSld>
  <p:clrMapOvr>
    <a:masterClrMapping/>
  </p:clrMapOvr>
  <p:transition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D05BA85-6E48-4E76-83C4-B4B41C7CCC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7544" y="332656"/>
          <a:ext cx="34845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4" name="Equation" r:id="rId3" imgW="1612800" imgH="266400" progId="Equation.DSMT4">
                  <p:embed/>
                </p:oleObj>
              </mc:Choice>
              <mc:Fallback>
                <p:oleObj name="Equation" r:id="rId3" imgW="161280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D05BA85-6E48-4E76-83C4-B4B41C7CC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332656"/>
                        <a:ext cx="34845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87F016-548E-4114-BE08-8E5BC1CAB5A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72000" y="332656"/>
          <a:ext cx="26336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5" name="Equation" r:id="rId5" imgW="1218960" imgH="266400" progId="Equation.DSMT4">
                  <p:embed/>
                </p:oleObj>
              </mc:Choice>
              <mc:Fallback>
                <p:oleObj name="Equation" r:id="rId5" imgW="1218960" imgH="266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387F016-548E-4114-BE08-8E5BC1CAB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332656"/>
                        <a:ext cx="26336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7ED249-9E4B-47B2-B821-C14FCF6C1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821939"/>
              </p:ext>
            </p:extLst>
          </p:nvPr>
        </p:nvGraphicFramePr>
        <p:xfrm>
          <a:off x="467544" y="1196752"/>
          <a:ext cx="21113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6" name="Equation" r:id="rId7" imgW="977760" imgH="609480" progId="Equation.DSMT4">
                  <p:embed/>
                </p:oleObj>
              </mc:Choice>
              <mc:Fallback>
                <p:oleObj name="Equation" r:id="rId7" imgW="97776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7ED249-9E4B-47B2-B821-C14FCF6C17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544" y="1196752"/>
                        <a:ext cx="211137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3B0A31-3CDB-45DE-8CBB-9A8D98E286E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27600" y="2667000"/>
          <a:ext cx="9144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7" name="Equation" r:id="rId9" imgW="914400" imgH="250560" progId="Equation.DSMT4">
                  <p:embed/>
                </p:oleObj>
              </mc:Choice>
              <mc:Fallback>
                <p:oleObj name="Equation" r:id="rId9" imgW="914400" imgH="250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E3B0A31-3CDB-45DE-8CBB-9A8D98E28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25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FBEC3B0-D2DD-4ABC-B1E3-A9C121898F1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15816" y="1231869"/>
          <a:ext cx="27971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8" name="Equation" r:id="rId11" imgW="1295280" imgH="609480" progId="Equation.DSMT4">
                  <p:embed/>
                </p:oleObj>
              </mc:Choice>
              <mc:Fallback>
                <p:oleObj name="Equation" r:id="rId11" imgW="1295280" imgH="609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FBEC3B0-D2DD-4ABC-B1E3-A9C121898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5816" y="1231869"/>
                        <a:ext cx="279717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8205DF-D0A6-46C0-A15B-40F4430D7C4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48178" y="1320576"/>
          <a:ext cx="2193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9" name="Equation" r:id="rId13" imgW="1015920" imgH="495000" progId="Equation.DSMT4">
                  <p:embed/>
                </p:oleObj>
              </mc:Choice>
              <mc:Fallback>
                <p:oleObj name="Equation" r:id="rId13" imgW="1015920" imgH="4950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18205DF-D0A6-46C0-A15B-40F4430D7C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8178" y="1320576"/>
                        <a:ext cx="21939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A39A215-3D67-468D-B580-B2F22B4A2D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1560" y="2996952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0" name="Equation" r:id="rId15" imgW="685800" imgH="266400" progId="Equation.DSMT4">
                  <p:embed/>
                </p:oleObj>
              </mc:Choice>
              <mc:Fallback>
                <p:oleObj name="Equation" r:id="rId15" imgW="685800" imgH="266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A39A215-3D67-468D-B580-B2F22B4A2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1560" y="2996952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C3FBB62-CD08-459F-8F02-3AAE11D03B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19438" y="2520283"/>
          <a:ext cx="2193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1" name="Equation" r:id="rId17" imgW="1015920" imgH="495000" progId="Equation.DSMT4">
                  <p:embed/>
                </p:oleObj>
              </mc:Choice>
              <mc:Fallback>
                <p:oleObj name="Equation" r:id="rId17" imgW="1015920" imgH="4950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C3FBB62-CD08-459F-8F02-3AAE11D03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9438" y="2520283"/>
                        <a:ext cx="21939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9415E2B-B124-46B7-B77F-FC85C9BFB42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1560" y="3847530"/>
          <a:ext cx="4965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2" name="Equation" r:id="rId18" imgW="2095200" imgH="419040" progId="Equation.DSMT4">
                  <p:embed/>
                </p:oleObj>
              </mc:Choice>
              <mc:Fallback>
                <p:oleObj name="Equation" r:id="rId18" imgW="2095200" imgH="419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9415E2B-B124-46B7-B77F-FC85C9BFB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1560" y="3847530"/>
                        <a:ext cx="49657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下 11">
            <a:extLst>
              <a:ext uri="{FF2B5EF4-FFF2-40B4-BE49-F238E27FC236}">
                <a16:creationId xmlns:a16="http://schemas.microsoft.com/office/drawing/2014/main" id="{8426BD86-9341-4896-B99E-3982A10A3906}"/>
              </a:ext>
            </a:extLst>
          </p:cNvPr>
          <p:cNvSpPr/>
          <p:nvPr/>
        </p:nvSpPr>
        <p:spPr bwMode="auto">
          <a:xfrm>
            <a:off x="2434903" y="5010948"/>
            <a:ext cx="288032" cy="38948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F1A0A95-9DC4-4824-8525-203F7B623A3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94445" y="5452989"/>
          <a:ext cx="24987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3" name="Equation" r:id="rId20" imgW="1054080" imgH="419040" progId="Equation.DSMT4">
                  <p:embed/>
                </p:oleObj>
              </mc:Choice>
              <mc:Fallback>
                <p:oleObj name="Equation" r:id="rId20" imgW="105408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F1A0A95-9DC4-4824-8525-203F7B623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4445" y="5452989"/>
                        <a:ext cx="249872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3990272"/>
      </p:ext>
    </p:extLst>
  </p:cSld>
  <p:clrMapOvr>
    <a:masterClrMapping/>
  </p:clrMapOvr>
  <p:transition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8">
            <a:extLst>
              <a:ext uri="{FF2B5EF4-FFF2-40B4-BE49-F238E27FC236}">
                <a16:creationId xmlns:a16="http://schemas.microsoft.com/office/drawing/2014/main" id="{3369D6AD-4C60-45E8-8E25-DCB935797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680" y="188640"/>
            <a:ext cx="5760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pq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是常数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0157EB4-BAB4-4D97-BFC7-3B54BE560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783060"/>
              </p:ext>
            </p:extLst>
          </p:nvPr>
        </p:nvGraphicFramePr>
        <p:xfrm>
          <a:off x="2915816" y="620688"/>
          <a:ext cx="3702051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4" name="Equation" r:id="rId3" imgW="1714320" imgH="495000" progId="Equation.DSMT4">
                  <p:embed/>
                </p:oleObj>
              </mc:Choice>
              <mc:Fallback>
                <p:oleObj name="Equation" r:id="rId3" imgW="1714320" imgH="4950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C8FC940-DC83-4B00-A8C6-208CDD10AA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620688"/>
                        <a:ext cx="3702051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95A1DF0-0C13-4280-8948-18C822C1B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50426"/>
              </p:ext>
            </p:extLst>
          </p:nvPr>
        </p:nvGraphicFramePr>
        <p:xfrm>
          <a:off x="827584" y="1062980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5" name="Equation" r:id="rId5" imgW="685800" imgH="266400" progId="Equation.DSMT4">
                  <p:embed/>
                </p:oleObj>
              </mc:Choice>
              <mc:Fallback>
                <p:oleObj name="Equation" r:id="rId5" imgW="685800" imgH="266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A39A215-3D67-468D-B580-B2F22B4A2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584" y="1062980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55A8802-8E67-44BC-AA70-A31CE47C76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54471"/>
              </p:ext>
            </p:extLst>
          </p:nvPr>
        </p:nvGraphicFramePr>
        <p:xfrm>
          <a:off x="395536" y="1844824"/>
          <a:ext cx="40925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6" name="Equation" r:id="rId7" imgW="1726920" imgH="419040" progId="Equation.DSMT4">
                  <p:embed/>
                </p:oleObj>
              </mc:Choice>
              <mc:Fallback>
                <p:oleObj name="Equation" r:id="rId7" imgW="1726920" imgH="419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9415E2B-B124-46B7-B77F-FC85C9BFB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536" y="1844824"/>
                        <a:ext cx="409257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00E45A-29F9-4B07-B28E-0701FB47C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60075"/>
              </p:ext>
            </p:extLst>
          </p:nvPr>
        </p:nvGraphicFramePr>
        <p:xfrm>
          <a:off x="6156176" y="1844824"/>
          <a:ext cx="24987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7" name="Equation" r:id="rId9" imgW="1054080" imgH="419040" progId="Equation.DSMT4">
                  <p:embed/>
                </p:oleObj>
              </mc:Choice>
              <mc:Fallback>
                <p:oleObj name="Equation" r:id="rId9" imgW="105408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F1A0A95-9DC4-4824-8525-203F7B623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56176" y="1844824"/>
                        <a:ext cx="249872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箭头: 右 6">
            <a:extLst>
              <a:ext uri="{FF2B5EF4-FFF2-40B4-BE49-F238E27FC236}">
                <a16:creationId xmlns:a16="http://schemas.microsoft.com/office/drawing/2014/main" id="{B7B9FB86-F5DD-423D-AFFE-75603821D499}"/>
              </a:ext>
            </a:extLst>
          </p:cNvPr>
          <p:cNvSpPr/>
          <p:nvPr/>
        </p:nvSpPr>
        <p:spPr bwMode="auto">
          <a:xfrm>
            <a:off x="4766841" y="2122711"/>
            <a:ext cx="1029295" cy="44219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D6EEEB1-C883-4ABA-9BEB-C1D7541A74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976974"/>
              </p:ext>
            </p:extLst>
          </p:nvPr>
        </p:nvGraphicFramePr>
        <p:xfrm>
          <a:off x="381625" y="3026747"/>
          <a:ext cx="28289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8" name="Equation" r:id="rId11" imgW="1193760" imgH="419040" progId="Equation.DSMT4">
                  <p:embed/>
                </p:oleObj>
              </mc:Choice>
              <mc:Fallback>
                <p:oleObj name="Equation" r:id="rId11" imgW="119376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55A8802-8E67-44BC-AA70-A31CE47C76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625" y="3026747"/>
                        <a:ext cx="28289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99D4DD-0854-4282-A590-CF92697E0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679626"/>
              </p:ext>
            </p:extLst>
          </p:nvPr>
        </p:nvGraphicFramePr>
        <p:xfrm>
          <a:off x="381625" y="4018934"/>
          <a:ext cx="24669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9" name="Equation" r:id="rId13" imgW="1041120" imgH="419040" progId="Equation.DSMT4">
                  <p:embed/>
                </p:oleObj>
              </mc:Choice>
              <mc:Fallback>
                <p:oleObj name="Equation" r:id="rId13" imgW="104112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D6EEEB1-C883-4ABA-9BEB-C1D7541A7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625" y="4018934"/>
                        <a:ext cx="246697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3AE41419-24CC-4FE0-8FA4-8892E05FC103}"/>
              </a:ext>
            </a:extLst>
          </p:cNvPr>
          <p:cNvSpPr/>
          <p:nvPr/>
        </p:nvSpPr>
        <p:spPr bwMode="auto">
          <a:xfrm>
            <a:off x="3347864" y="4221088"/>
            <a:ext cx="1029295" cy="44219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18C83F2-01EB-48B8-BE71-A8E082BFC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976887"/>
              </p:ext>
            </p:extLst>
          </p:nvPr>
        </p:nvGraphicFramePr>
        <p:xfrm>
          <a:off x="4987302" y="3758109"/>
          <a:ext cx="18923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0" name="Equation" r:id="rId15" imgW="876240" imgH="495000" progId="Equation.DSMT4">
                  <p:embed/>
                </p:oleObj>
              </mc:Choice>
              <mc:Fallback>
                <p:oleObj name="Equation" r:id="rId15" imgW="876240" imgH="495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0157EB4-BAB4-4D97-BFC7-3B54BE560A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87302" y="3758109"/>
                        <a:ext cx="1892300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F9DF23F-73CC-4615-99EC-FF52D0FC6B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556547"/>
              </p:ext>
            </p:extLst>
          </p:nvPr>
        </p:nvGraphicFramePr>
        <p:xfrm>
          <a:off x="960516" y="5589240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1" name="Equation" r:id="rId5" imgW="685800" imgH="266400" progId="Equation.DSMT4">
                  <p:embed/>
                </p:oleObj>
              </mc:Choice>
              <mc:Fallback>
                <p:oleObj name="Equation" r:id="rId5" imgW="685800" imgH="266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95A1DF0-0C13-4280-8948-18C822C1B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0516" y="5589240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A8098343-2045-40AD-B448-3A642FC30F63}"/>
              </a:ext>
            </a:extLst>
          </p:cNvPr>
          <p:cNvSpPr/>
          <p:nvPr/>
        </p:nvSpPr>
        <p:spPr bwMode="auto">
          <a:xfrm>
            <a:off x="3347863" y="5558794"/>
            <a:ext cx="1029295" cy="44219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89F9EAE-987A-438B-A877-2104DFA4B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563775"/>
              </p:ext>
            </p:extLst>
          </p:nvPr>
        </p:nvGraphicFramePr>
        <p:xfrm>
          <a:off x="5012514" y="5381178"/>
          <a:ext cx="24987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2" name="Equation" r:id="rId9" imgW="1054080" imgH="419040" progId="Equation.DSMT4">
                  <p:embed/>
                </p:oleObj>
              </mc:Choice>
              <mc:Fallback>
                <p:oleObj name="Equation" r:id="rId9" imgW="105408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200E45A-29F9-4B07-B28E-0701FB47C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2514" y="5381178"/>
                        <a:ext cx="249872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7266016"/>
      </p:ext>
    </p:extLst>
  </p:cSld>
  <p:clrMapOvr>
    <a:masterClrMapping/>
  </p:clrMapOvr>
  <p:transition>
    <p:rand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AB95BD-5766-4A22-97B0-F6CA0A43E79E}"/>
              </a:ext>
            </a:extLst>
          </p:cNvPr>
          <p:cNvSpPr txBox="1"/>
          <p:nvPr/>
        </p:nvSpPr>
        <p:spPr>
          <a:xfrm>
            <a:off x="179512" y="116632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常系数线性方程一阶项的消去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120D1759-3B02-4DE9-82CD-F9EC522C414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3528" y="908720"/>
          <a:ext cx="41370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3" name="Equation" r:id="rId3" imgW="1562040" imgH="241200" progId="Equation.DSMT4">
                  <p:embed/>
                </p:oleObj>
              </mc:Choice>
              <mc:Fallback>
                <p:oleObj name="Equation" r:id="rId3" imgW="1562040" imgH="24120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120D1759-3B02-4DE9-82CD-F9EC522C4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08720"/>
                        <a:ext cx="41370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5050275-50DE-45BB-91E7-82BC03E1A1C7}"/>
              </a:ext>
            </a:extLst>
          </p:cNvPr>
          <p:cNvSpPr txBox="1"/>
          <p:nvPr/>
        </p:nvSpPr>
        <p:spPr>
          <a:xfrm>
            <a:off x="4860032" y="1036733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EFCF38A5-7273-4FB9-B2F4-888811158A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4037" y="1828821"/>
          <a:ext cx="4103688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4" name="Equation" r:id="rId5" imgW="1549080" imgH="241200" progId="Equation.DSMT4">
                  <p:embed/>
                </p:oleObj>
              </mc:Choice>
              <mc:Fallback>
                <p:oleObj name="Equation" r:id="rId5" imgW="1549080" imgH="2412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EFCF38A5-7273-4FB9-B2F4-888811158A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37" y="1828821"/>
                        <a:ext cx="4103688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6912EC2-F567-461A-9BD5-F8D98FDD0FB0}"/>
              </a:ext>
            </a:extLst>
          </p:cNvPr>
          <p:cNvSpPr txBox="1"/>
          <p:nvPr/>
        </p:nvSpPr>
        <p:spPr>
          <a:xfrm>
            <a:off x="4860032" y="1892827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41ED2BEA-35A3-48B9-99F4-DBC2C7DC858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63315" y="2735827"/>
          <a:ext cx="3297238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5" name="Equation" r:id="rId7" imgW="1244520" imgH="241200" progId="Equation.DSMT4">
                  <p:embed/>
                </p:oleObj>
              </mc:Choice>
              <mc:Fallback>
                <p:oleObj name="Equation" r:id="rId7" imgW="1244520" imgH="24120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41ED2BEA-35A3-48B9-99F4-DBC2C7DC85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315" y="2735827"/>
                        <a:ext cx="3297238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F10ADDD-F545-483F-A3FB-9300303BB2B9}"/>
              </a:ext>
            </a:extLst>
          </p:cNvPr>
          <p:cNvSpPr txBox="1"/>
          <p:nvPr/>
        </p:nvSpPr>
        <p:spPr>
          <a:xfrm>
            <a:off x="4909519" y="2785049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C5DC43-6DF8-4AD0-A7AC-8275BE71CD42}"/>
              </a:ext>
            </a:extLst>
          </p:cNvPr>
          <p:cNvSpPr/>
          <p:nvPr/>
        </p:nvSpPr>
        <p:spPr bwMode="auto">
          <a:xfrm>
            <a:off x="1979712" y="908720"/>
            <a:ext cx="1944216" cy="27363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A365CD9-7FAF-4FED-8D4D-0EAAF0B36D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76" y="3839242"/>
            <a:ext cx="4522717" cy="28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75501"/>
      </p:ext>
    </p:extLst>
  </p:cSld>
  <p:clrMapOvr>
    <a:masterClrMapping/>
  </p:clrMapOvr>
  <p:transition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14D60678-BBD8-489E-8ACC-D0FC369CB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82343"/>
              </p:ext>
            </p:extLst>
          </p:nvPr>
        </p:nvGraphicFramePr>
        <p:xfrm>
          <a:off x="107503" y="517024"/>
          <a:ext cx="88439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44" name="Equation" r:id="rId3" imgW="3340080" imgH="393480" progId="Equation.DSMT4">
                  <p:embed/>
                </p:oleObj>
              </mc:Choice>
              <mc:Fallback>
                <p:oleObj name="Equation" r:id="rId3" imgW="3340080" imgH="39348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120D1759-3B02-4DE9-82CD-F9EC522C4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3" y="517024"/>
                        <a:ext cx="88439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CDAE09B0-5D5C-405E-8EDD-C7E42B941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084708"/>
              </p:ext>
            </p:extLst>
          </p:nvPr>
        </p:nvGraphicFramePr>
        <p:xfrm>
          <a:off x="107503" y="2708920"/>
          <a:ext cx="88439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45" name="Equation" r:id="rId5" imgW="3340080" imgH="393480" progId="Equation.DSMT4">
                  <p:embed/>
                </p:oleObj>
              </mc:Choice>
              <mc:Fallback>
                <p:oleObj name="Equation" r:id="rId5" imgW="3340080" imgH="3934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14D60678-BBD8-489E-8ACC-D0FC369CB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3" y="2708920"/>
                        <a:ext cx="88439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CFDCE906-4C11-4F29-8541-251F94F49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750466"/>
              </p:ext>
            </p:extLst>
          </p:nvPr>
        </p:nvGraphicFramePr>
        <p:xfrm>
          <a:off x="14443" y="4797152"/>
          <a:ext cx="63928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46" name="Equation" r:id="rId7" imgW="2412720" imgH="393480" progId="Equation.DSMT4">
                  <p:embed/>
                </p:oleObj>
              </mc:Choice>
              <mc:Fallback>
                <p:oleObj name="Equation" r:id="rId7" imgW="2412720" imgH="39348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41ED2BEA-35A3-48B9-99F4-DBC2C7DC85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3" y="4797152"/>
                        <a:ext cx="63928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894822"/>
      </p:ext>
    </p:extLst>
  </p:cSld>
  <p:clrMapOvr>
    <a:masterClrMapping/>
  </p:clrMapOvr>
  <p:transition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07E684-C678-4720-9EEC-C41531C165F9}"/>
              </a:ext>
            </a:extLst>
          </p:cNvPr>
          <p:cNvSpPr txBox="1"/>
          <p:nvPr/>
        </p:nvSpPr>
        <p:spPr>
          <a:xfrm>
            <a:off x="323528" y="116632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求导算符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834D1133-3323-4EF9-B5D3-508F08ECD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658896"/>
              </p:ext>
            </p:extLst>
          </p:nvPr>
        </p:nvGraphicFramePr>
        <p:xfrm>
          <a:off x="150018" y="548680"/>
          <a:ext cx="88439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62" name="Equation" r:id="rId3" imgW="3340080" imgH="393480" progId="Equation.DSMT4">
                  <p:embed/>
                </p:oleObj>
              </mc:Choice>
              <mc:Fallback>
                <p:oleObj name="Equation" r:id="rId3" imgW="3340080" imgH="3934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14D60678-BBD8-489E-8ACC-D0FC369CB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" y="548680"/>
                        <a:ext cx="88439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DE19AC49-A9D5-4ED7-947B-B0BEBC555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76459"/>
              </p:ext>
            </p:extLst>
          </p:nvPr>
        </p:nvGraphicFramePr>
        <p:xfrm>
          <a:off x="251520" y="1675498"/>
          <a:ext cx="8064896" cy="5024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63" name="Equation" r:id="rId5" imgW="3136680" imgH="1752480" progId="Equation.DSMT4">
                  <p:embed/>
                </p:oleObj>
              </mc:Choice>
              <mc:Fallback>
                <p:oleObj name="Equation" r:id="rId5" imgW="3136680" imgH="175248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834D1133-3323-4EF9-B5D3-508F08ECD9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675498"/>
                        <a:ext cx="8064896" cy="5024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0278797"/>
      </p:ext>
    </p:extLst>
  </p:cSld>
  <p:clrMapOvr>
    <a:masterClrMapping/>
  </p:clrMapOvr>
  <p:transition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C3E618F-DD7D-4876-B7AD-EB20B6D6E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476475"/>
              </p:ext>
            </p:extLst>
          </p:nvPr>
        </p:nvGraphicFramePr>
        <p:xfrm>
          <a:off x="179511" y="188640"/>
          <a:ext cx="7812867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5" name="Equation" r:id="rId3" imgW="3111480" imgH="1777680" progId="Equation.DSMT4">
                  <p:embed/>
                </p:oleObj>
              </mc:Choice>
              <mc:Fallback>
                <p:oleObj name="Equation" r:id="rId3" imgW="3111480" imgH="1777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1" y="188640"/>
                        <a:ext cx="7812867" cy="4464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6FF5A1D-0E61-4FD5-B359-D6578E0AB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693658"/>
              </p:ext>
            </p:extLst>
          </p:nvPr>
        </p:nvGraphicFramePr>
        <p:xfrm>
          <a:off x="3347864" y="3717032"/>
          <a:ext cx="49752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6" name="Equation" r:id="rId5" imgW="1981080" imgH="419040" progId="Equation.DSMT4">
                  <p:embed/>
                </p:oleObj>
              </mc:Choice>
              <mc:Fallback>
                <p:oleObj name="Equation" r:id="rId5" imgW="1981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3717032"/>
                        <a:ext cx="4975225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329D60D-F382-4249-813F-420C6868D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700101"/>
              </p:ext>
            </p:extLst>
          </p:nvPr>
        </p:nvGraphicFramePr>
        <p:xfrm>
          <a:off x="1619672" y="5157192"/>
          <a:ext cx="4464496" cy="1188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7" name="Equation" r:id="rId7" imgW="1574640" imgH="419040" progId="Equation.DSMT4">
                  <p:embed/>
                </p:oleObj>
              </mc:Choice>
              <mc:Fallback>
                <p:oleObj name="Equation" r:id="rId7" imgW="157464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C3E618F-DD7D-4876-B7AD-EB20B6D6E2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5157192"/>
                        <a:ext cx="4464496" cy="1188261"/>
                      </a:xfrm>
                      <a:prstGeom prst="rect">
                        <a:avLst/>
                      </a:prstGeom>
                      <a:ln w="25400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4787704"/>
      </p:ext>
    </p:extLst>
  </p:cSld>
  <p:clrMapOvr>
    <a:masterClrMapping/>
  </p:clrMapOvr>
  <p:transition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0F847635-268D-42D0-8D98-7D40B6CED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28385"/>
              </p:ext>
            </p:extLst>
          </p:nvPr>
        </p:nvGraphicFramePr>
        <p:xfrm>
          <a:off x="323528" y="764704"/>
          <a:ext cx="5159375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07" name="Equation" r:id="rId3" imgW="2006280" imgH="1244520" progId="Equation.DSMT4">
                  <p:embed/>
                </p:oleObj>
              </mc:Choice>
              <mc:Fallback>
                <p:oleObj name="Equation" r:id="rId3" imgW="2006280" imgH="124452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DE19AC49-A9D5-4ED7-947B-B0BEBC555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764704"/>
                        <a:ext cx="5159375" cy="356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2436564"/>
      </p:ext>
    </p:extLst>
  </p:cSld>
  <p:clrMapOvr>
    <a:masterClrMapping/>
  </p:clrMapOvr>
  <p:transition>
    <p:rand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FCB13898-11C5-4562-87D0-AD23F95300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959100"/>
              </p:ext>
            </p:extLst>
          </p:nvPr>
        </p:nvGraphicFramePr>
        <p:xfrm>
          <a:off x="102892" y="116632"/>
          <a:ext cx="88439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48" name="Equation" r:id="rId3" imgW="3340080" imgH="393480" progId="Equation.DSMT4">
                  <p:embed/>
                </p:oleObj>
              </mc:Choice>
              <mc:Fallback>
                <p:oleObj name="Equation" r:id="rId3" imgW="3340080" imgH="3934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14D60678-BBD8-489E-8ACC-D0FC369CB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92" y="116632"/>
                        <a:ext cx="88439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292FD3AB-53B0-4573-A72C-2096B7BDE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124413"/>
              </p:ext>
            </p:extLst>
          </p:nvPr>
        </p:nvGraphicFramePr>
        <p:xfrm>
          <a:off x="150018" y="2464266"/>
          <a:ext cx="88439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49" name="Equation" r:id="rId5" imgW="3340080" imgH="393480" progId="Equation.DSMT4">
                  <p:embed/>
                </p:oleObj>
              </mc:Choice>
              <mc:Fallback>
                <p:oleObj name="Equation" r:id="rId5" imgW="3340080" imgH="39348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CDAE09B0-5D5C-405E-8EDD-C7E42B941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" y="2464266"/>
                        <a:ext cx="88439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51F6BE3B-7E46-4B4A-9C77-7ED6705FC2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126352"/>
              </p:ext>
            </p:extLst>
          </p:nvPr>
        </p:nvGraphicFramePr>
        <p:xfrm>
          <a:off x="102892" y="4575692"/>
          <a:ext cx="63928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0" name="Equation" r:id="rId7" imgW="2412720" imgH="393480" progId="Equation.DSMT4">
                  <p:embed/>
                </p:oleObj>
              </mc:Choice>
              <mc:Fallback>
                <p:oleObj name="Equation" r:id="rId7" imgW="2412720" imgH="39348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CFDCE906-4C11-4F29-8541-251F94F49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92" y="4575692"/>
                        <a:ext cx="63928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24D0396-0C01-4B68-BC32-4A1F2898C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746741"/>
              </p:ext>
            </p:extLst>
          </p:nvPr>
        </p:nvGraphicFramePr>
        <p:xfrm>
          <a:off x="196002" y="1196752"/>
          <a:ext cx="773112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1" name="Equation" r:id="rId9" imgW="2374560" imgH="355320" progId="Equation.DSMT4">
                  <p:embed/>
                </p:oleObj>
              </mc:Choice>
              <mc:Fallback>
                <p:oleObj name="Equation" r:id="rId9" imgW="2374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002" y="1196752"/>
                        <a:ext cx="7731125" cy="115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466BA72-761F-4A62-AAA9-AA540B207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108276"/>
              </p:ext>
            </p:extLst>
          </p:nvPr>
        </p:nvGraphicFramePr>
        <p:xfrm>
          <a:off x="196002" y="3524875"/>
          <a:ext cx="773112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2" name="Equation" r:id="rId11" imgW="2374560" imgH="355320" progId="Equation.DSMT4">
                  <p:embed/>
                </p:oleObj>
              </mc:Choice>
              <mc:Fallback>
                <p:oleObj name="Equation" r:id="rId11" imgW="237456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24D0396-0C01-4B68-BC32-4A1F2898C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002" y="3524875"/>
                        <a:ext cx="7731125" cy="115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2083531-5878-498B-BC10-DE047F3D99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636761"/>
              </p:ext>
            </p:extLst>
          </p:nvPr>
        </p:nvGraphicFramePr>
        <p:xfrm>
          <a:off x="150018" y="5529830"/>
          <a:ext cx="686276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3" name="Equation" r:id="rId13" imgW="2108160" imgH="355320" progId="Equation.DSMT4">
                  <p:embed/>
                </p:oleObj>
              </mc:Choice>
              <mc:Fallback>
                <p:oleObj name="Equation" r:id="rId13" imgW="210816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466BA72-761F-4A62-AAA9-AA540B207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018" y="5529830"/>
                        <a:ext cx="6862763" cy="1157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99395"/>
      </p:ext>
    </p:extLst>
  </p:cSld>
  <p:clrMapOvr>
    <a:masterClrMapping/>
  </p:clrMapOvr>
  <p:transition>
    <p:rand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2E84DA-400D-4E13-8858-F4CFC1CD767D}"/>
              </a:ext>
            </a:extLst>
          </p:cNvPr>
          <p:cNvSpPr txBox="1"/>
          <p:nvPr/>
        </p:nvSpPr>
        <p:spPr>
          <a:xfrm>
            <a:off x="683568" y="1556792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消交叉项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053163-486D-4C3D-8F21-A87AC8082A83}"/>
              </a:ext>
            </a:extLst>
          </p:cNvPr>
          <p:cNvSpPr txBox="1"/>
          <p:nvPr/>
        </p:nvSpPr>
        <p:spPr>
          <a:xfrm>
            <a:off x="683568" y="2636912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消交常数一次项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9E77B7-DEF0-4DC4-9C9F-7CDBD86EDB80}"/>
              </a:ext>
            </a:extLst>
          </p:cNvPr>
          <p:cNvSpPr txBox="1"/>
          <p:nvPr/>
        </p:nvSpPr>
        <p:spPr>
          <a:xfrm>
            <a:off x="683568" y="3933056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转化为标准形式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7855C7-4E7E-421D-812E-986BBBB76F36}"/>
              </a:ext>
            </a:extLst>
          </p:cNvPr>
          <p:cNvSpPr txBox="1"/>
          <p:nvPr/>
        </p:nvSpPr>
        <p:spPr>
          <a:xfrm>
            <a:off x="539552" y="433529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常系数偏微分方程的转化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031253-E9A3-4A9D-96B4-A1FD1AB54D5B}"/>
              </a:ext>
            </a:extLst>
          </p:cNvPr>
          <p:cNvSpPr txBox="1"/>
          <p:nvPr/>
        </p:nvSpPr>
        <p:spPr>
          <a:xfrm>
            <a:off x="4860034" y="2645429"/>
            <a:ext cx="4032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只有常系数可以消！</a:t>
            </a:r>
          </a:p>
        </p:txBody>
      </p:sp>
    </p:spTree>
    <p:extLst>
      <p:ext uri="{BB962C8B-B14F-4D97-AF65-F5344CB8AC3E}">
        <p14:creationId xmlns:p14="http://schemas.microsoft.com/office/powerpoint/2010/main" val="3349567516"/>
      </p:ext>
    </p:extLst>
  </p:cSld>
  <p:clrMapOvr>
    <a:masterClrMapping/>
  </p:clrMapOvr>
  <p:transition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/>
          <p:cNvSpPr>
            <a:spLocks noChangeArrowheads="1"/>
          </p:cNvSpPr>
          <p:nvPr/>
        </p:nvSpPr>
        <p:spPr bwMode="auto">
          <a:xfrm>
            <a:off x="684213" y="2501900"/>
            <a:ext cx="339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扩散</a:t>
            </a:r>
            <a:r>
              <a:rPr lang="en-US" altLang="zh-CN"/>
              <a:t>or</a:t>
            </a:r>
            <a:r>
              <a:rPr lang="zh-CN" altLang="en-US"/>
              <a:t>输运方程：</a:t>
            </a:r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>
            <p:extLst/>
          </p:nvPr>
        </p:nvGraphicFramePr>
        <p:xfrm>
          <a:off x="4260850" y="2381250"/>
          <a:ext cx="25352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57" name="Equation" r:id="rId3" imgW="838080" imgH="241200" progId="Equation.DSMT4">
                  <p:embed/>
                </p:oleObj>
              </mc:Choice>
              <mc:Fallback>
                <p:oleObj name="Equation" r:id="rId3" imgW="838080" imgH="241200" progId="Equation.DSMT4">
                  <p:embed/>
                  <p:pic>
                    <p:nvPicPr>
                      <p:cNvPr id="5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2381250"/>
                        <a:ext cx="25352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矩形 15"/>
          <p:cNvSpPr>
            <a:spLocks noChangeArrowheads="1"/>
          </p:cNvSpPr>
          <p:nvPr/>
        </p:nvSpPr>
        <p:spPr bwMode="auto">
          <a:xfrm>
            <a:off x="684213" y="420688"/>
            <a:ext cx="3397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波动</a:t>
            </a:r>
            <a:r>
              <a:rPr lang="en-US" altLang="zh-CN"/>
              <a:t>or</a:t>
            </a:r>
            <a:r>
              <a:rPr lang="zh-CN" altLang="en-US"/>
              <a:t>振动方程：</a:t>
            </a:r>
          </a:p>
        </p:txBody>
      </p:sp>
      <p:graphicFrame>
        <p:nvGraphicFramePr>
          <p:cNvPr id="17" name="Object 51"/>
          <p:cNvGraphicFramePr>
            <a:graphicFrameLocks noChangeAspect="1"/>
          </p:cNvGraphicFramePr>
          <p:nvPr>
            <p:extLst/>
          </p:nvPr>
        </p:nvGraphicFramePr>
        <p:xfrm>
          <a:off x="4014788" y="344488"/>
          <a:ext cx="26209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58" name="Equation" r:id="rId5" imgW="863280" imgH="241200" progId="Equation.DSMT4">
                  <p:embed/>
                </p:oleObj>
              </mc:Choice>
              <mc:Fallback>
                <p:oleObj name="Equation" r:id="rId5" imgW="863280" imgH="241200" progId="Equation.DSMT4">
                  <p:embed/>
                  <p:pic>
                    <p:nvPicPr>
                      <p:cNvPr id="1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344488"/>
                        <a:ext cx="26209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/>
          </p:nvPr>
        </p:nvGraphicFramePr>
        <p:xfrm>
          <a:off x="4239163" y="4234656"/>
          <a:ext cx="37172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59" name="Equation" r:id="rId7" imgW="1282680" imgH="241200" progId="Equation.DSMT4">
                  <p:embed/>
                </p:oleObj>
              </mc:Choice>
              <mc:Fallback>
                <p:oleObj name="Equation" r:id="rId7" imgW="128268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163" y="4234656"/>
                        <a:ext cx="3717213" cy="763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矩形 18"/>
          <p:cNvSpPr>
            <a:spLocks noChangeArrowheads="1"/>
          </p:cNvSpPr>
          <p:nvPr/>
        </p:nvSpPr>
        <p:spPr bwMode="auto">
          <a:xfrm>
            <a:off x="650875" y="4324350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泊松</a:t>
            </a:r>
            <a:r>
              <a:rPr lang="en-US" altLang="zh-CN"/>
              <a:t>or</a:t>
            </a:r>
            <a:r>
              <a:rPr lang="zh-CN" altLang="en-US"/>
              <a:t>稳定场方程：</a:t>
            </a:r>
          </a:p>
        </p:txBody>
      </p:sp>
    </p:spTree>
    <p:extLst>
      <p:ext uri="{BB962C8B-B14F-4D97-AF65-F5344CB8AC3E}">
        <p14:creationId xmlns:p14="http://schemas.microsoft.com/office/powerpoint/2010/main" val="4260215490"/>
      </p:ext>
    </p:extLst>
  </p:cSld>
  <p:clrMapOvr>
    <a:masterClrMapping/>
  </p:clrMapOvr>
  <p:transition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AC31D0B3-3636-4586-961E-1C389A6CE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291434"/>
              </p:ext>
            </p:extLst>
          </p:nvPr>
        </p:nvGraphicFramePr>
        <p:xfrm>
          <a:off x="179512" y="260648"/>
          <a:ext cx="7432676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80"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7432676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668FC4D-B923-42A2-AEB4-3A4CBEE66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797620"/>
              </p:ext>
            </p:extLst>
          </p:nvPr>
        </p:nvGraphicFramePr>
        <p:xfrm>
          <a:off x="211009" y="1844824"/>
          <a:ext cx="3141663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81" name="Equation" r:id="rId5" imgW="965160" imgH="711000" progId="Equation.DSMT4">
                  <p:embed/>
                </p:oleObj>
              </mc:Choice>
              <mc:Fallback>
                <p:oleObj name="Equation" r:id="rId5" imgW="96516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24D0396-0C01-4B68-BC32-4A1F2898C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009" y="1844824"/>
                        <a:ext cx="3141663" cy="231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471316E-2F85-442A-908D-56CE52B6F934}"/>
              </a:ext>
            </a:extLst>
          </p:cNvPr>
          <p:cNvSpPr txBox="1"/>
          <p:nvPr/>
        </p:nvSpPr>
        <p:spPr>
          <a:xfrm>
            <a:off x="367458" y="506730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作业题</a:t>
            </a:r>
            <a:r>
              <a:rPr lang="en-US" altLang="zh-CN" dirty="0"/>
              <a:t>7.3.2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46901091"/>
      </p:ext>
    </p:extLst>
  </p:cSld>
  <p:clrMapOvr>
    <a:masterClrMapping/>
  </p:clrMapOvr>
  <p:transition>
    <p:rand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1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28800" y="152400"/>
            <a:ext cx="451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7.3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数学物理方程的分类</a:t>
            </a:r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/>
        </p:nvGraphicFramePr>
        <p:xfrm>
          <a:off x="395288" y="981075"/>
          <a:ext cx="55689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86" name="Equation" r:id="rId4" imgW="2103120" imgH="434387" progId="Equation.DSMT4">
                  <p:embed/>
                </p:oleObj>
              </mc:Choice>
              <mc:Fallback>
                <p:oleObj name="Equation" r:id="rId4" imgW="2103120" imgH="434387" progId="Equation.DSMT4">
                  <p:embed/>
                  <p:pic>
                    <p:nvPicPr>
                      <p:cNvPr id="286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556895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文本框 1"/>
          <p:cNvSpPr txBox="1">
            <a:spLocks noChangeArrowheads="1"/>
          </p:cNvSpPr>
          <p:nvPr/>
        </p:nvSpPr>
        <p:spPr bwMode="auto">
          <a:xfrm>
            <a:off x="395288" y="2781300"/>
            <a:ext cx="1512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线性：</a:t>
            </a: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1804988" y="2646363"/>
          <a:ext cx="16764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87" name="Equation" r:id="rId6" imgW="624769" imgH="236283" progId="Equation.DSMT4">
                  <p:embed/>
                </p:oleObj>
              </mc:Choice>
              <mc:Fallback>
                <p:oleObj name="Equation" r:id="rId6" imgW="624769" imgH="236283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2646363"/>
                        <a:ext cx="16764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015" name="直接箭头连接符 3"/>
          <p:cNvCxnSpPr>
            <a:cxnSpLocks noChangeShapeType="1"/>
          </p:cNvCxnSpPr>
          <p:nvPr/>
        </p:nvCxnSpPr>
        <p:spPr bwMode="auto">
          <a:xfrm>
            <a:off x="3563938" y="2994025"/>
            <a:ext cx="863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4705350" y="2646363"/>
          <a:ext cx="1843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88" name="Equation" r:id="rId8" imgW="693243" imgH="221011" progId="Equation.DSMT4">
                  <p:embed/>
                </p:oleObj>
              </mc:Choice>
              <mc:Fallback>
                <p:oleObj name="Equation" r:id="rId8" imgW="693243" imgH="221011" progId="Equation.DSMT4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2646363"/>
                        <a:ext cx="18430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文本框 18"/>
          <p:cNvSpPr txBox="1">
            <a:spLocks noChangeArrowheads="1"/>
          </p:cNvSpPr>
          <p:nvPr/>
        </p:nvSpPr>
        <p:spPr bwMode="auto">
          <a:xfrm>
            <a:off x="468313" y="3500438"/>
            <a:ext cx="1511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齐次：</a:t>
            </a:r>
          </a:p>
        </p:txBody>
      </p:sp>
      <p:graphicFrame>
        <p:nvGraphicFramePr>
          <p:cNvPr id="43018" name="对象 4"/>
          <p:cNvGraphicFramePr>
            <a:graphicFrameLocks noChangeAspect="1"/>
          </p:cNvGraphicFramePr>
          <p:nvPr/>
        </p:nvGraphicFramePr>
        <p:xfrm>
          <a:off x="1908175" y="3549650"/>
          <a:ext cx="115093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89" name="Equation" r:id="rId10" imgW="380835" imgH="203112" progId="Equation.DSMT4">
                  <p:embed/>
                </p:oleObj>
              </mc:Choice>
              <mc:Fallback>
                <p:oleObj name="Equation" r:id="rId10" imgW="380835" imgH="203112" progId="Equation.DSMT4">
                  <p:embed/>
                  <p:pic>
                    <p:nvPicPr>
                      <p:cNvPr id="4301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549650"/>
                        <a:ext cx="115093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文本框 20"/>
          <p:cNvSpPr txBox="1">
            <a:spLocks noChangeArrowheads="1"/>
          </p:cNvSpPr>
          <p:nvPr/>
        </p:nvSpPr>
        <p:spPr bwMode="auto">
          <a:xfrm>
            <a:off x="3743325" y="3484563"/>
            <a:ext cx="19081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非齐次：</a:t>
            </a:r>
          </a:p>
        </p:txBody>
      </p:sp>
      <p:sp>
        <p:nvSpPr>
          <p:cNvPr id="43020" name="文本框 21"/>
          <p:cNvSpPr txBox="1">
            <a:spLocks noChangeArrowheads="1"/>
          </p:cNvSpPr>
          <p:nvPr/>
        </p:nvSpPr>
        <p:spPr bwMode="auto">
          <a:xfrm>
            <a:off x="468313" y="4276725"/>
            <a:ext cx="5743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类型：椭圆，抛物，双曲</a:t>
            </a:r>
          </a:p>
        </p:txBody>
      </p:sp>
      <p:sp>
        <p:nvSpPr>
          <p:cNvPr id="43021" name="下箭头 5"/>
          <p:cNvSpPr>
            <a:spLocks noChangeArrowheads="1"/>
          </p:cNvSpPr>
          <p:nvPr/>
        </p:nvSpPr>
        <p:spPr bwMode="auto">
          <a:xfrm>
            <a:off x="3243263" y="4962525"/>
            <a:ext cx="288925" cy="360363"/>
          </a:xfrm>
          <a:prstGeom prst="down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3022" name="文本框 23"/>
          <p:cNvSpPr txBox="1">
            <a:spLocks noChangeArrowheads="1"/>
          </p:cNvSpPr>
          <p:nvPr/>
        </p:nvSpPr>
        <p:spPr bwMode="auto">
          <a:xfrm>
            <a:off x="1331913" y="5375275"/>
            <a:ext cx="38877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稳定场，输运，波动</a:t>
            </a:r>
          </a:p>
        </p:txBody>
      </p:sp>
    </p:spTree>
    <p:extLst>
      <p:ext uri="{BB962C8B-B14F-4D97-AF65-F5344CB8AC3E}">
        <p14:creationId xmlns:p14="http://schemas.microsoft.com/office/powerpoint/2010/main" val="3530983861"/>
      </p:ext>
    </p:extLst>
  </p:cSld>
  <p:clrMapOvr>
    <a:masterClrMapping/>
  </p:clrMapOvr>
  <p:transition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956310"/>
              </p:ext>
            </p:extLst>
          </p:nvPr>
        </p:nvGraphicFramePr>
        <p:xfrm>
          <a:off x="388938" y="247650"/>
          <a:ext cx="55816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89" name="Equation" r:id="rId3" imgW="2108160" imgH="444240" progId="Equation.DSMT4">
                  <p:embed/>
                </p:oleObj>
              </mc:Choice>
              <mc:Fallback>
                <p:oleObj name="Equation" r:id="rId3" imgW="2108160" imgH="444240" progId="Equation.DSMT4">
                  <p:embed/>
                  <p:pic>
                    <p:nvPicPr>
                      <p:cNvPr id="286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247650"/>
                        <a:ext cx="55816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00267"/>
              </p:ext>
            </p:extLst>
          </p:nvPr>
        </p:nvGraphicFramePr>
        <p:xfrm>
          <a:off x="251520" y="1340768"/>
          <a:ext cx="8505825" cy="22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0" name="Equation" r:id="rId5" imgW="3822480" imgH="1015920" progId="Equation.DSMT4">
                  <p:embed/>
                </p:oleObj>
              </mc:Choice>
              <mc:Fallback>
                <p:oleObj name="Equation" r:id="rId5" imgW="3822480" imgH="10159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340768"/>
                        <a:ext cx="8505825" cy="225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119966"/>
              </p:ext>
            </p:extLst>
          </p:nvPr>
        </p:nvGraphicFramePr>
        <p:xfrm>
          <a:off x="539552" y="3599780"/>
          <a:ext cx="6781800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1" name="Equation" r:id="rId7" imgW="3047760" imgH="939600" progId="Equation.DSMT4">
                  <p:embed/>
                </p:oleObj>
              </mc:Choice>
              <mc:Fallback>
                <p:oleObj name="Equation" r:id="rId7" imgW="3047760" imgH="939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3599780"/>
                        <a:ext cx="6781800" cy="209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403648" y="6093296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r>
              <a:rPr lang="en-US" altLang="zh-CN" baseline="-25000" dirty="0"/>
              <a:t>i</a:t>
            </a:r>
            <a:r>
              <a:rPr lang="zh-CN" altLang="en-US" dirty="0"/>
              <a:t>为矩阵</a:t>
            </a:r>
            <a:r>
              <a:rPr lang="en-US" altLang="zh-CN" dirty="0"/>
              <a:t>A</a:t>
            </a:r>
            <a:r>
              <a:rPr lang="zh-CN" altLang="en-US" dirty="0"/>
              <a:t>的特征值</a:t>
            </a:r>
          </a:p>
        </p:txBody>
      </p:sp>
    </p:spTree>
    <p:extLst>
      <p:ext uri="{BB962C8B-B14F-4D97-AF65-F5344CB8AC3E}">
        <p14:creationId xmlns:p14="http://schemas.microsoft.com/office/powerpoint/2010/main" val="836254784"/>
      </p:ext>
    </p:extLst>
  </p:cSld>
  <p:clrMapOvr>
    <a:masterClrMapping/>
  </p:clrMapOvr>
  <p:transition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350456"/>
              </p:ext>
            </p:extLst>
          </p:nvPr>
        </p:nvGraphicFramePr>
        <p:xfrm>
          <a:off x="323528" y="0"/>
          <a:ext cx="55816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52" name="Equation" r:id="rId3" imgW="2108160" imgH="444240" progId="Equation.DSMT4">
                  <p:embed/>
                </p:oleObj>
              </mc:Choice>
              <mc:Fallback>
                <p:oleObj name="Equation" r:id="rId3" imgW="2108160" imgH="444240" progId="Equation.DSMT4">
                  <p:embed/>
                  <p:pic>
                    <p:nvPicPr>
                      <p:cNvPr id="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0"/>
                        <a:ext cx="55816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694059"/>
              </p:ext>
            </p:extLst>
          </p:nvPr>
        </p:nvGraphicFramePr>
        <p:xfrm>
          <a:off x="251520" y="1277267"/>
          <a:ext cx="6781800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53" name="Equation" r:id="rId5" imgW="3047760" imgH="939600" progId="Equation.DSMT4">
                  <p:embed/>
                </p:oleObj>
              </mc:Choice>
              <mc:Fallback>
                <p:oleObj name="Equation" r:id="rId5" imgW="3047760" imgH="939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277267"/>
                        <a:ext cx="6781800" cy="209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37761" y="3368004"/>
            <a:ext cx="5667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  <a:r>
              <a:rPr lang="en-US" altLang="zh-CN" dirty="0"/>
              <a:t>c</a:t>
            </a:r>
            <a:r>
              <a:rPr lang="en-US" altLang="zh-CN" baseline="-25000" dirty="0"/>
              <a:t>i</a:t>
            </a:r>
            <a:r>
              <a:rPr lang="zh-CN" altLang="en-US" dirty="0"/>
              <a:t>均为同号（</a:t>
            </a:r>
            <a:r>
              <a:rPr lang="en-US" altLang="zh-CN" dirty="0"/>
              <a:t>A</a:t>
            </a:r>
            <a:r>
              <a:rPr lang="zh-CN" altLang="en-US" dirty="0"/>
              <a:t>为正定矩阵）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00192" y="3429000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椭圆型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1520" y="5044619"/>
            <a:ext cx="5667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若两种</a:t>
            </a:r>
            <a:r>
              <a:rPr lang="en-US" altLang="zh-CN" dirty="0"/>
              <a:t>c</a:t>
            </a:r>
            <a:r>
              <a:rPr lang="en-US" altLang="zh-CN" baseline="-25000" dirty="0"/>
              <a:t>i</a:t>
            </a:r>
            <a:r>
              <a:rPr lang="zh-CN" altLang="en-US" dirty="0"/>
              <a:t>符号都不止一个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300192" y="4221087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双曲型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7761" y="4221086"/>
            <a:ext cx="5667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  <a:r>
              <a:rPr lang="en-US" altLang="zh-CN" dirty="0"/>
              <a:t>n-1</a:t>
            </a:r>
            <a:r>
              <a:rPr lang="zh-CN" altLang="en-US" dirty="0"/>
              <a:t>个</a:t>
            </a:r>
            <a:r>
              <a:rPr lang="en-US" altLang="zh-CN" dirty="0"/>
              <a:t>c</a:t>
            </a:r>
            <a:r>
              <a:rPr lang="en-US" altLang="zh-CN" baseline="-25000" dirty="0"/>
              <a:t>i</a:t>
            </a:r>
            <a:r>
              <a:rPr lang="zh-CN" altLang="en-US" dirty="0"/>
              <a:t>同号，仅有一个异号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56176" y="5044619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超双曲型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51520" y="5751128"/>
                <a:ext cx="5667418" cy="72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若存在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i </a:t>
                </a:r>
                <a:r>
                  <a:rPr lang="en-US" altLang="zh-CN" dirty="0"/>
                  <a:t>= 0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altLang="zh-CN" dirty="0"/>
                  <a:t>|A|=0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751128"/>
                <a:ext cx="5667418" cy="729302"/>
              </a:xfrm>
              <a:prstGeom prst="rect">
                <a:avLst/>
              </a:prstGeom>
              <a:blipFill>
                <a:blip r:embed="rId7"/>
                <a:stretch>
                  <a:fillRect l="-2688" t="-1416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300192" y="5809604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抛物型</a:t>
            </a:r>
          </a:p>
        </p:txBody>
      </p:sp>
    </p:spTree>
    <p:extLst>
      <p:ext uri="{BB962C8B-B14F-4D97-AF65-F5344CB8AC3E}">
        <p14:creationId xmlns:p14="http://schemas.microsoft.com/office/powerpoint/2010/main" val="1964005470"/>
      </p:ext>
    </p:extLst>
  </p:cSld>
  <p:clrMapOvr>
    <a:masterClrMapping/>
  </p:clrMapOvr>
  <p:transition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/>
          <p:cNvSpPr>
            <a:spLocks noChangeArrowheads="1"/>
          </p:cNvSpPr>
          <p:nvPr/>
        </p:nvSpPr>
        <p:spPr bwMode="auto">
          <a:xfrm>
            <a:off x="684213" y="2501900"/>
            <a:ext cx="339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扩散</a:t>
            </a:r>
            <a:r>
              <a:rPr lang="en-US" altLang="zh-CN"/>
              <a:t>or</a:t>
            </a:r>
            <a:r>
              <a:rPr lang="zh-CN" altLang="en-US"/>
              <a:t>输运方程：</a:t>
            </a:r>
          </a:p>
        </p:txBody>
      </p:sp>
      <p:graphicFrame>
        <p:nvGraphicFramePr>
          <p:cNvPr id="5" name="Object 51"/>
          <p:cNvGraphicFramePr>
            <a:graphicFrameLocks noChangeAspect="1"/>
          </p:cNvGraphicFramePr>
          <p:nvPr/>
        </p:nvGraphicFramePr>
        <p:xfrm>
          <a:off x="4294188" y="2413000"/>
          <a:ext cx="24685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0" name="Equation" r:id="rId3" imgW="815305" imgH="221011" progId="Equation.DSMT4">
                  <p:embed/>
                </p:oleObj>
              </mc:Choice>
              <mc:Fallback>
                <p:oleObj name="Equation" r:id="rId3" imgW="815305" imgH="221011" progId="Equation.DSMT4">
                  <p:embed/>
                  <p:pic>
                    <p:nvPicPr>
                      <p:cNvPr id="5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2413000"/>
                        <a:ext cx="24685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矩形 15"/>
          <p:cNvSpPr>
            <a:spLocks noChangeArrowheads="1"/>
          </p:cNvSpPr>
          <p:nvPr/>
        </p:nvSpPr>
        <p:spPr bwMode="auto">
          <a:xfrm>
            <a:off x="684213" y="420688"/>
            <a:ext cx="3397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波动</a:t>
            </a:r>
            <a:r>
              <a:rPr lang="en-US" altLang="zh-CN"/>
              <a:t>or</a:t>
            </a:r>
            <a:r>
              <a:rPr lang="zh-CN" altLang="en-US"/>
              <a:t>振动方程：</a:t>
            </a:r>
          </a:p>
        </p:txBody>
      </p:sp>
      <p:graphicFrame>
        <p:nvGraphicFramePr>
          <p:cNvPr id="17" name="Object 51"/>
          <p:cNvGraphicFramePr>
            <a:graphicFrameLocks noChangeAspect="1"/>
          </p:cNvGraphicFramePr>
          <p:nvPr/>
        </p:nvGraphicFramePr>
        <p:xfrm>
          <a:off x="4052888" y="376238"/>
          <a:ext cx="25431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1" name="Equation" r:id="rId5" imgW="838271" imgH="221011" progId="Equation.DSMT4">
                  <p:embed/>
                </p:oleObj>
              </mc:Choice>
              <mc:Fallback>
                <p:oleObj name="Equation" r:id="rId5" imgW="838271" imgH="221011" progId="Equation.DSMT4">
                  <p:embed/>
                  <p:pic>
                    <p:nvPicPr>
                      <p:cNvPr id="1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888" y="376238"/>
                        <a:ext cx="25431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891014"/>
              </p:ext>
            </p:extLst>
          </p:nvPr>
        </p:nvGraphicFramePr>
        <p:xfrm>
          <a:off x="4702175" y="3882795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2" name="公式" r:id="rId7" imgW="838271" imgH="205740" progId="Equation.3">
                  <p:embed/>
                </p:oleObj>
              </mc:Choice>
              <mc:Fallback>
                <p:oleObj name="公式" r:id="rId7" imgW="838271" imgH="205740" progId="Equation.3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3882795"/>
                        <a:ext cx="2060575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矩形 18"/>
          <p:cNvSpPr>
            <a:spLocks noChangeArrowheads="1"/>
          </p:cNvSpPr>
          <p:nvPr/>
        </p:nvSpPr>
        <p:spPr bwMode="auto">
          <a:xfrm>
            <a:off x="660610" y="3869753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泊松</a:t>
            </a:r>
            <a:r>
              <a:rPr lang="en-US" altLang="zh-CN" dirty="0"/>
              <a:t>or</a:t>
            </a:r>
            <a:r>
              <a:rPr lang="zh-CN" altLang="en-US" dirty="0"/>
              <a:t>稳定场方程：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31640" y="1484784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364154" y="3307809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475656" y="4723509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椭圆型</a:t>
            </a:r>
          </a:p>
        </p:txBody>
      </p:sp>
      <p:sp>
        <p:nvSpPr>
          <p:cNvPr id="13" name="矩形 18"/>
          <p:cNvSpPr>
            <a:spLocks noChangeArrowheads="1"/>
          </p:cNvSpPr>
          <p:nvPr/>
        </p:nvSpPr>
        <p:spPr bwMode="auto">
          <a:xfrm>
            <a:off x="684213" y="5322315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薛定谔方程：</a:t>
            </a:r>
          </a:p>
        </p:txBody>
      </p:sp>
      <p:pic>
        <p:nvPicPr>
          <p:cNvPr id="14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656" y="5074952"/>
            <a:ext cx="370363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1626754" y="6107765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抛物型</a:t>
            </a:r>
          </a:p>
        </p:txBody>
      </p:sp>
      <p:sp>
        <p:nvSpPr>
          <p:cNvPr id="2" name="右箭头 1"/>
          <p:cNvSpPr/>
          <p:nvPr/>
        </p:nvSpPr>
        <p:spPr bwMode="auto">
          <a:xfrm>
            <a:off x="3364564" y="6312973"/>
            <a:ext cx="1099344" cy="25966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85168" y="6190676"/>
            <a:ext cx="2623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波动方程</a:t>
            </a:r>
          </a:p>
        </p:txBody>
      </p:sp>
    </p:spTree>
    <p:extLst>
      <p:ext uri="{BB962C8B-B14F-4D97-AF65-F5344CB8AC3E}">
        <p14:creationId xmlns:p14="http://schemas.microsoft.com/office/powerpoint/2010/main" val="4183827125"/>
      </p:ext>
    </p:extLst>
  </p:cSld>
  <p:clrMapOvr>
    <a:masterClrMapping/>
  </p:clrMapOvr>
  <p:transition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393" y="836712"/>
            <a:ext cx="90547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121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111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zh-CN" altLang="zh-CN" sz="2000" kern="100" dirty="0"/>
          </a:p>
          <a:p>
            <a:pPr indent="711200" algn="just">
              <a:spcAft>
                <a:spcPts val="0"/>
              </a:spcAft>
            </a:pPr>
            <a:r>
              <a:rPr lang="en-US" altLang="zh-CN" kern="100" dirty="0"/>
              <a:t> </a:t>
            </a:r>
            <a:r>
              <a:rPr lang="zh-CN" altLang="zh-CN" kern="100" dirty="0"/>
              <a:t>第</a:t>
            </a:r>
            <a:r>
              <a:rPr lang="en-US" altLang="zh-CN" kern="100" dirty="0"/>
              <a:t>2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3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4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5</a:t>
            </a:r>
            <a:r>
              <a:rPr lang="zh-CN" altLang="zh-CN" kern="100" dirty="0"/>
              <a:t>题；</a:t>
            </a: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128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116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zh-CN" altLang="zh-CN" sz="2000" kern="100" dirty="0"/>
          </a:p>
          <a:p>
            <a:pPr indent="711200" algn="just">
              <a:spcAft>
                <a:spcPts val="0"/>
              </a:spcAft>
            </a:pPr>
            <a:r>
              <a:rPr lang="en-US" altLang="zh-CN" kern="100" dirty="0"/>
              <a:t> </a:t>
            </a:r>
            <a:r>
              <a:rPr lang="zh-CN" altLang="zh-CN" kern="100" dirty="0"/>
              <a:t>第</a:t>
            </a:r>
            <a:r>
              <a:rPr lang="en-US" altLang="zh-CN" kern="100" dirty="0"/>
              <a:t>1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2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3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6</a:t>
            </a:r>
            <a:r>
              <a:rPr lang="zh-CN" altLang="zh-CN" kern="100" dirty="0"/>
              <a:t>题；</a:t>
            </a: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134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</a:t>
            </a:r>
            <a:r>
              <a:rPr lang="zh-CN" altLang="zh-CN" b="1" kern="100" dirty="0">
                <a:solidFill>
                  <a:srgbClr val="00B050"/>
                </a:solidFill>
              </a:rPr>
              <a:t> 第</a:t>
            </a:r>
            <a:r>
              <a:rPr lang="en-US" altLang="zh-CN" b="1" kern="100" dirty="0">
                <a:solidFill>
                  <a:srgbClr val="00B050"/>
                </a:solidFill>
              </a:rPr>
              <a:t>123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zh-CN" altLang="zh-CN" sz="2000" kern="100" dirty="0"/>
          </a:p>
          <a:p>
            <a:pPr indent="800100" algn="just">
              <a:spcAft>
                <a:spcPts val="0"/>
              </a:spcAft>
            </a:pPr>
            <a:r>
              <a:rPr lang="en-US" altLang="zh-CN" kern="100" dirty="0"/>
              <a:t> </a:t>
            </a:r>
            <a:r>
              <a:rPr lang="zh-CN" altLang="zh-CN" kern="100" dirty="0"/>
              <a:t>第</a:t>
            </a:r>
            <a:r>
              <a:rPr lang="en-US" altLang="zh-CN" kern="100" dirty="0"/>
              <a:t>1</a:t>
            </a:r>
            <a:r>
              <a:rPr lang="zh-CN" altLang="zh-CN" kern="100" dirty="0"/>
              <a:t>题中（</a:t>
            </a:r>
            <a:r>
              <a:rPr lang="en-US" altLang="zh-CN" kern="100" dirty="0"/>
              <a:t>1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3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5</a:t>
            </a:r>
            <a:r>
              <a:rPr lang="zh-CN" altLang="zh-CN" kern="100" dirty="0"/>
              <a:t>）；</a:t>
            </a: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en-US" altLang="zh-CN" kern="100" dirty="0"/>
              <a:t>          </a:t>
            </a:r>
            <a:r>
              <a:rPr lang="zh-CN" altLang="zh-CN" kern="100" dirty="0"/>
              <a:t>第</a:t>
            </a:r>
            <a:r>
              <a:rPr lang="en-US" altLang="zh-CN" kern="100" dirty="0"/>
              <a:t>2</a:t>
            </a:r>
            <a:r>
              <a:rPr lang="zh-CN" altLang="zh-CN" kern="100" dirty="0"/>
              <a:t>题中（</a:t>
            </a:r>
            <a:r>
              <a:rPr lang="en-US" altLang="zh-CN" kern="100" dirty="0"/>
              <a:t>2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4</a:t>
            </a:r>
            <a:r>
              <a:rPr lang="zh-CN" altLang="zh-CN" kern="100" dirty="0"/>
              <a:t>），</a:t>
            </a:r>
            <a:endParaRPr lang="en-US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142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129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zh-CN" altLang="zh-CN" sz="2000" kern="100" dirty="0"/>
          </a:p>
          <a:p>
            <a:pPr indent="711200" algn="just">
              <a:spcAft>
                <a:spcPts val="0"/>
              </a:spcAft>
            </a:pPr>
            <a:r>
              <a:rPr lang="en-US" altLang="zh-CN" kern="100" dirty="0"/>
              <a:t> </a:t>
            </a:r>
            <a:r>
              <a:rPr lang="zh-CN" altLang="zh-CN" kern="100" dirty="0"/>
              <a:t>第</a:t>
            </a:r>
            <a:r>
              <a:rPr lang="en-US" altLang="zh-CN" kern="100" dirty="0"/>
              <a:t>1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2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4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5</a:t>
            </a:r>
            <a:r>
              <a:rPr lang="zh-CN" altLang="zh-CN" kern="100" dirty="0"/>
              <a:t>题。</a:t>
            </a:r>
            <a:endParaRPr lang="zh-CN" altLang="zh-CN" sz="2000" kern="100" dirty="0"/>
          </a:p>
        </p:txBody>
      </p:sp>
    </p:spTree>
    <p:extLst>
      <p:ext uri="{BB962C8B-B14F-4D97-AF65-F5344CB8AC3E}">
        <p14:creationId xmlns:p14="http://schemas.microsoft.com/office/powerpoint/2010/main" val="394178098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11622</TotalTime>
  <Words>2177</Words>
  <Application>Microsoft Office PowerPoint</Application>
  <PresentationFormat>全屏显示(4:3)</PresentationFormat>
  <Paragraphs>457</Paragraphs>
  <Slides>112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112</vt:i4>
      </vt:variant>
    </vt:vector>
  </HeadingPairs>
  <TitlesOfParts>
    <vt:vector size="125" baseType="lpstr">
      <vt:lpstr>PingFang SC</vt:lpstr>
      <vt:lpstr>楷体_GB2312</vt:lpstr>
      <vt:lpstr>宋体</vt:lpstr>
      <vt:lpstr>Arial</vt:lpstr>
      <vt:lpstr>Book Antiqua</vt:lpstr>
      <vt:lpstr>Bookman Old Style</vt:lpstr>
      <vt:lpstr>Cambria Math</vt:lpstr>
      <vt:lpstr>Symbol</vt:lpstr>
      <vt:lpstr>Times New Roman</vt:lpstr>
      <vt:lpstr>默认设计模板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513</cp:revision>
  <dcterms:created xsi:type="dcterms:W3CDTF">1996-07-15T15:40:02Z</dcterms:created>
  <dcterms:modified xsi:type="dcterms:W3CDTF">2023-05-05T16:58:14Z</dcterms:modified>
</cp:coreProperties>
</file>