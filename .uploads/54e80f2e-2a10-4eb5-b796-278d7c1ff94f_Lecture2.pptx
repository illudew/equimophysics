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15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1.wmf"/><Relationship Id="rId1" Type="http://schemas.openxmlformats.org/officeDocument/2006/relationships/image" Target="../media/image9.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9.wmf"/><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1.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1.wmf"/><Relationship Id="rId1" Type="http://schemas.openxmlformats.org/officeDocument/2006/relationships/image" Target="../media/image28.wmf"/><Relationship Id="rId4"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28.wmf"/><Relationship Id="rId1" Type="http://schemas.openxmlformats.org/officeDocument/2006/relationships/image" Target="../media/image30.wmf"/><Relationship Id="rId5" Type="http://schemas.openxmlformats.org/officeDocument/2006/relationships/image" Target="../media/image24.wmf"/><Relationship Id="rId4"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32.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1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29.wmf"/><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8.wmf"/><Relationship Id="rId1" Type="http://schemas.openxmlformats.org/officeDocument/2006/relationships/image" Target="../media/image35.wmf"/><Relationship Id="rId4" Type="http://schemas.openxmlformats.org/officeDocument/2006/relationships/image" Target="../media/image1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31.wmf"/><Relationship Id="rId1" Type="http://schemas.openxmlformats.org/officeDocument/2006/relationships/image" Target="../media/image36.wmf"/><Relationship Id="rId6" Type="http://schemas.openxmlformats.org/officeDocument/2006/relationships/image" Target="../media/image11.wmf"/><Relationship Id="rId5" Type="http://schemas.openxmlformats.org/officeDocument/2006/relationships/image" Target="../media/image37.wmf"/><Relationship Id="rId4"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1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1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3.wmf"/><Relationship Id="rId1"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39.wmf"/><Relationship Id="rId1" Type="http://schemas.openxmlformats.org/officeDocument/2006/relationships/image" Target="../media/image31.wmf"/><Relationship Id="rId4" Type="http://schemas.openxmlformats.org/officeDocument/2006/relationships/image" Target="../media/image4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2526781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1515694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215616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278612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1426004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763581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1483514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18417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2906158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1949824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2413304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D8F52-4CD3-4B94-899B-B82434A9E417}" type="datetimeFigureOut">
              <a:rPr lang="zh-CN" altLang="en-US" smtClean="0"/>
              <a:t>2022/2/15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C30D8A-2F38-4719-9D07-D748B04941A9}" type="slidenum">
              <a:rPr lang="zh-CN" altLang="en-US" smtClean="0"/>
              <a:t>‹#›</a:t>
            </a:fld>
            <a:endParaRPr lang="zh-CN" altLang="en-US"/>
          </a:p>
        </p:txBody>
      </p:sp>
    </p:spTree>
    <p:extLst>
      <p:ext uri="{BB962C8B-B14F-4D97-AF65-F5344CB8AC3E}">
        <p14:creationId xmlns:p14="http://schemas.microsoft.com/office/powerpoint/2010/main" val="3280530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image" Target="../media/image6.png"/><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image" Target="../media/image6.png"/><Relationship Id="rId5" Type="http://schemas.openxmlformats.org/officeDocument/2006/relationships/oleObject" Target="../embeddings/oleObject7.bin"/><Relationship Id="rId15" Type="http://schemas.openxmlformats.org/officeDocument/2006/relationships/image" Target="../media/image12.wmf"/><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9.bin"/><Relationship Id="rId14" Type="http://schemas.openxmlformats.org/officeDocument/2006/relationships/oleObject" Target="../embeddings/oleObject11.bin"/></Relationships>
</file>

<file path=ppt/slides/_rels/slide3.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7.bin"/><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14.wmf"/><Relationship Id="rId4" Type="http://schemas.openxmlformats.org/officeDocument/2006/relationships/image" Target="../media/image9.wmf"/><Relationship Id="rId9" Type="http://schemas.openxmlformats.org/officeDocument/2006/relationships/oleObject" Target="../embeddings/oleObject15.bin"/><Relationship Id="rId14" Type="http://schemas.openxmlformats.org/officeDocument/2006/relationships/image" Target="../media/image16.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19.bin"/><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oleObject" Target="../embeddings/oleObject20.bin"/><Relationship Id="rId7" Type="http://schemas.openxmlformats.org/officeDocument/2006/relationships/image" Target="../media/image9.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22.bin"/><Relationship Id="rId5" Type="http://schemas.openxmlformats.org/officeDocument/2006/relationships/oleObject" Target="../embeddings/oleObject21.bin"/><Relationship Id="rId4" Type="http://schemas.openxmlformats.org/officeDocument/2006/relationships/image" Target="../media/image1.wmf"/><Relationship Id="rId9" Type="http://schemas.openxmlformats.org/officeDocument/2006/relationships/image" Target="../media/image15.wmf"/></Relationships>
</file>

<file path=ppt/slides/_rels/slide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25.bin"/><Relationship Id="rId10" Type="http://schemas.openxmlformats.org/officeDocument/2006/relationships/image" Target="../media/image9.wmf"/><Relationship Id="rId4" Type="http://schemas.openxmlformats.org/officeDocument/2006/relationships/image" Target="../media/image17.wmf"/><Relationship Id="rId9" Type="http://schemas.openxmlformats.org/officeDocument/2006/relationships/oleObject" Target="../embeddings/oleObject27.bin"/></Relationships>
</file>

<file path=ppt/slides/_rels/slide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1.wmf"/><Relationship Id="rId5" Type="http://schemas.openxmlformats.org/officeDocument/2006/relationships/oleObject" Target="../embeddings/oleObject29.bin"/><Relationship Id="rId10" Type="http://schemas.openxmlformats.org/officeDocument/2006/relationships/image" Target="../media/image15.wmf"/><Relationship Id="rId4" Type="http://schemas.openxmlformats.org/officeDocument/2006/relationships/image" Target="../media/image20.wmf"/><Relationship Id="rId9" Type="http://schemas.openxmlformats.org/officeDocument/2006/relationships/oleObject" Target="../embeddings/oleObject31.bin"/></Relationships>
</file>

<file path=ppt/slides/_rels/slide8.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25.wmf"/><Relationship Id="rId4" Type="http://schemas.openxmlformats.org/officeDocument/2006/relationships/image" Target="../media/image21.wmf"/><Relationship Id="rId9" Type="http://schemas.openxmlformats.org/officeDocument/2006/relationships/oleObject" Target="../embeddings/oleObject35.bin"/><Relationship Id="rId14" Type="http://schemas.openxmlformats.org/officeDocument/2006/relationships/image" Target="../media/image27.wmf"/></Relationships>
</file>

<file path=ppt/slides/_rels/slide9.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1.wmf"/><Relationship Id="rId5" Type="http://schemas.openxmlformats.org/officeDocument/2006/relationships/oleObject" Target="../embeddings/oleObject39.bin"/><Relationship Id="rId10" Type="http://schemas.openxmlformats.org/officeDocument/2006/relationships/image" Target="../media/image29.wmf"/><Relationship Id="rId4" Type="http://schemas.openxmlformats.org/officeDocument/2006/relationships/image" Target="../media/image28.wmf"/><Relationship Id="rId9" Type="http://schemas.openxmlformats.org/officeDocument/2006/relationships/oleObject" Target="../embeddings/oleObject41.bin"/></Relationships>
</file>

<file path=ppt/slides/_rels/slide10.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8.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23.wmf"/><Relationship Id="rId4" Type="http://schemas.openxmlformats.org/officeDocument/2006/relationships/image" Target="../media/image30.wmf"/><Relationship Id="rId9" Type="http://schemas.openxmlformats.org/officeDocument/2006/relationships/oleObject" Target="../embeddings/oleObject45.bin"/></Relationships>
</file>

<file path=ppt/slides/_rels/slide11.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52.bin"/><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2.wmf"/><Relationship Id="rId11" Type="http://schemas.openxmlformats.org/officeDocument/2006/relationships/oleObject" Target="../embeddings/oleObject51.bin"/><Relationship Id="rId5" Type="http://schemas.openxmlformats.org/officeDocument/2006/relationships/oleObject" Target="../embeddings/oleObject48.bin"/><Relationship Id="rId10" Type="http://schemas.openxmlformats.org/officeDocument/2006/relationships/image" Target="../media/image14.wmf"/><Relationship Id="rId4" Type="http://schemas.openxmlformats.org/officeDocument/2006/relationships/image" Target="../media/image29.wmf"/><Relationship Id="rId9" Type="http://schemas.openxmlformats.org/officeDocument/2006/relationships/oleObject" Target="../embeddings/oleObject50.bin"/><Relationship Id="rId14" Type="http://schemas.openxmlformats.org/officeDocument/2006/relationships/image" Target="../media/image34.wmf"/></Relationships>
</file>

<file path=ppt/slides/_rels/slide12.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9.wmf"/><Relationship Id="rId5" Type="http://schemas.openxmlformats.org/officeDocument/2006/relationships/oleObject" Target="../embeddings/oleObject54.bin"/><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28.wmf"/><Relationship Id="rId5" Type="http://schemas.openxmlformats.org/officeDocument/2006/relationships/oleObject" Target="../embeddings/oleObject57.bin"/><Relationship Id="rId10" Type="http://schemas.openxmlformats.org/officeDocument/2006/relationships/image" Target="../media/image15.wmf"/><Relationship Id="rId4" Type="http://schemas.openxmlformats.org/officeDocument/2006/relationships/image" Target="../media/image35.wmf"/><Relationship Id="rId9" Type="http://schemas.openxmlformats.org/officeDocument/2006/relationships/oleObject" Target="../embeddings/oleObject59.bin"/></Relationships>
</file>

<file path=ppt/slides/_rels/slide14.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65.bin"/><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37.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1.wmf"/><Relationship Id="rId11" Type="http://schemas.openxmlformats.org/officeDocument/2006/relationships/oleObject" Target="../embeddings/oleObject64.bin"/><Relationship Id="rId5" Type="http://schemas.openxmlformats.org/officeDocument/2006/relationships/oleObject" Target="../embeddings/oleObject61.bin"/><Relationship Id="rId10" Type="http://schemas.openxmlformats.org/officeDocument/2006/relationships/image" Target="../media/image24.wmf"/><Relationship Id="rId4" Type="http://schemas.openxmlformats.org/officeDocument/2006/relationships/image" Target="../media/image36.wmf"/><Relationship Id="rId9" Type="http://schemas.openxmlformats.org/officeDocument/2006/relationships/oleObject" Target="../embeddings/oleObject63.bin"/><Relationship Id="rId14" Type="http://schemas.openxmlformats.org/officeDocument/2006/relationships/image" Target="../media/image11.wmf"/></Relationships>
</file>

<file path=ppt/slides/_rels/slide1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9.wmf"/><Relationship Id="rId5" Type="http://schemas.openxmlformats.org/officeDocument/2006/relationships/oleObject" Target="../embeddings/oleObject67.bin"/><Relationship Id="rId10" Type="http://schemas.openxmlformats.org/officeDocument/2006/relationships/image" Target="../media/image14.wmf"/><Relationship Id="rId4" Type="http://schemas.openxmlformats.org/officeDocument/2006/relationships/image" Target="../media/image38.wmf"/><Relationship Id="rId9" Type="http://schemas.openxmlformats.org/officeDocument/2006/relationships/oleObject" Target="../embeddings/oleObject69.bin"/></Relationships>
</file>

<file path=ppt/slides/_rels/slide16.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75.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1.wmf"/><Relationship Id="rId11" Type="http://schemas.openxmlformats.org/officeDocument/2006/relationships/oleObject" Target="../embeddings/oleObject74.bin"/><Relationship Id="rId5" Type="http://schemas.openxmlformats.org/officeDocument/2006/relationships/oleObject" Target="../embeddings/oleObject71.bin"/><Relationship Id="rId10" Type="http://schemas.openxmlformats.org/officeDocument/2006/relationships/image" Target="../media/image14.wmf"/><Relationship Id="rId4" Type="http://schemas.openxmlformats.org/officeDocument/2006/relationships/image" Target="../media/image40.wmf"/><Relationship Id="rId9" Type="http://schemas.openxmlformats.org/officeDocument/2006/relationships/oleObject" Target="../embeddings/oleObject73.bin"/><Relationship Id="rId14" Type="http://schemas.openxmlformats.org/officeDocument/2006/relationships/image" Target="../media/image34.wmf"/></Relationships>
</file>

<file path=ppt/slides/_rels/slide17.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3.wmf"/><Relationship Id="rId5" Type="http://schemas.openxmlformats.org/officeDocument/2006/relationships/oleObject" Target="../embeddings/oleObject77.bin"/><Relationship Id="rId4" Type="http://schemas.openxmlformats.org/officeDocument/2006/relationships/image" Target="../media/image4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9.bin"/><Relationship Id="rId7"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9.wmf"/><Relationship Id="rId5" Type="http://schemas.openxmlformats.org/officeDocument/2006/relationships/oleObject" Target="../embeddings/oleObject80.bin"/><Relationship Id="rId4" Type="http://schemas.openxmlformats.org/officeDocument/2006/relationships/image" Target="../media/image1.wmf"/></Relationships>
</file>

<file path=ppt/slides/_rels/slide19.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39.wmf"/><Relationship Id="rId5" Type="http://schemas.openxmlformats.org/officeDocument/2006/relationships/oleObject" Target="../embeddings/oleObject83.bin"/><Relationship Id="rId10" Type="http://schemas.openxmlformats.org/officeDocument/2006/relationships/image" Target="../media/image45.wmf"/><Relationship Id="rId4" Type="http://schemas.openxmlformats.org/officeDocument/2006/relationships/image" Target="../media/image31.wmf"/><Relationship Id="rId9" Type="http://schemas.openxmlformats.org/officeDocument/2006/relationships/oleObject" Target="../embeddings/oleObject85.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39.wmf"/><Relationship Id="rId5" Type="http://schemas.openxmlformats.org/officeDocument/2006/relationships/oleObject" Target="../embeddings/oleObject87.bin"/><Relationship Id="rId4" Type="http://schemas.openxmlformats.org/officeDocument/2006/relationships/image" Target="../media/image1.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4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1D40E8D2-115A-4B50-A7F7-02A2588B8F54}" type="slidenum">
              <a:rPr lang="zh-CN" altLang="en-US"/>
              <a:pPr>
                <a:defRPr/>
              </a:pPr>
              <a:t>1</a:t>
            </a:fld>
            <a:endParaRPr lang="en-US" altLang="zh-CN"/>
          </a:p>
        </p:txBody>
      </p:sp>
      <p:sp>
        <p:nvSpPr>
          <p:cNvPr id="305154" name="Rectangle 2"/>
          <p:cNvSpPr>
            <a:spLocks noChangeArrowheads="1"/>
          </p:cNvSpPr>
          <p:nvPr/>
        </p:nvSpPr>
        <p:spPr bwMode="auto">
          <a:xfrm>
            <a:off x="395288" y="1196975"/>
            <a:ext cx="58928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r>
              <a:rPr lang="en-US" altLang="zh-CN" sz="3200" dirty="0">
                <a:solidFill>
                  <a:schemeClr val="tx1"/>
                </a:solidFill>
              </a:rPr>
              <a:t>differentiation: (</a:t>
            </a:r>
            <a:r>
              <a:rPr lang="zh-CN" altLang="en-US" sz="3200" dirty="0">
                <a:solidFill>
                  <a:schemeClr val="tx1"/>
                </a:solidFill>
              </a:rPr>
              <a:t>微分法</a:t>
            </a:r>
            <a:r>
              <a:rPr lang="en-US" altLang="zh-CN" sz="3200" dirty="0">
                <a:solidFill>
                  <a:schemeClr val="tx1"/>
                </a:solidFill>
              </a:rPr>
              <a:t>, </a:t>
            </a:r>
            <a:r>
              <a:rPr lang="zh-CN" altLang="en-US" sz="3200" dirty="0">
                <a:solidFill>
                  <a:schemeClr val="tx1"/>
                </a:solidFill>
              </a:rPr>
              <a:t>求导数</a:t>
            </a:r>
            <a:r>
              <a:rPr lang="en-US" altLang="zh-CN" sz="3200" dirty="0">
                <a:solidFill>
                  <a:schemeClr val="tx1"/>
                </a:solidFill>
              </a:rPr>
              <a:t>)</a:t>
            </a:r>
          </a:p>
        </p:txBody>
      </p:sp>
      <p:sp>
        <p:nvSpPr>
          <p:cNvPr id="305159" name="Text Box 7"/>
          <p:cNvSpPr txBox="1">
            <a:spLocks noChangeArrowheads="1"/>
          </p:cNvSpPr>
          <p:nvPr/>
        </p:nvSpPr>
        <p:spPr bwMode="auto">
          <a:xfrm>
            <a:off x="107950" y="3357563"/>
            <a:ext cx="9147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r>
              <a:rPr lang="en-US" altLang="zh-CN" sz="2800">
                <a:solidFill>
                  <a:schemeClr val="tx1"/>
                </a:solidFill>
              </a:rPr>
              <a:t>The mathematical definition of the derivative of a function </a:t>
            </a:r>
            <a:endParaRPr lang="zh-CN" altLang="en-US" sz="2800">
              <a:solidFill>
                <a:schemeClr val="tx1"/>
              </a:solidFill>
            </a:endParaRPr>
          </a:p>
        </p:txBody>
      </p:sp>
      <p:sp>
        <p:nvSpPr>
          <p:cNvPr id="3077" name="Rectangle 10"/>
          <p:cNvSpPr>
            <a:spLocks noChangeArrowheads="1"/>
          </p:cNvSpPr>
          <p:nvPr/>
        </p:nvSpPr>
        <p:spPr bwMode="auto">
          <a:xfrm>
            <a:off x="152400" y="228600"/>
            <a:ext cx="83820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lnSpc>
                <a:spcPct val="140000"/>
              </a:lnSpc>
              <a:spcBef>
                <a:spcPct val="50000"/>
              </a:spcBef>
            </a:pPr>
            <a:r>
              <a:rPr kumimoji="1" lang="zh-CN" altLang="en-US" sz="3200">
                <a:solidFill>
                  <a:schemeClr val="tx1"/>
                </a:solidFill>
              </a:rPr>
              <a:t>第二章: </a:t>
            </a:r>
            <a:r>
              <a:rPr lang="en-US" altLang="zh-CN" sz="3200">
                <a:solidFill>
                  <a:schemeClr val="tx1"/>
                </a:solidFill>
              </a:rPr>
              <a:t>Numerical differentiation</a:t>
            </a:r>
            <a:endParaRPr lang="zh-CN" altLang="en-US" sz="3200">
              <a:solidFill>
                <a:schemeClr val="tx1"/>
              </a:solidFill>
            </a:endParaRPr>
          </a:p>
        </p:txBody>
      </p:sp>
      <p:graphicFrame>
        <p:nvGraphicFramePr>
          <p:cNvPr id="3078" name="Object 11"/>
          <p:cNvGraphicFramePr>
            <a:graphicFrameLocks noChangeAspect="1"/>
          </p:cNvGraphicFramePr>
          <p:nvPr/>
        </p:nvGraphicFramePr>
        <p:xfrm>
          <a:off x="4681538" y="1916113"/>
          <a:ext cx="862012" cy="992187"/>
        </p:xfrm>
        <a:graphic>
          <a:graphicData uri="http://schemas.openxmlformats.org/presentationml/2006/ole">
            <mc:AlternateContent xmlns:mc="http://schemas.openxmlformats.org/markup-compatibility/2006">
              <mc:Choice xmlns:v="urn:schemas-microsoft-com:vml" Requires="v">
                <p:oleObj spid="_x0000_s5162" name="Equation" r:id="rId3" imgW="164957" imgH="203024" progId="Equation.3">
                  <p:embed/>
                </p:oleObj>
              </mc:Choice>
              <mc:Fallback>
                <p:oleObj name="Equation" r:id="rId3"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1538" y="1916113"/>
                        <a:ext cx="862012"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9" name="Object 12"/>
          <p:cNvGraphicFramePr>
            <a:graphicFrameLocks noChangeAspect="1"/>
          </p:cNvGraphicFramePr>
          <p:nvPr>
            <p:extLst>
              <p:ext uri="{D42A27DB-BD31-4B8C-83A1-F6EECF244321}">
                <p14:modId xmlns:p14="http://schemas.microsoft.com/office/powerpoint/2010/main" val="3687239277"/>
              </p:ext>
            </p:extLst>
          </p:nvPr>
        </p:nvGraphicFramePr>
        <p:xfrm>
          <a:off x="6254750" y="1781175"/>
          <a:ext cx="1193800" cy="1177925"/>
        </p:xfrm>
        <a:graphic>
          <a:graphicData uri="http://schemas.openxmlformats.org/presentationml/2006/ole">
            <mc:AlternateContent xmlns:mc="http://schemas.openxmlformats.org/markup-compatibility/2006">
              <mc:Choice xmlns:v="urn:schemas-microsoft-com:vml" Requires="v">
                <p:oleObj spid="_x0000_s5163" name="公式" r:id="rId5" imgW="228600" imgH="241200" progId="Equation.3">
                  <p:embed/>
                </p:oleObj>
              </mc:Choice>
              <mc:Fallback>
                <p:oleObj name="公式" r:id="rId5" imgW="228600" imgH="241200" progId="Equation.3">
                  <p:embed/>
                  <p:pic>
                    <p:nvPicPr>
                      <p:cNvPr id="0" name=""/>
                      <p:cNvPicPr>
                        <a:picLocks noChangeAspect="1" noChangeArrowheads="1"/>
                      </p:cNvPicPr>
                      <p:nvPr/>
                    </p:nvPicPr>
                    <p:blipFill>
                      <a:blip r:embed="rId6"/>
                      <a:srcRect/>
                      <a:stretch>
                        <a:fillRect/>
                      </a:stretch>
                    </p:blipFill>
                    <p:spPr bwMode="auto">
                      <a:xfrm>
                        <a:off x="6254750" y="1781175"/>
                        <a:ext cx="11938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80" name="对象 1"/>
          <p:cNvGraphicFramePr>
            <a:graphicFrameLocks noChangeAspect="1"/>
          </p:cNvGraphicFramePr>
          <p:nvPr/>
        </p:nvGraphicFramePr>
        <p:xfrm>
          <a:off x="2130425" y="2170113"/>
          <a:ext cx="1314450" cy="682625"/>
        </p:xfrm>
        <a:graphic>
          <a:graphicData uri="http://schemas.openxmlformats.org/presentationml/2006/ole">
            <mc:AlternateContent xmlns:mc="http://schemas.openxmlformats.org/markup-compatibility/2006">
              <mc:Choice xmlns:v="urn:schemas-microsoft-com:vml" Requires="v">
                <p:oleObj spid="_x0000_s5164" name="公式" r:id="rId7" imgW="355446" imgH="241195" progId="Equation.3">
                  <p:embed/>
                </p:oleObj>
              </mc:Choice>
              <mc:Fallback>
                <p:oleObj name="公式" r:id="rId7" imgW="355446" imgH="24119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0425" y="2170113"/>
                        <a:ext cx="13144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971550" y="5318125"/>
          <a:ext cx="5856288" cy="1112838"/>
        </p:xfrm>
        <a:graphic>
          <a:graphicData uri="http://schemas.openxmlformats.org/presentationml/2006/ole">
            <mc:AlternateContent xmlns:mc="http://schemas.openxmlformats.org/markup-compatibility/2006">
              <mc:Choice xmlns:v="urn:schemas-microsoft-com:vml" Requires="v">
                <p:oleObj spid="_x0000_s5165" name="公式" r:id="rId9" imgW="1586811" imgH="393529" progId="Equation.3">
                  <p:embed/>
                </p:oleObj>
              </mc:Choice>
              <mc:Fallback>
                <p:oleObj name="公式" r:id="rId9" imgW="1586811"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5318125"/>
                        <a:ext cx="5856288" cy="1112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组合 2"/>
          <p:cNvGrpSpPr>
            <a:grpSpLocks/>
          </p:cNvGrpSpPr>
          <p:nvPr/>
        </p:nvGrpSpPr>
        <p:grpSpPr bwMode="auto">
          <a:xfrm>
            <a:off x="755650" y="4076700"/>
            <a:ext cx="6918325" cy="1241425"/>
            <a:chOff x="611560" y="4419600"/>
            <a:chExt cx="6917953" cy="1241425"/>
          </a:xfrm>
        </p:grpSpPr>
        <p:pic>
          <p:nvPicPr>
            <p:cNvPr id="3083"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5513" y="4419600"/>
              <a:ext cx="5334000" cy="124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084" name="对象 14"/>
            <p:cNvGraphicFramePr>
              <a:graphicFrameLocks noChangeAspect="1"/>
            </p:cNvGraphicFramePr>
            <p:nvPr/>
          </p:nvGraphicFramePr>
          <p:xfrm>
            <a:off x="611560" y="4762599"/>
            <a:ext cx="1782763" cy="682625"/>
          </p:xfrm>
          <a:graphic>
            <a:graphicData uri="http://schemas.openxmlformats.org/presentationml/2006/ole">
              <mc:AlternateContent xmlns:mc="http://schemas.openxmlformats.org/markup-compatibility/2006">
                <mc:Choice xmlns:v="urn:schemas-microsoft-com:vml" Requires="v">
                  <p:oleObj spid="_x0000_s5166" name="公式" r:id="rId12" imgW="482391" imgH="241195" progId="Equation.3">
                    <p:embed/>
                  </p:oleObj>
                </mc:Choice>
                <mc:Fallback>
                  <p:oleObj name="公式" r:id="rId12" imgW="482391" imgH="241195"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1560" y="4762599"/>
                          <a:ext cx="1782763"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24897104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5159"/>
                                        </p:tgtEl>
                                        <p:attrNameLst>
                                          <p:attrName>style.visibility</p:attrName>
                                        </p:attrNameLst>
                                      </p:cBhvr>
                                      <p:to>
                                        <p:strVal val="visible"/>
                                      </p:to>
                                    </p:set>
                                    <p:anim calcmode="lin" valueType="num">
                                      <p:cBhvr additive="base">
                                        <p:cTn id="7" dur="500" fill="hold"/>
                                        <p:tgtEl>
                                          <p:spTgt spid="305159"/>
                                        </p:tgtEl>
                                        <p:attrNameLst>
                                          <p:attrName>ppt_x</p:attrName>
                                        </p:attrNameLst>
                                      </p:cBhvr>
                                      <p:tavLst>
                                        <p:tav tm="0">
                                          <p:val>
                                            <p:strVal val="0-#ppt_w/2"/>
                                          </p:val>
                                        </p:tav>
                                        <p:tav tm="100000">
                                          <p:val>
                                            <p:strVal val="#ppt_x"/>
                                          </p:val>
                                        </p:tav>
                                      </p:tavLst>
                                    </p:anim>
                                    <p:anim calcmode="lin" valueType="num">
                                      <p:cBhvr additive="base">
                                        <p:cTn id="8" dur="500" fill="hold"/>
                                        <p:tgtEl>
                                          <p:spTgt spid="305159"/>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9"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D624DE9B-B36B-4CF1-BA0C-0CA83650DF70}" type="slidenum">
              <a:rPr lang="zh-CN" altLang="en-US"/>
              <a:pPr>
                <a:defRPr/>
              </a:pPr>
              <a:t>2</a:t>
            </a:fld>
            <a:endParaRPr lang="en-US" altLang="zh-CN"/>
          </a:p>
        </p:txBody>
      </p:sp>
      <p:graphicFrame>
        <p:nvGraphicFramePr>
          <p:cNvPr id="291842" name="Object 2"/>
          <p:cNvGraphicFramePr>
            <a:graphicFrameLocks noChangeAspect="1"/>
          </p:cNvGraphicFramePr>
          <p:nvPr/>
        </p:nvGraphicFramePr>
        <p:xfrm>
          <a:off x="1403350" y="1198563"/>
          <a:ext cx="4638675" cy="1112837"/>
        </p:xfrm>
        <a:graphic>
          <a:graphicData uri="http://schemas.openxmlformats.org/presentationml/2006/ole">
            <mc:AlternateContent xmlns:mc="http://schemas.openxmlformats.org/markup-compatibility/2006">
              <mc:Choice xmlns:v="urn:schemas-microsoft-com:vml" Requires="v">
                <p:oleObj spid="_x0000_s6194" name="公式" r:id="rId3" imgW="1256755" imgH="393529" progId="Equation.3">
                  <p:embed/>
                </p:oleObj>
              </mc:Choice>
              <mc:Fallback>
                <p:oleObj name="公式" r:id="rId3" imgW="1256755"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198563"/>
                        <a:ext cx="4638675" cy="1112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3" name="Object 3"/>
          <p:cNvGraphicFramePr>
            <a:graphicFrameLocks noChangeAspect="1"/>
          </p:cNvGraphicFramePr>
          <p:nvPr/>
        </p:nvGraphicFramePr>
        <p:xfrm>
          <a:off x="6804025" y="1268413"/>
          <a:ext cx="1274763" cy="541337"/>
        </p:xfrm>
        <a:graphic>
          <a:graphicData uri="http://schemas.openxmlformats.org/presentationml/2006/ole">
            <mc:AlternateContent xmlns:mc="http://schemas.openxmlformats.org/markup-compatibility/2006">
              <mc:Choice xmlns:v="urn:schemas-microsoft-com:vml" Requires="v">
                <p:oleObj spid="_x0000_s6195" name="Equation" r:id="rId5" imgW="634725" imgH="228501" progId="Equation.3">
                  <p:embed/>
                </p:oleObj>
              </mc:Choice>
              <mc:Fallback>
                <p:oleObj name="Equation" r:id="rId5" imgW="634725"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1268413"/>
                        <a:ext cx="1274763"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4" name="Object 4"/>
          <p:cNvGraphicFramePr>
            <a:graphicFrameLocks noChangeAspect="1"/>
          </p:cNvGraphicFramePr>
          <p:nvPr/>
        </p:nvGraphicFramePr>
        <p:xfrm>
          <a:off x="611188" y="4889500"/>
          <a:ext cx="3619500" cy="1116013"/>
        </p:xfrm>
        <a:graphic>
          <a:graphicData uri="http://schemas.openxmlformats.org/presentationml/2006/ole">
            <mc:AlternateContent xmlns:mc="http://schemas.openxmlformats.org/markup-compatibility/2006">
              <mc:Choice xmlns:v="urn:schemas-microsoft-com:vml" Requires="v">
                <p:oleObj spid="_x0000_s6196" name="Equation" r:id="rId7" imgW="1320227" imgH="393529" progId="Equation.3">
                  <p:embed/>
                </p:oleObj>
              </mc:Choice>
              <mc:Fallback>
                <p:oleObj name="Equation" r:id="rId7" imgW="1320227"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4889500"/>
                        <a:ext cx="3619500" cy="111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5" name="Object 5"/>
          <p:cNvGraphicFramePr>
            <a:graphicFrameLocks noChangeAspect="1"/>
          </p:cNvGraphicFramePr>
          <p:nvPr/>
        </p:nvGraphicFramePr>
        <p:xfrm>
          <a:off x="6588125" y="1916113"/>
          <a:ext cx="1879600" cy="469900"/>
        </p:xfrm>
        <a:graphic>
          <a:graphicData uri="http://schemas.openxmlformats.org/presentationml/2006/ole">
            <mc:AlternateContent xmlns:mc="http://schemas.openxmlformats.org/markup-compatibility/2006">
              <mc:Choice xmlns:v="urn:schemas-microsoft-com:vml" Requires="v">
                <p:oleObj spid="_x0000_s6197" name="Equation" r:id="rId9" imgW="418918" imgH="177723" progId="Equation.3">
                  <p:embed/>
                </p:oleObj>
              </mc:Choice>
              <mc:Fallback>
                <p:oleObj name="Equation" r:id="rId9" imgW="418918" imgH="17772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8125" y="1916113"/>
                        <a:ext cx="18796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7" name="Text Box 7"/>
          <p:cNvSpPr txBox="1">
            <a:spLocks noChangeArrowheads="1"/>
          </p:cNvSpPr>
          <p:nvPr/>
        </p:nvSpPr>
        <p:spPr bwMode="auto">
          <a:xfrm>
            <a:off x="684213" y="6021388"/>
            <a:ext cx="7489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2800" b="0">
                <a:solidFill>
                  <a:schemeClr val="tx1"/>
                </a:solidFill>
                <a:ea typeface="宋体" pitchFamily="2" charset="-122"/>
              </a:rPr>
              <a:t>The two-point formula for the first-order derivative</a:t>
            </a:r>
          </a:p>
        </p:txBody>
      </p:sp>
      <p:sp>
        <p:nvSpPr>
          <p:cNvPr id="4104" name="Text Box 9"/>
          <p:cNvSpPr txBox="1">
            <a:spLocks noChangeArrowheads="1"/>
          </p:cNvSpPr>
          <p:nvPr/>
        </p:nvSpPr>
        <p:spPr bwMode="auto">
          <a:xfrm>
            <a:off x="250825" y="404813"/>
            <a:ext cx="4392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r>
              <a:rPr kumimoji="1" lang="en-US" altLang="zh-CN" sz="2800">
                <a:solidFill>
                  <a:schemeClr val="tx1"/>
                </a:solidFill>
                <a:ea typeface="宋体" pitchFamily="2" charset="-122"/>
              </a:rPr>
              <a:t>The first-order derivative</a:t>
            </a:r>
            <a:endParaRPr kumimoji="1" lang="zh-CN" altLang="en-US" sz="2800">
              <a:solidFill>
                <a:schemeClr val="tx1"/>
              </a:solidFill>
              <a:ea typeface="宋体" pitchFamily="2" charset="-122"/>
            </a:endParaRPr>
          </a:p>
        </p:txBody>
      </p:sp>
      <p:pic>
        <p:nvPicPr>
          <p:cNvPr id="4105"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8200" y="152400"/>
            <a:ext cx="4495800" cy="10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91851" name="Object 11"/>
          <p:cNvGraphicFramePr>
            <a:graphicFrameLocks noChangeAspect="1"/>
          </p:cNvGraphicFramePr>
          <p:nvPr/>
        </p:nvGraphicFramePr>
        <p:xfrm>
          <a:off x="179388" y="3644900"/>
          <a:ext cx="8915400" cy="1054100"/>
        </p:xfrm>
        <a:graphic>
          <a:graphicData uri="http://schemas.openxmlformats.org/presentationml/2006/ole">
            <mc:AlternateContent xmlns:mc="http://schemas.openxmlformats.org/markup-compatibility/2006">
              <mc:Choice xmlns:v="urn:schemas-microsoft-com:vml" Requires="v">
                <p:oleObj spid="_x0000_s6198" name="Equation" r:id="rId12" imgW="3213100" imgH="419100" progId="Equation.3">
                  <p:embed/>
                </p:oleObj>
              </mc:Choice>
              <mc:Fallback>
                <p:oleObj name="Equation" r:id="rId12" imgW="3213100" imgH="4191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3644900"/>
                        <a:ext cx="8915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52" name="Object 12"/>
          <p:cNvGraphicFramePr>
            <a:graphicFrameLocks noChangeAspect="1"/>
          </p:cNvGraphicFramePr>
          <p:nvPr/>
        </p:nvGraphicFramePr>
        <p:xfrm>
          <a:off x="395288" y="2730500"/>
          <a:ext cx="8610600" cy="914400"/>
        </p:xfrm>
        <a:graphic>
          <a:graphicData uri="http://schemas.openxmlformats.org/presentationml/2006/ole">
            <mc:AlternateContent xmlns:mc="http://schemas.openxmlformats.org/markup-compatibility/2006">
              <mc:Choice xmlns:v="urn:schemas-microsoft-com:vml" Requires="v">
                <p:oleObj spid="_x0000_s6199" name="Equation" r:id="rId14" imgW="3479800" imgH="419100" progId="Equation.3">
                  <p:embed/>
                </p:oleObj>
              </mc:Choice>
              <mc:Fallback>
                <p:oleObj name="Equation" r:id="rId14" imgW="3479800" imgH="4191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288" y="2730500"/>
                        <a:ext cx="8610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23163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1852"/>
                                        </p:tgtEl>
                                        <p:attrNameLst>
                                          <p:attrName>style.visibility</p:attrName>
                                        </p:attrNameLst>
                                      </p:cBhvr>
                                      <p:to>
                                        <p:strVal val="visible"/>
                                      </p:to>
                                    </p:set>
                                    <p:anim calcmode="lin" valueType="num">
                                      <p:cBhvr additive="base">
                                        <p:cTn id="7" dur="500" fill="hold"/>
                                        <p:tgtEl>
                                          <p:spTgt spid="291852"/>
                                        </p:tgtEl>
                                        <p:attrNameLst>
                                          <p:attrName>ppt_x</p:attrName>
                                        </p:attrNameLst>
                                      </p:cBhvr>
                                      <p:tavLst>
                                        <p:tav tm="0">
                                          <p:val>
                                            <p:strVal val="#ppt_x"/>
                                          </p:val>
                                        </p:tav>
                                        <p:tav tm="100000">
                                          <p:val>
                                            <p:strVal val="#ppt_x"/>
                                          </p:val>
                                        </p:tav>
                                      </p:tavLst>
                                    </p:anim>
                                    <p:anim calcmode="lin" valueType="num">
                                      <p:cBhvr additive="base">
                                        <p:cTn id="8" dur="500" fill="hold"/>
                                        <p:tgtEl>
                                          <p:spTgt spid="291852"/>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91851"/>
                                        </p:tgtEl>
                                        <p:attrNameLst>
                                          <p:attrName>style.visibility</p:attrName>
                                        </p:attrNameLst>
                                      </p:cBhvr>
                                      <p:to>
                                        <p:strVal val="visible"/>
                                      </p:to>
                                    </p:set>
                                    <p:anim calcmode="lin" valueType="num">
                                      <p:cBhvr additive="base">
                                        <p:cTn id="11" dur="500" fill="hold"/>
                                        <p:tgtEl>
                                          <p:spTgt spid="291851"/>
                                        </p:tgtEl>
                                        <p:attrNameLst>
                                          <p:attrName>ppt_x</p:attrName>
                                        </p:attrNameLst>
                                      </p:cBhvr>
                                      <p:tavLst>
                                        <p:tav tm="0">
                                          <p:val>
                                            <p:strVal val="0-#ppt_w/2"/>
                                          </p:val>
                                        </p:tav>
                                        <p:tav tm="100000">
                                          <p:val>
                                            <p:strVal val="#ppt_x"/>
                                          </p:val>
                                        </p:tav>
                                      </p:tavLst>
                                    </p:anim>
                                    <p:anim calcmode="lin" valueType="num">
                                      <p:cBhvr additive="base">
                                        <p:cTn id="12" dur="500" fill="hold"/>
                                        <p:tgtEl>
                                          <p:spTgt spid="29185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91844"/>
                                        </p:tgtEl>
                                        <p:attrNameLst>
                                          <p:attrName>style.visibility</p:attrName>
                                        </p:attrNameLst>
                                      </p:cBhvr>
                                      <p:to>
                                        <p:strVal val="visible"/>
                                      </p:to>
                                    </p:set>
                                    <p:anim calcmode="lin" valueType="num">
                                      <p:cBhvr additive="base">
                                        <p:cTn id="17" dur="500" fill="hold"/>
                                        <p:tgtEl>
                                          <p:spTgt spid="291844"/>
                                        </p:tgtEl>
                                        <p:attrNameLst>
                                          <p:attrName>ppt_x</p:attrName>
                                        </p:attrNameLst>
                                      </p:cBhvr>
                                      <p:tavLst>
                                        <p:tav tm="0">
                                          <p:val>
                                            <p:strVal val="0-#ppt_w/2"/>
                                          </p:val>
                                        </p:tav>
                                        <p:tav tm="100000">
                                          <p:val>
                                            <p:strVal val="#ppt_x"/>
                                          </p:val>
                                        </p:tav>
                                      </p:tavLst>
                                    </p:anim>
                                    <p:anim calcmode="lin" valueType="num">
                                      <p:cBhvr additive="base">
                                        <p:cTn id="18" dur="500" fill="hold"/>
                                        <p:tgtEl>
                                          <p:spTgt spid="29184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91847"/>
                                        </p:tgtEl>
                                        <p:attrNameLst>
                                          <p:attrName>style.visibility</p:attrName>
                                        </p:attrNameLst>
                                      </p:cBhvr>
                                      <p:to>
                                        <p:strVal val="visible"/>
                                      </p:to>
                                    </p:set>
                                    <p:anim calcmode="lin" valueType="num">
                                      <p:cBhvr additive="base">
                                        <p:cTn id="23" dur="500" fill="hold"/>
                                        <p:tgtEl>
                                          <p:spTgt spid="291847"/>
                                        </p:tgtEl>
                                        <p:attrNameLst>
                                          <p:attrName>ppt_x</p:attrName>
                                        </p:attrNameLst>
                                      </p:cBhvr>
                                      <p:tavLst>
                                        <p:tav tm="0">
                                          <p:val>
                                            <p:strVal val="0-#ppt_w/2"/>
                                          </p:val>
                                        </p:tav>
                                        <p:tav tm="100000">
                                          <p:val>
                                            <p:strVal val="#ppt_x"/>
                                          </p:val>
                                        </p:tav>
                                      </p:tavLst>
                                    </p:anim>
                                    <p:anim calcmode="lin" valueType="num">
                                      <p:cBhvr additive="base">
                                        <p:cTn id="24" dur="500" fill="hold"/>
                                        <p:tgtEl>
                                          <p:spTgt spid="291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0C66AEF-854B-4140-8654-4780CCB613E9}" type="slidenum">
              <a:rPr lang="zh-CN" altLang="en-US"/>
              <a:pPr>
                <a:defRPr/>
              </a:pPr>
              <a:t>3</a:t>
            </a:fld>
            <a:endParaRPr lang="en-US" altLang="zh-CN"/>
          </a:p>
        </p:txBody>
      </p:sp>
      <p:graphicFrame>
        <p:nvGraphicFramePr>
          <p:cNvPr id="5123" name="Object 2"/>
          <p:cNvGraphicFramePr>
            <a:graphicFrameLocks noChangeAspect="1"/>
          </p:cNvGraphicFramePr>
          <p:nvPr/>
        </p:nvGraphicFramePr>
        <p:xfrm>
          <a:off x="250825" y="1989138"/>
          <a:ext cx="3352800" cy="1033462"/>
        </p:xfrm>
        <a:graphic>
          <a:graphicData uri="http://schemas.openxmlformats.org/presentationml/2006/ole">
            <mc:AlternateContent xmlns:mc="http://schemas.openxmlformats.org/markup-compatibility/2006">
              <mc:Choice xmlns:v="urn:schemas-microsoft-com:vml" Requires="v">
                <p:oleObj spid="_x0000_s7224" name="Equation" r:id="rId3" imgW="1320227" imgH="393529" progId="Equation.3">
                  <p:embed/>
                </p:oleObj>
              </mc:Choice>
              <mc:Fallback>
                <p:oleObj name="Equation" r:id="rId3" imgW="1320227"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989138"/>
                        <a:ext cx="3352800"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3"/>
          <p:cNvGraphicFramePr>
            <a:graphicFrameLocks noChangeAspect="1"/>
          </p:cNvGraphicFramePr>
          <p:nvPr/>
        </p:nvGraphicFramePr>
        <p:xfrm>
          <a:off x="539750" y="549275"/>
          <a:ext cx="7696200" cy="1138238"/>
        </p:xfrm>
        <a:graphic>
          <a:graphicData uri="http://schemas.openxmlformats.org/presentationml/2006/ole">
            <mc:AlternateContent xmlns:mc="http://schemas.openxmlformats.org/markup-compatibility/2006">
              <mc:Choice xmlns:v="urn:schemas-microsoft-com:vml" Requires="v">
                <p:oleObj spid="_x0000_s7225" name="Equation" r:id="rId5" imgW="3213100" imgH="419100" progId="Equation.3">
                  <p:embed/>
                </p:oleObj>
              </mc:Choice>
              <mc:Fallback>
                <p:oleObj name="Equation" r:id="rId5" imgW="32131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549275"/>
                        <a:ext cx="76962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0148" name="Object 4"/>
          <p:cNvGraphicFramePr>
            <a:graphicFrameLocks noChangeAspect="1"/>
          </p:cNvGraphicFramePr>
          <p:nvPr/>
        </p:nvGraphicFramePr>
        <p:xfrm>
          <a:off x="4716463" y="2133600"/>
          <a:ext cx="4114800" cy="839788"/>
        </p:xfrm>
        <a:graphic>
          <a:graphicData uri="http://schemas.openxmlformats.org/presentationml/2006/ole">
            <mc:AlternateContent xmlns:mc="http://schemas.openxmlformats.org/markup-compatibility/2006">
              <mc:Choice xmlns:v="urn:schemas-microsoft-com:vml" Requires="v">
                <p:oleObj spid="_x0000_s7226" name="Equation" r:id="rId7" imgW="990600" imgH="228600" progId="Equation.3">
                  <p:embed/>
                </p:oleObj>
              </mc:Choice>
              <mc:Fallback>
                <p:oleObj name="Equation" r:id="rId7" imgW="990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6463" y="2133600"/>
                        <a:ext cx="411480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0149" name="Object 5"/>
          <p:cNvGraphicFramePr>
            <a:graphicFrameLocks noChangeAspect="1"/>
          </p:cNvGraphicFramePr>
          <p:nvPr/>
        </p:nvGraphicFramePr>
        <p:xfrm>
          <a:off x="395288" y="4292600"/>
          <a:ext cx="8569325" cy="1101725"/>
        </p:xfrm>
        <a:graphic>
          <a:graphicData uri="http://schemas.openxmlformats.org/presentationml/2006/ole">
            <mc:AlternateContent xmlns:mc="http://schemas.openxmlformats.org/markup-compatibility/2006">
              <mc:Choice xmlns:v="urn:schemas-microsoft-com:vml" Requires="v">
                <p:oleObj spid="_x0000_s7227" name="Equation" r:id="rId9" imgW="3200400" imgH="419100" progId="Equation.3">
                  <p:embed/>
                </p:oleObj>
              </mc:Choice>
              <mc:Fallback>
                <p:oleObj name="Equation" r:id="rId9" imgW="32004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4292600"/>
                        <a:ext cx="8569325"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0150" name="Object 6"/>
          <p:cNvGraphicFramePr>
            <a:graphicFrameLocks noChangeAspect="1"/>
          </p:cNvGraphicFramePr>
          <p:nvPr>
            <p:extLst>
              <p:ext uri="{D42A27DB-BD31-4B8C-83A1-F6EECF244321}">
                <p14:modId xmlns:p14="http://schemas.microsoft.com/office/powerpoint/2010/main" val="2563688285"/>
              </p:ext>
            </p:extLst>
          </p:nvPr>
        </p:nvGraphicFramePr>
        <p:xfrm>
          <a:off x="755576" y="5517232"/>
          <a:ext cx="3352800" cy="1033463"/>
        </p:xfrm>
        <a:graphic>
          <a:graphicData uri="http://schemas.openxmlformats.org/presentationml/2006/ole">
            <mc:AlternateContent xmlns:mc="http://schemas.openxmlformats.org/markup-compatibility/2006">
              <mc:Choice xmlns:v="urn:schemas-microsoft-com:vml" Requires="v">
                <p:oleObj spid="_x0000_s7228" name="公式" r:id="rId11" imgW="1320227" imgH="393529" progId="Equation.3">
                  <p:embed/>
                </p:oleObj>
              </mc:Choice>
              <mc:Fallback>
                <p:oleObj name="公式" r:id="rId11" imgW="1320227" imgH="39352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576" y="5517232"/>
                        <a:ext cx="3352800"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0152" name="Object 8"/>
          <p:cNvGraphicFramePr>
            <a:graphicFrameLocks noChangeAspect="1"/>
          </p:cNvGraphicFramePr>
          <p:nvPr/>
        </p:nvGraphicFramePr>
        <p:xfrm>
          <a:off x="250825" y="3213100"/>
          <a:ext cx="8580438" cy="914400"/>
        </p:xfrm>
        <a:graphic>
          <a:graphicData uri="http://schemas.openxmlformats.org/presentationml/2006/ole">
            <mc:AlternateContent xmlns:mc="http://schemas.openxmlformats.org/markup-compatibility/2006">
              <mc:Choice xmlns:v="urn:schemas-microsoft-com:vml" Requires="v">
                <p:oleObj spid="_x0000_s7229" name="Equation" r:id="rId13" imgW="3467100" imgH="419100" progId="Equation.3">
                  <p:embed/>
                </p:oleObj>
              </mc:Choice>
              <mc:Fallback>
                <p:oleObj name="Equation" r:id="rId13" imgW="3467100" imgH="4191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825" y="3213100"/>
                        <a:ext cx="85804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73455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0148"/>
                                        </p:tgtEl>
                                        <p:attrNameLst>
                                          <p:attrName>style.visibility</p:attrName>
                                        </p:attrNameLst>
                                      </p:cBhvr>
                                      <p:to>
                                        <p:strVal val="visible"/>
                                      </p:to>
                                    </p:set>
                                    <p:anim calcmode="lin" valueType="num">
                                      <p:cBhvr additive="base">
                                        <p:cTn id="7" dur="500" fill="hold"/>
                                        <p:tgtEl>
                                          <p:spTgt spid="390148"/>
                                        </p:tgtEl>
                                        <p:attrNameLst>
                                          <p:attrName>ppt_x</p:attrName>
                                        </p:attrNameLst>
                                      </p:cBhvr>
                                      <p:tavLst>
                                        <p:tav tm="0">
                                          <p:val>
                                            <p:strVal val="#ppt_x"/>
                                          </p:val>
                                        </p:tav>
                                        <p:tav tm="100000">
                                          <p:val>
                                            <p:strVal val="#ppt_x"/>
                                          </p:val>
                                        </p:tav>
                                      </p:tavLst>
                                    </p:anim>
                                    <p:anim calcmode="lin" valueType="num">
                                      <p:cBhvr additive="base">
                                        <p:cTn id="8" dur="500" fill="hold"/>
                                        <p:tgtEl>
                                          <p:spTgt spid="3901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0152"/>
                                        </p:tgtEl>
                                        <p:attrNameLst>
                                          <p:attrName>style.visibility</p:attrName>
                                        </p:attrNameLst>
                                      </p:cBhvr>
                                      <p:to>
                                        <p:strVal val="visible"/>
                                      </p:to>
                                    </p:set>
                                    <p:anim calcmode="lin" valueType="num">
                                      <p:cBhvr additive="base">
                                        <p:cTn id="13" dur="500" fill="hold"/>
                                        <p:tgtEl>
                                          <p:spTgt spid="390152"/>
                                        </p:tgtEl>
                                        <p:attrNameLst>
                                          <p:attrName>ppt_x</p:attrName>
                                        </p:attrNameLst>
                                      </p:cBhvr>
                                      <p:tavLst>
                                        <p:tav tm="0">
                                          <p:val>
                                            <p:strVal val="#ppt_x"/>
                                          </p:val>
                                        </p:tav>
                                        <p:tav tm="100000">
                                          <p:val>
                                            <p:strVal val="#ppt_x"/>
                                          </p:val>
                                        </p:tav>
                                      </p:tavLst>
                                    </p:anim>
                                    <p:anim calcmode="lin" valueType="num">
                                      <p:cBhvr additive="base">
                                        <p:cTn id="14" dur="500" fill="hold"/>
                                        <p:tgtEl>
                                          <p:spTgt spid="3901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90149"/>
                                        </p:tgtEl>
                                        <p:attrNameLst>
                                          <p:attrName>style.visibility</p:attrName>
                                        </p:attrNameLst>
                                      </p:cBhvr>
                                      <p:to>
                                        <p:strVal val="visible"/>
                                      </p:to>
                                    </p:set>
                                    <p:anim calcmode="lin" valueType="num">
                                      <p:cBhvr additive="base">
                                        <p:cTn id="19" dur="500" fill="hold"/>
                                        <p:tgtEl>
                                          <p:spTgt spid="390149"/>
                                        </p:tgtEl>
                                        <p:attrNameLst>
                                          <p:attrName>ppt_x</p:attrName>
                                        </p:attrNameLst>
                                      </p:cBhvr>
                                      <p:tavLst>
                                        <p:tav tm="0">
                                          <p:val>
                                            <p:strVal val="0-#ppt_w/2"/>
                                          </p:val>
                                        </p:tav>
                                        <p:tav tm="100000">
                                          <p:val>
                                            <p:strVal val="#ppt_x"/>
                                          </p:val>
                                        </p:tav>
                                      </p:tavLst>
                                    </p:anim>
                                    <p:anim calcmode="lin" valueType="num">
                                      <p:cBhvr additive="base">
                                        <p:cTn id="20" dur="500" fill="hold"/>
                                        <p:tgtEl>
                                          <p:spTgt spid="3901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90150"/>
                                        </p:tgtEl>
                                        <p:attrNameLst>
                                          <p:attrName>style.visibility</p:attrName>
                                        </p:attrNameLst>
                                      </p:cBhvr>
                                      <p:to>
                                        <p:strVal val="visible"/>
                                      </p:to>
                                    </p:set>
                                    <p:anim calcmode="lin" valueType="num">
                                      <p:cBhvr additive="base">
                                        <p:cTn id="25" dur="500" fill="hold"/>
                                        <p:tgtEl>
                                          <p:spTgt spid="390150"/>
                                        </p:tgtEl>
                                        <p:attrNameLst>
                                          <p:attrName>ppt_x</p:attrName>
                                        </p:attrNameLst>
                                      </p:cBhvr>
                                      <p:tavLst>
                                        <p:tav tm="0">
                                          <p:val>
                                            <p:strVal val="0-#ppt_w/2"/>
                                          </p:val>
                                        </p:tav>
                                        <p:tav tm="100000">
                                          <p:val>
                                            <p:strVal val="#ppt_x"/>
                                          </p:val>
                                        </p:tav>
                                      </p:tavLst>
                                    </p:anim>
                                    <p:anim calcmode="lin" valueType="num">
                                      <p:cBhvr additive="base">
                                        <p:cTn id="26" dur="500" fill="hold"/>
                                        <p:tgtEl>
                                          <p:spTgt spid="3901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31AA812C-2623-467A-B34B-3C555CB38D3D}" type="slidenum">
              <a:rPr lang="zh-CN" altLang="en-US"/>
              <a:pPr>
                <a:defRPr/>
              </a:pPr>
              <a:t>4</a:t>
            </a:fld>
            <a:endParaRPr lang="en-US" altLang="zh-CN"/>
          </a:p>
        </p:txBody>
      </p:sp>
      <p:graphicFrame>
        <p:nvGraphicFramePr>
          <p:cNvPr id="496649" name="Object 9"/>
          <p:cNvGraphicFramePr>
            <a:graphicFrameLocks noChangeAspect="1"/>
          </p:cNvGraphicFramePr>
          <p:nvPr/>
        </p:nvGraphicFramePr>
        <p:xfrm>
          <a:off x="468313" y="836613"/>
          <a:ext cx="4178300" cy="1287462"/>
        </p:xfrm>
        <a:graphic>
          <a:graphicData uri="http://schemas.openxmlformats.org/presentationml/2006/ole">
            <mc:AlternateContent xmlns:mc="http://schemas.openxmlformats.org/markup-compatibility/2006">
              <mc:Choice xmlns:v="urn:schemas-microsoft-com:vml" Requires="v">
                <p:oleObj spid="_x0000_s8210" name="Equation" r:id="rId3" imgW="1320227" imgH="393529" progId="Equation.3">
                  <p:embed/>
                </p:oleObj>
              </mc:Choice>
              <mc:Fallback>
                <p:oleObj name="Equation" r:id="rId3" imgW="1320227"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836613"/>
                        <a:ext cx="4178300" cy="1287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6651" name="Object 11"/>
          <p:cNvGraphicFramePr>
            <a:graphicFrameLocks noChangeAspect="1"/>
          </p:cNvGraphicFramePr>
          <p:nvPr/>
        </p:nvGraphicFramePr>
        <p:xfrm>
          <a:off x="827088" y="2420938"/>
          <a:ext cx="3529012" cy="1087437"/>
        </p:xfrm>
        <a:graphic>
          <a:graphicData uri="http://schemas.openxmlformats.org/presentationml/2006/ole">
            <mc:AlternateContent xmlns:mc="http://schemas.openxmlformats.org/markup-compatibility/2006">
              <mc:Choice xmlns:v="urn:schemas-microsoft-com:vml" Requires="v">
                <p:oleObj spid="_x0000_s8211" name="公式" r:id="rId5" imgW="1320227" imgH="393529" progId="Equation.3">
                  <p:embed/>
                </p:oleObj>
              </mc:Choice>
              <mc:Fallback>
                <p:oleObj name="公式" r:id="rId5" imgW="1320227"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2420938"/>
                        <a:ext cx="3529012"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52"/>
          <p:cNvSpPr txBox="1">
            <a:spLocks noChangeArrowheads="1"/>
          </p:cNvSpPr>
          <p:nvPr/>
        </p:nvSpPr>
        <p:spPr bwMode="auto">
          <a:xfrm>
            <a:off x="2484438" y="4868863"/>
            <a:ext cx="5616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dirty="0">
                <a:solidFill>
                  <a:schemeClr val="tx1"/>
                </a:solidFill>
                <a:effectLst>
                  <a:outerShdw blurRad="38100" dist="38100" dir="2700000" algn="tl">
                    <a:srgbClr val="C0C0C0"/>
                  </a:outerShdw>
                </a:effectLst>
              </a:rPr>
              <a:t>一阶向前差分（简称差分）</a:t>
            </a:r>
          </a:p>
        </p:txBody>
      </p:sp>
      <p:sp>
        <p:nvSpPr>
          <p:cNvPr id="14" name="Text Box 52"/>
          <p:cNvSpPr txBox="1">
            <a:spLocks noChangeArrowheads="1"/>
          </p:cNvSpPr>
          <p:nvPr/>
        </p:nvSpPr>
        <p:spPr bwMode="auto">
          <a:xfrm>
            <a:off x="2484438" y="5516563"/>
            <a:ext cx="5616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dirty="0">
                <a:solidFill>
                  <a:schemeClr val="tx1"/>
                </a:solidFill>
                <a:effectLst>
                  <a:outerShdw blurRad="38100" dist="38100" dir="2700000" algn="tl">
                    <a:srgbClr val="C0C0C0"/>
                  </a:outerShdw>
                </a:effectLst>
              </a:rPr>
              <a:t>一阶向后差分</a:t>
            </a:r>
          </a:p>
        </p:txBody>
      </p:sp>
      <p:sp>
        <p:nvSpPr>
          <p:cNvPr id="2" name="矩形 1"/>
          <p:cNvSpPr/>
          <p:nvPr/>
        </p:nvSpPr>
        <p:spPr>
          <a:xfrm>
            <a:off x="2699792" y="4161991"/>
            <a:ext cx="1111202" cy="646331"/>
          </a:xfrm>
          <a:prstGeom prst="rect">
            <a:avLst/>
          </a:prstGeom>
        </p:spPr>
        <p:txBody>
          <a:bodyPr wrap="none">
            <a:spAutoFit/>
          </a:bodyPr>
          <a:lstStyle/>
          <a:p>
            <a:r>
              <a:rPr lang="zh-CN" altLang="en-US" sz="3600" dirty="0">
                <a:solidFill>
                  <a:srgbClr val="000000"/>
                </a:solidFill>
                <a:latin typeface="宋体" pitchFamily="2" charset="-122"/>
                <a:ea typeface="宋体" pitchFamily="2" charset="-122"/>
              </a:rPr>
              <a:t>差商</a:t>
            </a:r>
            <a:endParaRPr lang="zh-CN" altLang="en-US" sz="3600" dirty="0"/>
          </a:p>
        </p:txBody>
      </p:sp>
    </p:spTree>
    <p:extLst>
      <p:ext uri="{BB962C8B-B14F-4D97-AF65-F5344CB8AC3E}">
        <p14:creationId xmlns:p14="http://schemas.microsoft.com/office/powerpoint/2010/main" val="2986528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D3563F3B-0036-4082-8137-BF85DAD85338}" type="slidenum">
              <a:rPr lang="zh-CN" altLang="en-US"/>
              <a:pPr>
                <a:defRPr/>
              </a:pPr>
              <a:t>5</a:t>
            </a:fld>
            <a:endParaRPr lang="en-US" altLang="zh-CN"/>
          </a:p>
        </p:txBody>
      </p:sp>
      <p:sp>
        <p:nvSpPr>
          <p:cNvPr id="496642" name="Text Box 2"/>
          <p:cNvSpPr txBox="1">
            <a:spLocks noChangeArrowheads="1"/>
          </p:cNvSpPr>
          <p:nvPr/>
        </p:nvSpPr>
        <p:spPr bwMode="auto">
          <a:xfrm>
            <a:off x="179388" y="126841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Calculate the first derivative of</a:t>
            </a:r>
            <a:endParaRPr lang="zh-CN" altLang="en-US" sz="2800" b="0">
              <a:solidFill>
                <a:schemeClr val="tx1"/>
              </a:solidFill>
              <a:effectLst>
                <a:outerShdw blurRad="38100" dist="38100" dir="2700000" algn="tl">
                  <a:srgbClr val="C0C0C0"/>
                </a:outerShdw>
              </a:effectLst>
            </a:endParaRPr>
          </a:p>
        </p:txBody>
      </p:sp>
      <p:graphicFrame>
        <p:nvGraphicFramePr>
          <p:cNvPr id="7172" name="Object 3"/>
          <p:cNvGraphicFramePr>
            <a:graphicFrameLocks noChangeAspect="1"/>
          </p:cNvGraphicFramePr>
          <p:nvPr/>
        </p:nvGraphicFramePr>
        <p:xfrm>
          <a:off x="5795963" y="836613"/>
          <a:ext cx="877887" cy="1008062"/>
        </p:xfrm>
        <a:graphic>
          <a:graphicData uri="http://schemas.openxmlformats.org/presentationml/2006/ole">
            <mc:AlternateContent xmlns:mc="http://schemas.openxmlformats.org/markup-compatibility/2006">
              <mc:Choice xmlns:v="urn:schemas-microsoft-com:vml" Requires="v">
                <p:oleObj spid="_x0000_s9250" name="Equation" r:id="rId3" imgW="164957" imgH="203024" progId="Equation.3">
                  <p:embed/>
                </p:oleObj>
              </mc:Choice>
              <mc:Fallback>
                <p:oleObj name="Equation" r:id="rId3"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836613"/>
                        <a:ext cx="877887"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6645" name="Text Box 5"/>
          <p:cNvSpPr txBox="1">
            <a:spLocks noChangeArrowheads="1"/>
          </p:cNvSpPr>
          <p:nvPr/>
        </p:nvSpPr>
        <p:spPr bwMode="auto">
          <a:xfrm>
            <a:off x="6732588" y="1196975"/>
            <a:ext cx="2087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i="1" dirty="0">
                <a:solidFill>
                  <a:schemeClr val="tx1"/>
                </a:solidFill>
                <a:effectLst>
                  <a:outerShdw blurRad="38100" dist="38100" dir="2700000" algn="tl">
                    <a:srgbClr val="C0C0C0"/>
                  </a:outerShdw>
                </a:effectLst>
              </a:rPr>
              <a:t>When x= 2</a:t>
            </a:r>
          </a:p>
        </p:txBody>
      </p:sp>
      <p:sp>
        <p:nvSpPr>
          <p:cNvPr id="496646" name="Text Box 6"/>
          <p:cNvSpPr txBox="1">
            <a:spLocks noChangeArrowheads="1"/>
          </p:cNvSpPr>
          <p:nvPr/>
        </p:nvSpPr>
        <p:spPr bwMode="auto">
          <a:xfrm>
            <a:off x="900113" y="2205038"/>
            <a:ext cx="10874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a:solidFill>
                  <a:schemeClr val="tx1"/>
                </a:solidFill>
                <a:effectLst>
                  <a:outerShdw blurRad="38100" dist="38100" dir="2700000" algn="tl">
                    <a:srgbClr val="C0C0C0"/>
                  </a:outerShdw>
                </a:effectLst>
              </a:rPr>
              <a:t>exact</a:t>
            </a:r>
          </a:p>
        </p:txBody>
      </p:sp>
      <p:sp>
        <p:nvSpPr>
          <p:cNvPr id="496647" name="Text Box 7"/>
          <p:cNvSpPr txBox="1">
            <a:spLocks noChangeArrowheads="1"/>
          </p:cNvSpPr>
          <p:nvPr/>
        </p:nvSpPr>
        <p:spPr bwMode="auto">
          <a:xfrm>
            <a:off x="228600" y="457200"/>
            <a:ext cx="556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Example</a:t>
            </a:r>
            <a:endParaRPr lang="zh-CN" altLang="en-US" sz="2800" b="0">
              <a:solidFill>
                <a:schemeClr val="tx1"/>
              </a:solidFill>
              <a:effectLst>
                <a:outerShdw blurRad="38100" dist="38100" dir="2700000" algn="tl">
                  <a:srgbClr val="C0C0C0"/>
                </a:outerShdw>
              </a:effectLst>
            </a:endParaRPr>
          </a:p>
        </p:txBody>
      </p:sp>
      <p:graphicFrame>
        <p:nvGraphicFramePr>
          <p:cNvPr id="496648" name="Object 8"/>
          <p:cNvGraphicFramePr>
            <a:graphicFrameLocks noChangeAspect="1"/>
          </p:cNvGraphicFramePr>
          <p:nvPr/>
        </p:nvGraphicFramePr>
        <p:xfrm>
          <a:off x="2843213" y="2133600"/>
          <a:ext cx="877887" cy="1008063"/>
        </p:xfrm>
        <a:graphic>
          <a:graphicData uri="http://schemas.openxmlformats.org/presentationml/2006/ole">
            <mc:AlternateContent xmlns:mc="http://schemas.openxmlformats.org/markup-compatibility/2006">
              <mc:Choice xmlns:v="urn:schemas-microsoft-com:vml" Requires="v">
                <p:oleObj spid="_x0000_s9251" name="Equation" r:id="rId5" imgW="164957" imgH="203024" progId="Equation.3">
                  <p:embed/>
                </p:oleObj>
              </mc:Choice>
              <mc:Fallback>
                <p:oleObj name="Equation" r:id="rId5"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133600"/>
                        <a:ext cx="877887"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6649" name="Object 9"/>
          <p:cNvGraphicFramePr>
            <a:graphicFrameLocks noChangeAspect="1"/>
          </p:cNvGraphicFramePr>
          <p:nvPr/>
        </p:nvGraphicFramePr>
        <p:xfrm>
          <a:off x="684213" y="3789363"/>
          <a:ext cx="4178300" cy="1287462"/>
        </p:xfrm>
        <a:graphic>
          <a:graphicData uri="http://schemas.openxmlformats.org/presentationml/2006/ole">
            <mc:AlternateContent xmlns:mc="http://schemas.openxmlformats.org/markup-compatibility/2006">
              <mc:Choice xmlns:v="urn:schemas-microsoft-com:vml" Requires="v">
                <p:oleObj spid="_x0000_s9252" name="Equation" r:id="rId6" imgW="1320227" imgH="393529" progId="Equation.3">
                  <p:embed/>
                </p:oleObj>
              </mc:Choice>
              <mc:Fallback>
                <p:oleObj name="Equation" r:id="rId6" imgW="1320227"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3789363"/>
                        <a:ext cx="4178300" cy="1287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6650" name="Text Box 10"/>
          <p:cNvSpPr txBox="1">
            <a:spLocks noChangeArrowheads="1"/>
          </p:cNvSpPr>
          <p:nvPr/>
        </p:nvSpPr>
        <p:spPr bwMode="auto">
          <a:xfrm>
            <a:off x="5148263" y="5072063"/>
            <a:ext cx="17287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dirty="0">
                <a:solidFill>
                  <a:schemeClr val="tx1"/>
                </a:solidFill>
                <a:effectLst>
                  <a:outerShdw blurRad="38100" dist="38100" dir="2700000" algn="tl">
                    <a:srgbClr val="C0C0C0"/>
                  </a:outerShdw>
                </a:effectLst>
              </a:rPr>
              <a:t>h= 0.1</a:t>
            </a:r>
          </a:p>
        </p:txBody>
      </p:sp>
      <p:graphicFrame>
        <p:nvGraphicFramePr>
          <p:cNvPr id="496651" name="Object 11"/>
          <p:cNvGraphicFramePr>
            <a:graphicFrameLocks noChangeAspect="1"/>
          </p:cNvGraphicFramePr>
          <p:nvPr/>
        </p:nvGraphicFramePr>
        <p:xfrm>
          <a:off x="1042988" y="5373688"/>
          <a:ext cx="3529012" cy="1087437"/>
        </p:xfrm>
        <a:graphic>
          <a:graphicData uri="http://schemas.openxmlformats.org/presentationml/2006/ole">
            <mc:AlternateContent xmlns:mc="http://schemas.openxmlformats.org/markup-compatibility/2006">
              <mc:Choice xmlns:v="urn:schemas-microsoft-com:vml" Requires="v">
                <p:oleObj spid="_x0000_s9253" name="公式" r:id="rId8" imgW="1320227" imgH="393529" progId="Equation.3">
                  <p:embed/>
                </p:oleObj>
              </mc:Choice>
              <mc:Fallback>
                <p:oleObj name="公式" r:id="rId8" imgW="1320227" imgH="39352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5373688"/>
                        <a:ext cx="3529012"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6652" name="Text Box 12"/>
          <p:cNvSpPr txBox="1">
            <a:spLocks noChangeArrowheads="1"/>
          </p:cNvSpPr>
          <p:nvPr/>
        </p:nvSpPr>
        <p:spPr bwMode="auto">
          <a:xfrm>
            <a:off x="7308850" y="5102225"/>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dirty="0">
                <a:solidFill>
                  <a:schemeClr val="tx1"/>
                </a:solidFill>
                <a:effectLst>
                  <a:outerShdw blurRad="38100" dist="38100" dir="2700000" algn="tl">
                    <a:srgbClr val="C0C0C0"/>
                  </a:outerShdw>
                </a:effectLst>
              </a:rPr>
              <a:t>h= 0.01</a:t>
            </a:r>
          </a:p>
        </p:txBody>
      </p:sp>
    </p:spTree>
    <p:extLst>
      <p:ext uri="{BB962C8B-B14F-4D97-AF65-F5344CB8AC3E}">
        <p14:creationId xmlns:p14="http://schemas.microsoft.com/office/powerpoint/2010/main" val="1362504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6646"/>
                                        </p:tgtEl>
                                        <p:attrNameLst>
                                          <p:attrName>style.visibility</p:attrName>
                                        </p:attrNameLst>
                                      </p:cBhvr>
                                      <p:to>
                                        <p:strVal val="visible"/>
                                      </p:to>
                                    </p:set>
                                    <p:anim calcmode="lin" valueType="num">
                                      <p:cBhvr additive="base">
                                        <p:cTn id="7" dur="500" fill="hold"/>
                                        <p:tgtEl>
                                          <p:spTgt spid="496646"/>
                                        </p:tgtEl>
                                        <p:attrNameLst>
                                          <p:attrName>ppt_x</p:attrName>
                                        </p:attrNameLst>
                                      </p:cBhvr>
                                      <p:tavLst>
                                        <p:tav tm="0">
                                          <p:val>
                                            <p:strVal val="#ppt_x"/>
                                          </p:val>
                                        </p:tav>
                                        <p:tav tm="100000">
                                          <p:val>
                                            <p:strVal val="#ppt_x"/>
                                          </p:val>
                                        </p:tav>
                                      </p:tavLst>
                                    </p:anim>
                                    <p:anim calcmode="lin" valueType="num">
                                      <p:cBhvr additive="base">
                                        <p:cTn id="8" dur="500" fill="hold"/>
                                        <p:tgtEl>
                                          <p:spTgt spid="49664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6648"/>
                                        </p:tgtEl>
                                        <p:attrNameLst>
                                          <p:attrName>style.visibility</p:attrName>
                                        </p:attrNameLst>
                                      </p:cBhvr>
                                      <p:to>
                                        <p:strVal val="visible"/>
                                      </p:to>
                                    </p:set>
                                    <p:anim calcmode="lin" valueType="num">
                                      <p:cBhvr additive="base">
                                        <p:cTn id="11" dur="500" fill="hold"/>
                                        <p:tgtEl>
                                          <p:spTgt spid="496648"/>
                                        </p:tgtEl>
                                        <p:attrNameLst>
                                          <p:attrName>ppt_x</p:attrName>
                                        </p:attrNameLst>
                                      </p:cBhvr>
                                      <p:tavLst>
                                        <p:tav tm="0">
                                          <p:val>
                                            <p:strVal val="#ppt_x"/>
                                          </p:val>
                                        </p:tav>
                                        <p:tav tm="100000">
                                          <p:val>
                                            <p:strVal val="#ppt_x"/>
                                          </p:val>
                                        </p:tav>
                                      </p:tavLst>
                                    </p:anim>
                                    <p:anim calcmode="lin" valueType="num">
                                      <p:cBhvr additive="base">
                                        <p:cTn id="12" dur="500" fill="hold"/>
                                        <p:tgtEl>
                                          <p:spTgt spid="496648"/>
                                        </p:tgtEl>
                                        <p:attrNameLst>
                                          <p:attrName>ppt_y</p:attrName>
                                        </p:attrNameLst>
                                      </p:cBhvr>
                                      <p:tavLst>
                                        <p:tav tm="0">
                                          <p:val>
                                            <p:strVal val="1+#ppt_h/2"/>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96649"/>
                                        </p:tgtEl>
                                        <p:attrNameLst>
                                          <p:attrName>style.visibility</p:attrName>
                                        </p:attrNameLst>
                                      </p:cBhvr>
                                      <p:to>
                                        <p:strVal val="visible"/>
                                      </p:to>
                                    </p:set>
                                    <p:anim calcmode="lin" valueType="num">
                                      <p:cBhvr additive="base">
                                        <p:cTn id="15" dur="500" fill="hold"/>
                                        <p:tgtEl>
                                          <p:spTgt spid="496649"/>
                                        </p:tgtEl>
                                        <p:attrNameLst>
                                          <p:attrName>ppt_x</p:attrName>
                                        </p:attrNameLst>
                                      </p:cBhvr>
                                      <p:tavLst>
                                        <p:tav tm="0">
                                          <p:val>
                                            <p:strVal val="0-#ppt_w/2"/>
                                          </p:val>
                                        </p:tav>
                                        <p:tav tm="100000">
                                          <p:val>
                                            <p:strVal val="#ppt_x"/>
                                          </p:val>
                                        </p:tav>
                                      </p:tavLst>
                                    </p:anim>
                                    <p:anim calcmode="lin" valueType="num">
                                      <p:cBhvr additive="base">
                                        <p:cTn id="16" dur="500" fill="hold"/>
                                        <p:tgtEl>
                                          <p:spTgt spid="496649"/>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96651"/>
                                        </p:tgtEl>
                                        <p:attrNameLst>
                                          <p:attrName>style.visibility</p:attrName>
                                        </p:attrNameLst>
                                      </p:cBhvr>
                                      <p:to>
                                        <p:strVal val="visible"/>
                                      </p:to>
                                    </p:set>
                                    <p:anim calcmode="lin" valueType="num">
                                      <p:cBhvr additive="base">
                                        <p:cTn id="19" dur="500" fill="hold"/>
                                        <p:tgtEl>
                                          <p:spTgt spid="496651"/>
                                        </p:tgtEl>
                                        <p:attrNameLst>
                                          <p:attrName>ppt_x</p:attrName>
                                        </p:attrNameLst>
                                      </p:cBhvr>
                                      <p:tavLst>
                                        <p:tav tm="0">
                                          <p:val>
                                            <p:strVal val="0-#ppt_w/2"/>
                                          </p:val>
                                        </p:tav>
                                        <p:tav tm="100000">
                                          <p:val>
                                            <p:strVal val="#ppt_x"/>
                                          </p:val>
                                        </p:tav>
                                      </p:tavLst>
                                    </p:anim>
                                    <p:anim calcmode="lin" valueType="num">
                                      <p:cBhvr additive="base">
                                        <p:cTn id="20" dur="500" fill="hold"/>
                                        <p:tgtEl>
                                          <p:spTgt spid="496651"/>
                                        </p:tgtEl>
                                        <p:attrNameLst>
                                          <p:attrName>ppt_y</p:attrName>
                                        </p:attrNameLst>
                                      </p:cBhvr>
                                      <p:tavLst>
                                        <p:tav tm="0">
                                          <p:val>
                                            <p:strVal val="#ppt_y"/>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96650"/>
                                        </p:tgtEl>
                                        <p:attrNameLst>
                                          <p:attrName>style.visibility</p:attrName>
                                        </p:attrNameLst>
                                      </p:cBhvr>
                                      <p:to>
                                        <p:strVal val="visible"/>
                                      </p:to>
                                    </p:set>
                                    <p:anim calcmode="lin" valueType="num">
                                      <p:cBhvr additive="base">
                                        <p:cTn id="23" dur="500" fill="hold"/>
                                        <p:tgtEl>
                                          <p:spTgt spid="496650"/>
                                        </p:tgtEl>
                                        <p:attrNameLst>
                                          <p:attrName>ppt_x</p:attrName>
                                        </p:attrNameLst>
                                      </p:cBhvr>
                                      <p:tavLst>
                                        <p:tav tm="0">
                                          <p:val>
                                            <p:strVal val="#ppt_x"/>
                                          </p:val>
                                        </p:tav>
                                        <p:tav tm="100000">
                                          <p:val>
                                            <p:strVal val="#ppt_x"/>
                                          </p:val>
                                        </p:tav>
                                      </p:tavLst>
                                    </p:anim>
                                    <p:anim calcmode="lin" valueType="num">
                                      <p:cBhvr additive="base">
                                        <p:cTn id="24" dur="500" fill="hold"/>
                                        <p:tgtEl>
                                          <p:spTgt spid="49665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96652"/>
                                        </p:tgtEl>
                                        <p:attrNameLst>
                                          <p:attrName>style.visibility</p:attrName>
                                        </p:attrNameLst>
                                      </p:cBhvr>
                                      <p:to>
                                        <p:strVal val="visible"/>
                                      </p:to>
                                    </p:set>
                                    <p:anim calcmode="lin" valueType="num">
                                      <p:cBhvr additive="base">
                                        <p:cTn id="27" dur="500" fill="hold"/>
                                        <p:tgtEl>
                                          <p:spTgt spid="496652"/>
                                        </p:tgtEl>
                                        <p:attrNameLst>
                                          <p:attrName>ppt_x</p:attrName>
                                        </p:attrNameLst>
                                      </p:cBhvr>
                                      <p:tavLst>
                                        <p:tav tm="0">
                                          <p:val>
                                            <p:strVal val="#ppt_x"/>
                                          </p:val>
                                        </p:tav>
                                        <p:tav tm="100000">
                                          <p:val>
                                            <p:strVal val="#ppt_x"/>
                                          </p:val>
                                        </p:tav>
                                      </p:tavLst>
                                    </p:anim>
                                    <p:anim calcmode="lin" valueType="num">
                                      <p:cBhvr additive="base">
                                        <p:cTn id="28" dur="500" fill="hold"/>
                                        <p:tgtEl>
                                          <p:spTgt spid="496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6" grpId="0"/>
      <p:bldP spid="496650" grpId="0"/>
      <p:bldP spid="4966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E8C08ED4-D9AE-48C7-A691-3050738FC4C9}" type="slidenum">
              <a:rPr lang="zh-CN" altLang="en-US"/>
              <a:pPr>
                <a:defRPr/>
              </a:pPr>
              <a:t>6</a:t>
            </a:fld>
            <a:endParaRPr lang="en-US" altLang="zh-CN"/>
          </a:p>
        </p:txBody>
      </p:sp>
      <p:sp>
        <p:nvSpPr>
          <p:cNvPr id="495618" name="Text Box 2"/>
          <p:cNvSpPr txBox="1">
            <a:spLocks noChangeArrowheads="1"/>
          </p:cNvSpPr>
          <p:nvPr/>
        </p:nvSpPr>
        <p:spPr bwMode="auto">
          <a:xfrm>
            <a:off x="468313" y="1828800"/>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dirty="0">
                <a:solidFill>
                  <a:schemeClr val="tx1"/>
                </a:solidFill>
                <a:effectLst>
                  <a:outerShdw blurRad="38100" dist="38100" dir="2700000" algn="tl">
                    <a:srgbClr val="C0C0C0"/>
                  </a:outerShdw>
                </a:effectLst>
              </a:rPr>
              <a:t>h= 0.1</a:t>
            </a:r>
          </a:p>
        </p:txBody>
      </p:sp>
      <p:graphicFrame>
        <p:nvGraphicFramePr>
          <p:cNvPr id="495619" name="Object 3"/>
          <p:cNvGraphicFramePr>
            <a:graphicFrameLocks noChangeAspect="1"/>
          </p:cNvGraphicFramePr>
          <p:nvPr/>
        </p:nvGraphicFramePr>
        <p:xfrm>
          <a:off x="611188" y="2476500"/>
          <a:ext cx="7848600" cy="1403350"/>
        </p:xfrm>
        <a:graphic>
          <a:graphicData uri="http://schemas.openxmlformats.org/presentationml/2006/ole">
            <mc:AlternateContent xmlns:mc="http://schemas.openxmlformats.org/markup-compatibility/2006">
              <mc:Choice xmlns:v="urn:schemas-microsoft-com:vml" Requires="v">
                <p:oleObj spid="_x0000_s10278" name="公式" r:id="rId3" imgW="2425700" imgH="419100" progId="Equation.3">
                  <p:embed/>
                </p:oleObj>
              </mc:Choice>
              <mc:Fallback>
                <p:oleObj name="公式" r:id="rId3" imgW="24257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476500"/>
                        <a:ext cx="7848600" cy="140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5620" name="Text Box 4"/>
          <p:cNvSpPr txBox="1">
            <a:spLocks noChangeArrowheads="1"/>
          </p:cNvSpPr>
          <p:nvPr/>
        </p:nvSpPr>
        <p:spPr bwMode="auto">
          <a:xfrm>
            <a:off x="468313" y="260350"/>
            <a:ext cx="10874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8198" name="Object 5"/>
          <p:cNvGraphicFramePr>
            <a:graphicFrameLocks noChangeAspect="1"/>
          </p:cNvGraphicFramePr>
          <p:nvPr/>
        </p:nvGraphicFramePr>
        <p:xfrm>
          <a:off x="1692275" y="260350"/>
          <a:ext cx="5849938" cy="819150"/>
        </p:xfrm>
        <a:graphic>
          <a:graphicData uri="http://schemas.openxmlformats.org/presentationml/2006/ole">
            <mc:AlternateContent xmlns:mc="http://schemas.openxmlformats.org/markup-compatibility/2006">
              <mc:Choice xmlns:v="urn:schemas-microsoft-com:vml" Requires="v">
                <p:oleObj spid="_x0000_s10279" name="公式" r:id="rId5" imgW="1524000" imgH="228600" progId="Equation.3">
                  <p:embed/>
                </p:oleObj>
              </mc:Choice>
              <mc:Fallback>
                <p:oleObj name="公式" r:id="rId5" imgW="15240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260350"/>
                        <a:ext cx="5849938"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5622" name="Object 6"/>
          <p:cNvGraphicFramePr>
            <a:graphicFrameLocks noChangeAspect="1"/>
          </p:cNvGraphicFramePr>
          <p:nvPr/>
        </p:nvGraphicFramePr>
        <p:xfrm>
          <a:off x="266700" y="4724400"/>
          <a:ext cx="8321675" cy="1463675"/>
        </p:xfrm>
        <a:graphic>
          <a:graphicData uri="http://schemas.openxmlformats.org/presentationml/2006/ole">
            <mc:AlternateContent xmlns:mc="http://schemas.openxmlformats.org/markup-compatibility/2006">
              <mc:Choice xmlns:v="urn:schemas-microsoft-com:vml" Requires="v">
                <p:oleObj spid="_x0000_s10280" name="公式" r:id="rId7" imgW="2463800" imgH="419100" progId="Equation.3">
                  <p:embed/>
                </p:oleObj>
              </mc:Choice>
              <mc:Fallback>
                <p:oleObj name="公式" r:id="rId7" imgW="24638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 y="4724400"/>
                        <a:ext cx="8321675"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5623" name="Text Box 7"/>
          <p:cNvSpPr txBox="1">
            <a:spLocks noChangeArrowheads="1"/>
          </p:cNvSpPr>
          <p:nvPr/>
        </p:nvSpPr>
        <p:spPr bwMode="auto">
          <a:xfrm>
            <a:off x="179388" y="4133850"/>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0.01</a:t>
            </a:r>
          </a:p>
        </p:txBody>
      </p:sp>
      <p:graphicFrame>
        <p:nvGraphicFramePr>
          <p:cNvPr id="8201" name="Object 9"/>
          <p:cNvGraphicFramePr>
            <a:graphicFrameLocks noChangeAspect="1"/>
          </p:cNvGraphicFramePr>
          <p:nvPr/>
        </p:nvGraphicFramePr>
        <p:xfrm>
          <a:off x="2411413" y="1274763"/>
          <a:ext cx="3602037" cy="1109662"/>
        </p:xfrm>
        <a:graphic>
          <a:graphicData uri="http://schemas.openxmlformats.org/presentationml/2006/ole">
            <mc:AlternateContent xmlns:mc="http://schemas.openxmlformats.org/markup-compatibility/2006">
              <mc:Choice xmlns:v="urn:schemas-microsoft-com:vml" Requires="v">
                <p:oleObj spid="_x0000_s10281" name="Equation" r:id="rId9" imgW="1320227" imgH="393529" progId="Equation.3">
                  <p:embed/>
                </p:oleObj>
              </mc:Choice>
              <mc:Fallback>
                <p:oleObj name="Equation" r:id="rId9" imgW="1320227"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1274763"/>
                        <a:ext cx="3602037" cy="110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940192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5618"/>
                                        </p:tgtEl>
                                        <p:attrNameLst>
                                          <p:attrName>style.visibility</p:attrName>
                                        </p:attrNameLst>
                                      </p:cBhvr>
                                      <p:to>
                                        <p:strVal val="visible"/>
                                      </p:to>
                                    </p:set>
                                    <p:anim calcmode="lin" valueType="num">
                                      <p:cBhvr additive="base">
                                        <p:cTn id="7" dur="500" fill="hold"/>
                                        <p:tgtEl>
                                          <p:spTgt spid="495618"/>
                                        </p:tgtEl>
                                        <p:attrNameLst>
                                          <p:attrName>ppt_x</p:attrName>
                                        </p:attrNameLst>
                                      </p:cBhvr>
                                      <p:tavLst>
                                        <p:tav tm="0">
                                          <p:val>
                                            <p:strVal val="#ppt_x"/>
                                          </p:val>
                                        </p:tav>
                                        <p:tav tm="100000">
                                          <p:val>
                                            <p:strVal val="#ppt_x"/>
                                          </p:val>
                                        </p:tav>
                                      </p:tavLst>
                                    </p:anim>
                                    <p:anim calcmode="lin" valueType="num">
                                      <p:cBhvr additive="base">
                                        <p:cTn id="8" dur="500" fill="hold"/>
                                        <p:tgtEl>
                                          <p:spTgt spid="4956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95619"/>
                                        </p:tgtEl>
                                        <p:attrNameLst>
                                          <p:attrName>style.visibility</p:attrName>
                                        </p:attrNameLst>
                                      </p:cBhvr>
                                      <p:to>
                                        <p:strVal val="visible"/>
                                      </p:to>
                                    </p:set>
                                    <p:anim calcmode="lin" valueType="num">
                                      <p:cBhvr additive="base">
                                        <p:cTn id="13" dur="500" fill="hold"/>
                                        <p:tgtEl>
                                          <p:spTgt spid="495619"/>
                                        </p:tgtEl>
                                        <p:attrNameLst>
                                          <p:attrName>ppt_x</p:attrName>
                                        </p:attrNameLst>
                                      </p:cBhvr>
                                      <p:tavLst>
                                        <p:tav tm="0">
                                          <p:val>
                                            <p:strVal val="0-#ppt_w/2"/>
                                          </p:val>
                                        </p:tav>
                                        <p:tav tm="100000">
                                          <p:val>
                                            <p:strVal val="#ppt_x"/>
                                          </p:val>
                                        </p:tav>
                                      </p:tavLst>
                                    </p:anim>
                                    <p:anim calcmode="lin" valueType="num">
                                      <p:cBhvr additive="base">
                                        <p:cTn id="14" dur="500" fill="hold"/>
                                        <p:tgtEl>
                                          <p:spTgt spid="49561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5623"/>
                                        </p:tgtEl>
                                        <p:attrNameLst>
                                          <p:attrName>style.visibility</p:attrName>
                                        </p:attrNameLst>
                                      </p:cBhvr>
                                      <p:to>
                                        <p:strVal val="visible"/>
                                      </p:to>
                                    </p:set>
                                    <p:anim calcmode="lin" valueType="num">
                                      <p:cBhvr additive="base">
                                        <p:cTn id="19" dur="500" fill="hold"/>
                                        <p:tgtEl>
                                          <p:spTgt spid="495623"/>
                                        </p:tgtEl>
                                        <p:attrNameLst>
                                          <p:attrName>ppt_x</p:attrName>
                                        </p:attrNameLst>
                                      </p:cBhvr>
                                      <p:tavLst>
                                        <p:tav tm="0">
                                          <p:val>
                                            <p:strVal val="#ppt_x"/>
                                          </p:val>
                                        </p:tav>
                                        <p:tav tm="100000">
                                          <p:val>
                                            <p:strVal val="#ppt_x"/>
                                          </p:val>
                                        </p:tav>
                                      </p:tavLst>
                                    </p:anim>
                                    <p:anim calcmode="lin" valueType="num">
                                      <p:cBhvr additive="base">
                                        <p:cTn id="20" dur="500" fill="hold"/>
                                        <p:tgtEl>
                                          <p:spTgt spid="49562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95622"/>
                                        </p:tgtEl>
                                        <p:attrNameLst>
                                          <p:attrName>style.visibility</p:attrName>
                                        </p:attrNameLst>
                                      </p:cBhvr>
                                      <p:to>
                                        <p:strVal val="visible"/>
                                      </p:to>
                                    </p:set>
                                    <p:anim calcmode="lin" valueType="num">
                                      <p:cBhvr additive="base">
                                        <p:cTn id="25" dur="500" fill="hold"/>
                                        <p:tgtEl>
                                          <p:spTgt spid="495622"/>
                                        </p:tgtEl>
                                        <p:attrNameLst>
                                          <p:attrName>ppt_x</p:attrName>
                                        </p:attrNameLst>
                                      </p:cBhvr>
                                      <p:tavLst>
                                        <p:tav tm="0">
                                          <p:val>
                                            <p:strVal val="0-#ppt_w/2"/>
                                          </p:val>
                                        </p:tav>
                                        <p:tav tm="100000">
                                          <p:val>
                                            <p:strVal val="#ppt_x"/>
                                          </p:val>
                                        </p:tav>
                                      </p:tavLst>
                                    </p:anim>
                                    <p:anim calcmode="lin" valueType="num">
                                      <p:cBhvr additive="base">
                                        <p:cTn id="26" dur="500" fill="hold"/>
                                        <p:tgtEl>
                                          <p:spTgt spid="4956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8" grpId="0"/>
      <p:bldP spid="4956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1153C629-DDC8-461E-ACC5-0F945689128A}" type="slidenum">
              <a:rPr lang="zh-CN" altLang="en-US"/>
              <a:pPr>
                <a:defRPr/>
              </a:pPr>
              <a:t>7</a:t>
            </a:fld>
            <a:endParaRPr lang="en-US" altLang="zh-CN"/>
          </a:p>
        </p:txBody>
      </p:sp>
      <p:graphicFrame>
        <p:nvGraphicFramePr>
          <p:cNvPr id="555011" name="Object 3"/>
          <p:cNvGraphicFramePr>
            <a:graphicFrameLocks noChangeAspect="1"/>
          </p:cNvGraphicFramePr>
          <p:nvPr/>
        </p:nvGraphicFramePr>
        <p:xfrm>
          <a:off x="539750" y="2205038"/>
          <a:ext cx="8177213" cy="1462087"/>
        </p:xfrm>
        <a:graphic>
          <a:graphicData uri="http://schemas.openxmlformats.org/presentationml/2006/ole">
            <mc:AlternateContent xmlns:mc="http://schemas.openxmlformats.org/markup-compatibility/2006">
              <mc:Choice xmlns:v="urn:schemas-microsoft-com:vml" Requires="v">
                <p:oleObj spid="_x0000_s11298" name="公式" r:id="rId3" imgW="2425700" imgH="419100" progId="Equation.3">
                  <p:embed/>
                </p:oleObj>
              </mc:Choice>
              <mc:Fallback>
                <p:oleObj name="公式" r:id="rId3" imgW="24257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205038"/>
                        <a:ext cx="8177213" cy="146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5012" name="Text Box 4"/>
          <p:cNvSpPr txBox="1">
            <a:spLocks noChangeArrowheads="1"/>
          </p:cNvSpPr>
          <p:nvPr/>
        </p:nvSpPr>
        <p:spPr bwMode="auto">
          <a:xfrm>
            <a:off x="468313" y="260350"/>
            <a:ext cx="10874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9221" name="Object 5"/>
          <p:cNvGraphicFramePr>
            <a:graphicFrameLocks noChangeAspect="1"/>
          </p:cNvGraphicFramePr>
          <p:nvPr/>
        </p:nvGraphicFramePr>
        <p:xfrm>
          <a:off x="1908175" y="188913"/>
          <a:ext cx="3168650" cy="727075"/>
        </p:xfrm>
        <a:graphic>
          <a:graphicData uri="http://schemas.openxmlformats.org/presentationml/2006/ole">
            <mc:AlternateContent xmlns:mc="http://schemas.openxmlformats.org/markup-compatibility/2006">
              <mc:Choice xmlns:v="urn:schemas-microsoft-com:vml" Requires="v">
                <p:oleObj spid="_x0000_s11299" name="公式" r:id="rId5" imgW="825500" imgH="203200" progId="Equation.3">
                  <p:embed/>
                </p:oleObj>
              </mc:Choice>
              <mc:Fallback>
                <p:oleObj name="公式" r:id="rId5" imgW="825500" imgH="203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188913"/>
                        <a:ext cx="316865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5014" name="Object 6"/>
          <p:cNvGraphicFramePr>
            <a:graphicFrameLocks noChangeAspect="1"/>
          </p:cNvGraphicFramePr>
          <p:nvPr/>
        </p:nvGraphicFramePr>
        <p:xfrm>
          <a:off x="165100" y="4724400"/>
          <a:ext cx="8367713" cy="1463675"/>
        </p:xfrm>
        <a:graphic>
          <a:graphicData uri="http://schemas.openxmlformats.org/presentationml/2006/ole">
            <mc:AlternateContent xmlns:mc="http://schemas.openxmlformats.org/markup-compatibility/2006">
              <mc:Choice xmlns:v="urn:schemas-microsoft-com:vml" Requires="v">
                <p:oleObj spid="_x0000_s11300" name="公式" r:id="rId7" imgW="2476500" imgH="419100" progId="Equation.3">
                  <p:embed/>
                </p:oleObj>
              </mc:Choice>
              <mc:Fallback>
                <p:oleObj name="公式" r:id="rId7" imgW="24765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100" y="4724400"/>
                        <a:ext cx="8367713"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5015" name="Text Box 7"/>
          <p:cNvSpPr txBox="1">
            <a:spLocks noChangeArrowheads="1"/>
          </p:cNvSpPr>
          <p:nvPr/>
        </p:nvSpPr>
        <p:spPr bwMode="auto">
          <a:xfrm>
            <a:off x="179388" y="3860800"/>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0.01</a:t>
            </a:r>
          </a:p>
        </p:txBody>
      </p:sp>
      <p:graphicFrame>
        <p:nvGraphicFramePr>
          <p:cNvPr id="9224" name="Object 8"/>
          <p:cNvGraphicFramePr>
            <a:graphicFrameLocks noChangeAspect="1"/>
          </p:cNvGraphicFramePr>
          <p:nvPr/>
        </p:nvGraphicFramePr>
        <p:xfrm>
          <a:off x="5219700" y="188913"/>
          <a:ext cx="3529013" cy="1087437"/>
        </p:xfrm>
        <a:graphic>
          <a:graphicData uri="http://schemas.openxmlformats.org/presentationml/2006/ole">
            <mc:AlternateContent xmlns:mc="http://schemas.openxmlformats.org/markup-compatibility/2006">
              <mc:Choice xmlns:v="urn:schemas-microsoft-com:vml" Requires="v">
                <p:oleObj spid="_x0000_s11301" name="公式" r:id="rId9" imgW="1320227" imgH="393529" progId="Equation.3">
                  <p:embed/>
                </p:oleObj>
              </mc:Choice>
              <mc:Fallback>
                <p:oleObj name="公式" r:id="rId9" imgW="1320227"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9700" y="188913"/>
                        <a:ext cx="3529013"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5017" name="Text Box 9"/>
          <p:cNvSpPr txBox="1">
            <a:spLocks noChangeArrowheads="1"/>
          </p:cNvSpPr>
          <p:nvPr/>
        </p:nvSpPr>
        <p:spPr bwMode="auto">
          <a:xfrm>
            <a:off x="468313" y="1628775"/>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0.1</a:t>
            </a:r>
          </a:p>
        </p:txBody>
      </p:sp>
    </p:spTree>
    <p:extLst>
      <p:ext uri="{BB962C8B-B14F-4D97-AF65-F5344CB8AC3E}">
        <p14:creationId xmlns:p14="http://schemas.microsoft.com/office/powerpoint/2010/main" val="1540123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5017"/>
                                        </p:tgtEl>
                                        <p:attrNameLst>
                                          <p:attrName>style.visibility</p:attrName>
                                        </p:attrNameLst>
                                      </p:cBhvr>
                                      <p:to>
                                        <p:strVal val="visible"/>
                                      </p:to>
                                    </p:set>
                                    <p:anim calcmode="lin" valueType="num">
                                      <p:cBhvr additive="base">
                                        <p:cTn id="7" dur="500" fill="hold"/>
                                        <p:tgtEl>
                                          <p:spTgt spid="555017"/>
                                        </p:tgtEl>
                                        <p:attrNameLst>
                                          <p:attrName>ppt_x</p:attrName>
                                        </p:attrNameLst>
                                      </p:cBhvr>
                                      <p:tavLst>
                                        <p:tav tm="0">
                                          <p:val>
                                            <p:strVal val="#ppt_x"/>
                                          </p:val>
                                        </p:tav>
                                        <p:tav tm="100000">
                                          <p:val>
                                            <p:strVal val="#ppt_x"/>
                                          </p:val>
                                        </p:tav>
                                      </p:tavLst>
                                    </p:anim>
                                    <p:anim calcmode="lin" valueType="num">
                                      <p:cBhvr additive="base">
                                        <p:cTn id="8" dur="500" fill="hold"/>
                                        <p:tgtEl>
                                          <p:spTgt spid="55501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55011"/>
                                        </p:tgtEl>
                                        <p:attrNameLst>
                                          <p:attrName>style.visibility</p:attrName>
                                        </p:attrNameLst>
                                      </p:cBhvr>
                                      <p:to>
                                        <p:strVal val="visible"/>
                                      </p:to>
                                    </p:set>
                                    <p:anim calcmode="lin" valueType="num">
                                      <p:cBhvr additive="base">
                                        <p:cTn id="13" dur="500" fill="hold"/>
                                        <p:tgtEl>
                                          <p:spTgt spid="555011"/>
                                        </p:tgtEl>
                                        <p:attrNameLst>
                                          <p:attrName>ppt_x</p:attrName>
                                        </p:attrNameLst>
                                      </p:cBhvr>
                                      <p:tavLst>
                                        <p:tav tm="0">
                                          <p:val>
                                            <p:strVal val="0-#ppt_w/2"/>
                                          </p:val>
                                        </p:tav>
                                        <p:tav tm="100000">
                                          <p:val>
                                            <p:strVal val="#ppt_x"/>
                                          </p:val>
                                        </p:tav>
                                      </p:tavLst>
                                    </p:anim>
                                    <p:anim calcmode="lin" valueType="num">
                                      <p:cBhvr additive="base">
                                        <p:cTn id="14" dur="500" fill="hold"/>
                                        <p:tgtEl>
                                          <p:spTgt spid="5550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5015"/>
                                        </p:tgtEl>
                                        <p:attrNameLst>
                                          <p:attrName>style.visibility</p:attrName>
                                        </p:attrNameLst>
                                      </p:cBhvr>
                                      <p:to>
                                        <p:strVal val="visible"/>
                                      </p:to>
                                    </p:set>
                                    <p:anim calcmode="lin" valueType="num">
                                      <p:cBhvr additive="base">
                                        <p:cTn id="19" dur="500" fill="hold"/>
                                        <p:tgtEl>
                                          <p:spTgt spid="555015"/>
                                        </p:tgtEl>
                                        <p:attrNameLst>
                                          <p:attrName>ppt_x</p:attrName>
                                        </p:attrNameLst>
                                      </p:cBhvr>
                                      <p:tavLst>
                                        <p:tav tm="0">
                                          <p:val>
                                            <p:strVal val="#ppt_x"/>
                                          </p:val>
                                        </p:tav>
                                        <p:tav tm="100000">
                                          <p:val>
                                            <p:strVal val="#ppt_x"/>
                                          </p:val>
                                        </p:tav>
                                      </p:tavLst>
                                    </p:anim>
                                    <p:anim calcmode="lin" valueType="num">
                                      <p:cBhvr additive="base">
                                        <p:cTn id="20" dur="500" fill="hold"/>
                                        <p:tgtEl>
                                          <p:spTgt spid="55501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55014"/>
                                        </p:tgtEl>
                                        <p:attrNameLst>
                                          <p:attrName>style.visibility</p:attrName>
                                        </p:attrNameLst>
                                      </p:cBhvr>
                                      <p:to>
                                        <p:strVal val="visible"/>
                                      </p:to>
                                    </p:set>
                                    <p:anim calcmode="lin" valueType="num">
                                      <p:cBhvr additive="base">
                                        <p:cTn id="25" dur="500" fill="hold"/>
                                        <p:tgtEl>
                                          <p:spTgt spid="555014"/>
                                        </p:tgtEl>
                                        <p:attrNameLst>
                                          <p:attrName>ppt_x</p:attrName>
                                        </p:attrNameLst>
                                      </p:cBhvr>
                                      <p:tavLst>
                                        <p:tav tm="0">
                                          <p:val>
                                            <p:strVal val="0-#ppt_w/2"/>
                                          </p:val>
                                        </p:tav>
                                        <p:tav tm="100000">
                                          <p:val>
                                            <p:strVal val="#ppt_x"/>
                                          </p:val>
                                        </p:tav>
                                      </p:tavLst>
                                    </p:anim>
                                    <p:anim calcmode="lin" valueType="num">
                                      <p:cBhvr additive="base">
                                        <p:cTn id="26" dur="500" fill="hold"/>
                                        <p:tgtEl>
                                          <p:spTgt spid="555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5" grpId="0"/>
      <p:bldP spid="5550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F79A41A2-B78F-4C13-8C1C-E735C3CB0235}" type="slidenum">
              <a:rPr lang="zh-CN" altLang="en-US"/>
              <a:pPr>
                <a:defRPr/>
              </a:pPr>
              <a:t>8</a:t>
            </a:fld>
            <a:endParaRPr lang="en-US" altLang="zh-CN"/>
          </a:p>
        </p:txBody>
      </p:sp>
      <p:sp>
        <p:nvSpPr>
          <p:cNvPr id="605186" name="Text Box 2"/>
          <p:cNvSpPr txBox="1">
            <a:spLocks noChangeArrowheads="1"/>
          </p:cNvSpPr>
          <p:nvPr/>
        </p:nvSpPr>
        <p:spPr bwMode="auto">
          <a:xfrm>
            <a:off x="468313" y="1628775"/>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0.1</a:t>
            </a:r>
          </a:p>
        </p:txBody>
      </p:sp>
      <p:sp>
        <p:nvSpPr>
          <p:cNvPr id="605188" name="Text Box 4"/>
          <p:cNvSpPr txBox="1">
            <a:spLocks noChangeArrowheads="1"/>
          </p:cNvSpPr>
          <p:nvPr/>
        </p:nvSpPr>
        <p:spPr bwMode="auto">
          <a:xfrm>
            <a:off x="468313" y="260350"/>
            <a:ext cx="10874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10245" name="Object 5"/>
          <p:cNvGraphicFramePr>
            <a:graphicFrameLocks noChangeAspect="1"/>
          </p:cNvGraphicFramePr>
          <p:nvPr/>
        </p:nvGraphicFramePr>
        <p:xfrm>
          <a:off x="1908175" y="188913"/>
          <a:ext cx="3168650" cy="727075"/>
        </p:xfrm>
        <a:graphic>
          <a:graphicData uri="http://schemas.openxmlformats.org/presentationml/2006/ole">
            <mc:AlternateContent xmlns:mc="http://schemas.openxmlformats.org/markup-compatibility/2006">
              <mc:Choice xmlns:v="urn:schemas-microsoft-com:vml" Requires="v">
                <p:oleObj spid="_x0000_s12344" name="公式" r:id="rId3" imgW="825500" imgH="203200" progId="Equation.3">
                  <p:embed/>
                </p:oleObj>
              </mc:Choice>
              <mc:Fallback>
                <p:oleObj name="公式" r:id="rId3" imgW="8255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88913"/>
                        <a:ext cx="316865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6" name="Object 8"/>
          <p:cNvGraphicFramePr>
            <a:graphicFrameLocks noChangeAspect="1"/>
          </p:cNvGraphicFramePr>
          <p:nvPr/>
        </p:nvGraphicFramePr>
        <p:xfrm>
          <a:off x="1979613" y="1406525"/>
          <a:ext cx="3775075" cy="1109663"/>
        </p:xfrm>
        <a:graphic>
          <a:graphicData uri="http://schemas.openxmlformats.org/presentationml/2006/ole">
            <mc:AlternateContent xmlns:mc="http://schemas.openxmlformats.org/markup-compatibility/2006">
              <mc:Choice xmlns:v="urn:schemas-microsoft-com:vml" Requires="v">
                <p:oleObj spid="_x0000_s12345" name="公式" r:id="rId5" imgW="1384300" imgH="393700" progId="Equation.3">
                  <p:embed/>
                </p:oleObj>
              </mc:Choice>
              <mc:Fallback>
                <p:oleObj name="公式" r:id="rId5" imgW="13843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1406525"/>
                        <a:ext cx="3775075" cy="1109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7" name="Object 10"/>
          <p:cNvGraphicFramePr>
            <a:graphicFrameLocks noChangeAspect="1"/>
          </p:cNvGraphicFramePr>
          <p:nvPr/>
        </p:nvGraphicFramePr>
        <p:xfrm>
          <a:off x="2124075" y="2773363"/>
          <a:ext cx="3698875" cy="1087437"/>
        </p:xfrm>
        <a:graphic>
          <a:graphicData uri="http://schemas.openxmlformats.org/presentationml/2006/ole">
            <mc:AlternateContent xmlns:mc="http://schemas.openxmlformats.org/markup-compatibility/2006">
              <mc:Choice xmlns:v="urn:schemas-microsoft-com:vml" Requires="v">
                <p:oleObj spid="_x0000_s12346" name="公式" r:id="rId7" imgW="1384300" imgH="393700" progId="Equation.3">
                  <p:embed/>
                </p:oleObj>
              </mc:Choice>
              <mc:Fallback>
                <p:oleObj name="公式" r:id="rId7" imgW="13843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4075" y="2773363"/>
                        <a:ext cx="3698875"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5196" name="Text Box 12"/>
          <p:cNvSpPr txBox="1">
            <a:spLocks noChangeArrowheads="1"/>
          </p:cNvSpPr>
          <p:nvPr/>
        </p:nvSpPr>
        <p:spPr bwMode="auto">
          <a:xfrm>
            <a:off x="179388" y="3933825"/>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0.01</a:t>
            </a:r>
          </a:p>
        </p:txBody>
      </p:sp>
      <p:grpSp>
        <p:nvGrpSpPr>
          <p:cNvPr id="605200" name="Group 16"/>
          <p:cNvGrpSpPr>
            <a:grpSpLocks/>
          </p:cNvGrpSpPr>
          <p:nvPr/>
        </p:nvGrpSpPr>
        <p:grpSpPr bwMode="auto">
          <a:xfrm>
            <a:off x="1908175" y="3998913"/>
            <a:ext cx="3775075" cy="2382837"/>
            <a:chOff x="1610" y="2478"/>
            <a:chExt cx="2378" cy="1501"/>
          </a:xfrm>
        </p:grpSpPr>
        <p:graphicFrame>
          <p:nvGraphicFramePr>
            <p:cNvPr id="10251" name="Object 13"/>
            <p:cNvGraphicFramePr>
              <a:graphicFrameLocks noChangeAspect="1"/>
            </p:cNvGraphicFramePr>
            <p:nvPr/>
          </p:nvGraphicFramePr>
          <p:xfrm>
            <a:off x="1610" y="2478"/>
            <a:ext cx="2378" cy="699"/>
          </p:xfrm>
          <a:graphic>
            <a:graphicData uri="http://schemas.openxmlformats.org/presentationml/2006/ole">
              <mc:AlternateContent xmlns:mc="http://schemas.openxmlformats.org/markup-compatibility/2006">
                <mc:Choice xmlns:v="urn:schemas-microsoft-com:vml" Requires="v">
                  <p:oleObj spid="_x0000_s12347" name="公式" r:id="rId9" imgW="1384300" imgH="393700" progId="Equation.3">
                    <p:embed/>
                  </p:oleObj>
                </mc:Choice>
                <mc:Fallback>
                  <p:oleObj name="公式" r:id="rId9" imgW="13843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0" y="2478"/>
                          <a:ext cx="2378" cy="6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15"/>
            <p:cNvGraphicFramePr>
              <a:graphicFrameLocks noChangeAspect="1"/>
            </p:cNvGraphicFramePr>
            <p:nvPr/>
          </p:nvGraphicFramePr>
          <p:xfrm>
            <a:off x="1655" y="3294"/>
            <a:ext cx="2330" cy="685"/>
          </p:xfrm>
          <a:graphic>
            <a:graphicData uri="http://schemas.openxmlformats.org/presentationml/2006/ole">
              <mc:AlternateContent xmlns:mc="http://schemas.openxmlformats.org/markup-compatibility/2006">
                <mc:Choice xmlns:v="urn:schemas-microsoft-com:vml" Requires="v">
                  <p:oleObj spid="_x0000_s12348" name="公式" r:id="rId11" imgW="1384300" imgH="393700" progId="Equation.3">
                    <p:embed/>
                  </p:oleObj>
                </mc:Choice>
                <mc:Fallback>
                  <p:oleObj name="公式" r:id="rId11" imgW="1384300" imgH="3937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55" y="3294"/>
                          <a:ext cx="2330" cy="6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 name="对象 1"/>
          <p:cNvGraphicFramePr>
            <a:graphicFrameLocks noChangeAspect="1"/>
          </p:cNvGraphicFramePr>
          <p:nvPr/>
        </p:nvGraphicFramePr>
        <p:xfrm>
          <a:off x="6084888" y="260350"/>
          <a:ext cx="2894012" cy="2076450"/>
        </p:xfrm>
        <a:graphic>
          <a:graphicData uri="http://schemas.openxmlformats.org/presentationml/2006/ole">
            <mc:AlternateContent xmlns:mc="http://schemas.openxmlformats.org/markup-compatibility/2006">
              <mc:Choice xmlns:v="urn:schemas-microsoft-com:vml" Requires="v">
                <p:oleObj spid="_x0000_s12349" name="公式" r:id="rId13" imgW="1028254" imgH="634725" progId="Equation.3">
                  <p:embed/>
                </p:oleObj>
              </mc:Choice>
              <mc:Fallback>
                <p:oleObj name="公式" r:id="rId13" imgW="1028254" imgH="63472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84888" y="260350"/>
                        <a:ext cx="2894012"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7228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5196"/>
                                        </p:tgtEl>
                                        <p:attrNameLst>
                                          <p:attrName>style.visibility</p:attrName>
                                        </p:attrNameLst>
                                      </p:cBhvr>
                                      <p:to>
                                        <p:strVal val="visible"/>
                                      </p:to>
                                    </p:set>
                                    <p:anim calcmode="lin" valueType="num">
                                      <p:cBhvr additive="base">
                                        <p:cTn id="7" dur="500" fill="hold"/>
                                        <p:tgtEl>
                                          <p:spTgt spid="605196"/>
                                        </p:tgtEl>
                                        <p:attrNameLst>
                                          <p:attrName>ppt_x</p:attrName>
                                        </p:attrNameLst>
                                      </p:cBhvr>
                                      <p:tavLst>
                                        <p:tav tm="0">
                                          <p:val>
                                            <p:strVal val="#ppt_x"/>
                                          </p:val>
                                        </p:tav>
                                        <p:tav tm="100000">
                                          <p:val>
                                            <p:strVal val="#ppt_x"/>
                                          </p:val>
                                        </p:tav>
                                      </p:tavLst>
                                    </p:anim>
                                    <p:anim calcmode="lin" valueType="num">
                                      <p:cBhvr additive="base">
                                        <p:cTn id="8" dur="500" fill="hold"/>
                                        <p:tgtEl>
                                          <p:spTgt spid="60519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605200"/>
                                        </p:tgtEl>
                                        <p:attrNameLst>
                                          <p:attrName>style.visibility</p:attrName>
                                        </p:attrNameLst>
                                      </p:cBhvr>
                                      <p:to>
                                        <p:strVal val="visible"/>
                                      </p:to>
                                    </p:set>
                                    <p:anim calcmode="lin" valueType="num">
                                      <p:cBhvr additive="base">
                                        <p:cTn id="12" dur="500" fill="hold"/>
                                        <p:tgtEl>
                                          <p:spTgt spid="605200"/>
                                        </p:tgtEl>
                                        <p:attrNameLst>
                                          <p:attrName>ppt_x</p:attrName>
                                        </p:attrNameLst>
                                      </p:cBhvr>
                                      <p:tavLst>
                                        <p:tav tm="0">
                                          <p:val>
                                            <p:strVal val="#ppt_x"/>
                                          </p:val>
                                        </p:tav>
                                        <p:tav tm="100000">
                                          <p:val>
                                            <p:strVal val="#ppt_x"/>
                                          </p:val>
                                        </p:tav>
                                      </p:tavLst>
                                    </p:anim>
                                    <p:anim calcmode="lin" valueType="num">
                                      <p:cBhvr additive="base">
                                        <p:cTn id="13" dur="500" fill="hold"/>
                                        <p:tgtEl>
                                          <p:spTgt spid="6052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9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F1D7968-B6B4-4057-BFAD-4D8103EE34D5}" type="slidenum">
              <a:rPr lang="zh-CN" altLang="en-US"/>
              <a:pPr>
                <a:defRPr/>
              </a:pPr>
              <a:t>9</a:t>
            </a:fld>
            <a:endParaRPr lang="en-US" altLang="zh-CN"/>
          </a:p>
        </p:txBody>
      </p:sp>
      <p:graphicFrame>
        <p:nvGraphicFramePr>
          <p:cNvPr id="292868" name="Object 4"/>
          <p:cNvGraphicFramePr>
            <a:graphicFrameLocks noChangeAspect="1"/>
          </p:cNvGraphicFramePr>
          <p:nvPr/>
        </p:nvGraphicFramePr>
        <p:xfrm>
          <a:off x="1547813" y="4365625"/>
          <a:ext cx="4137025" cy="1027113"/>
        </p:xfrm>
        <a:graphic>
          <a:graphicData uri="http://schemas.openxmlformats.org/presentationml/2006/ole">
            <mc:AlternateContent xmlns:mc="http://schemas.openxmlformats.org/markup-compatibility/2006">
              <mc:Choice xmlns:v="urn:schemas-microsoft-com:vml" Requires="v">
                <p:oleObj spid="_x0000_s13350" name="Equation" r:id="rId3" imgW="1473200" imgH="393700" progId="Equation.3">
                  <p:embed/>
                </p:oleObj>
              </mc:Choice>
              <mc:Fallback>
                <p:oleObj name="Equation" r:id="rId3" imgW="14732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365625"/>
                        <a:ext cx="4137025"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2869" name="Text Box 5"/>
          <p:cNvSpPr txBox="1">
            <a:spLocks noChangeArrowheads="1"/>
          </p:cNvSpPr>
          <p:nvPr/>
        </p:nvSpPr>
        <p:spPr bwMode="auto">
          <a:xfrm>
            <a:off x="250825" y="5589588"/>
            <a:ext cx="8736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3200" b="0">
                <a:solidFill>
                  <a:schemeClr val="tx1"/>
                </a:solidFill>
                <a:ea typeface="宋体" pitchFamily="2" charset="-122"/>
              </a:rPr>
              <a:t>The three-point formula for the first-order derivative</a:t>
            </a:r>
          </a:p>
        </p:txBody>
      </p:sp>
      <p:graphicFrame>
        <p:nvGraphicFramePr>
          <p:cNvPr id="11269" name="Object 8"/>
          <p:cNvGraphicFramePr>
            <a:graphicFrameLocks noChangeAspect="1"/>
          </p:cNvGraphicFramePr>
          <p:nvPr/>
        </p:nvGraphicFramePr>
        <p:xfrm>
          <a:off x="179388" y="404813"/>
          <a:ext cx="7696200" cy="1138237"/>
        </p:xfrm>
        <a:graphic>
          <a:graphicData uri="http://schemas.openxmlformats.org/presentationml/2006/ole">
            <mc:AlternateContent xmlns:mc="http://schemas.openxmlformats.org/markup-compatibility/2006">
              <mc:Choice xmlns:v="urn:schemas-microsoft-com:vml" Requires="v">
                <p:oleObj spid="_x0000_s13351" name="Equation" r:id="rId5" imgW="3213100" imgH="419100" progId="Equation.3">
                  <p:embed/>
                </p:oleObj>
              </mc:Choice>
              <mc:Fallback>
                <p:oleObj name="Equation" r:id="rId5" imgW="32131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404813"/>
                        <a:ext cx="7696200"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2873" name="Object 9"/>
          <p:cNvGraphicFramePr>
            <a:graphicFrameLocks noChangeAspect="1"/>
          </p:cNvGraphicFramePr>
          <p:nvPr/>
        </p:nvGraphicFramePr>
        <p:xfrm>
          <a:off x="250825" y="1773238"/>
          <a:ext cx="8569325" cy="1101725"/>
        </p:xfrm>
        <a:graphic>
          <a:graphicData uri="http://schemas.openxmlformats.org/presentationml/2006/ole">
            <mc:AlternateContent xmlns:mc="http://schemas.openxmlformats.org/markup-compatibility/2006">
              <mc:Choice xmlns:v="urn:schemas-microsoft-com:vml" Requires="v">
                <p:oleObj spid="_x0000_s13352" name="Equation" r:id="rId7" imgW="3200400" imgH="419100" progId="Equation.3">
                  <p:embed/>
                </p:oleObj>
              </mc:Choice>
              <mc:Fallback>
                <p:oleObj name="Equation" r:id="rId7" imgW="32004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825" y="1773238"/>
                        <a:ext cx="8569325"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2874" name="Object 10"/>
          <p:cNvGraphicFramePr>
            <a:graphicFrameLocks noChangeAspect="1"/>
          </p:cNvGraphicFramePr>
          <p:nvPr/>
        </p:nvGraphicFramePr>
        <p:xfrm>
          <a:off x="1066800" y="3141663"/>
          <a:ext cx="5849938" cy="1093787"/>
        </p:xfrm>
        <a:graphic>
          <a:graphicData uri="http://schemas.openxmlformats.org/presentationml/2006/ole">
            <mc:AlternateContent xmlns:mc="http://schemas.openxmlformats.org/markup-compatibility/2006">
              <mc:Choice xmlns:v="urn:schemas-microsoft-com:vml" Requires="v">
                <p:oleObj spid="_x0000_s13353" name="Equation" r:id="rId9" imgW="2082800" imgH="419100" progId="Equation.3">
                  <p:embed/>
                </p:oleObj>
              </mc:Choice>
              <mc:Fallback>
                <p:oleObj name="Equation" r:id="rId9" imgW="20828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3141663"/>
                        <a:ext cx="5849938"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52"/>
          <p:cNvSpPr txBox="1">
            <a:spLocks noChangeArrowheads="1"/>
          </p:cNvSpPr>
          <p:nvPr/>
        </p:nvSpPr>
        <p:spPr bwMode="auto">
          <a:xfrm>
            <a:off x="2916238" y="6223000"/>
            <a:ext cx="5616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dirty="0">
                <a:solidFill>
                  <a:schemeClr val="tx1"/>
                </a:solidFill>
                <a:effectLst>
                  <a:outerShdw blurRad="38100" dist="38100" dir="2700000" algn="tl">
                    <a:srgbClr val="C0C0C0"/>
                  </a:outerShdw>
                </a:effectLst>
              </a:rPr>
              <a:t>中心差分</a:t>
            </a:r>
          </a:p>
        </p:txBody>
      </p:sp>
    </p:spTree>
    <p:extLst>
      <p:ext uri="{BB962C8B-B14F-4D97-AF65-F5344CB8AC3E}">
        <p14:creationId xmlns:p14="http://schemas.microsoft.com/office/powerpoint/2010/main" val="2519521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2874"/>
                                        </p:tgtEl>
                                        <p:attrNameLst>
                                          <p:attrName>style.visibility</p:attrName>
                                        </p:attrNameLst>
                                      </p:cBhvr>
                                      <p:to>
                                        <p:strVal val="visible"/>
                                      </p:to>
                                    </p:set>
                                    <p:anim calcmode="lin" valueType="num">
                                      <p:cBhvr additive="base">
                                        <p:cTn id="7" dur="500" fill="hold"/>
                                        <p:tgtEl>
                                          <p:spTgt spid="292874"/>
                                        </p:tgtEl>
                                        <p:attrNameLst>
                                          <p:attrName>ppt_x</p:attrName>
                                        </p:attrNameLst>
                                      </p:cBhvr>
                                      <p:tavLst>
                                        <p:tav tm="0">
                                          <p:val>
                                            <p:strVal val="0-#ppt_w/2"/>
                                          </p:val>
                                        </p:tav>
                                        <p:tav tm="100000">
                                          <p:val>
                                            <p:strVal val="#ppt_x"/>
                                          </p:val>
                                        </p:tav>
                                      </p:tavLst>
                                    </p:anim>
                                    <p:anim calcmode="lin" valueType="num">
                                      <p:cBhvr additive="base">
                                        <p:cTn id="8" dur="500" fill="hold"/>
                                        <p:tgtEl>
                                          <p:spTgt spid="2928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2868"/>
                                        </p:tgtEl>
                                        <p:attrNameLst>
                                          <p:attrName>style.visibility</p:attrName>
                                        </p:attrNameLst>
                                      </p:cBhvr>
                                      <p:to>
                                        <p:strVal val="visible"/>
                                      </p:to>
                                    </p:set>
                                    <p:anim calcmode="lin" valueType="num">
                                      <p:cBhvr additive="base">
                                        <p:cTn id="13" dur="500" fill="hold"/>
                                        <p:tgtEl>
                                          <p:spTgt spid="292868"/>
                                        </p:tgtEl>
                                        <p:attrNameLst>
                                          <p:attrName>ppt_x</p:attrName>
                                        </p:attrNameLst>
                                      </p:cBhvr>
                                      <p:tavLst>
                                        <p:tav tm="0">
                                          <p:val>
                                            <p:strVal val="0-#ppt_w/2"/>
                                          </p:val>
                                        </p:tav>
                                        <p:tav tm="100000">
                                          <p:val>
                                            <p:strVal val="#ppt_x"/>
                                          </p:val>
                                        </p:tav>
                                      </p:tavLst>
                                    </p:anim>
                                    <p:anim calcmode="lin" valueType="num">
                                      <p:cBhvr additive="base">
                                        <p:cTn id="14" dur="500" fill="hold"/>
                                        <p:tgtEl>
                                          <p:spTgt spid="29286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2869"/>
                                        </p:tgtEl>
                                        <p:attrNameLst>
                                          <p:attrName>style.visibility</p:attrName>
                                        </p:attrNameLst>
                                      </p:cBhvr>
                                      <p:to>
                                        <p:strVal val="visible"/>
                                      </p:to>
                                    </p:set>
                                    <p:anim calcmode="lin" valueType="num">
                                      <p:cBhvr additive="base">
                                        <p:cTn id="19" dur="500" fill="hold"/>
                                        <p:tgtEl>
                                          <p:spTgt spid="292869"/>
                                        </p:tgtEl>
                                        <p:attrNameLst>
                                          <p:attrName>ppt_x</p:attrName>
                                        </p:attrNameLst>
                                      </p:cBhvr>
                                      <p:tavLst>
                                        <p:tav tm="0">
                                          <p:val>
                                            <p:strVal val="0-#ppt_w/2"/>
                                          </p:val>
                                        </p:tav>
                                        <p:tav tm="100000">
                                          <p:val>
                                            <p:strVal val="#ppt_x"/>
                                          </p:val>
                                        </p:tav>
                                      </p:tavLst>
                                    </p:anim>
                                    <p:anim calcmode="lin" valueType="num">
                                      <p:cBhvr additive="base">
                                        <p:cTn id="20" dur="500" fill="hold"/>
                                        <p:tgtEl>
                                          <p:spTgt spid="292869"/>
                                        </p:tgtEl>
                                        <p:attrNameLst>
                                          <p:attrName>ppt_y</p:attrName>
                                        </p:attrNameLst>
                                      </p:cBhvr>
                                      <p:tavLst>
                                        <p:tav tm="0">
                                          <p:val>
                                            <p:strVal val="#ppt_y"/>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9" grpId="0" autoUpdateAnimBg="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20CFDC75-E00B-46F9-9FEE-4BBC448E1D7C}" type="slidenum">
              <a:rPr lang="zh-CN" altLang="en-US"/>
              <a:pPr>
                <a:defRPr/>
              </a:pPr>
              <a:t>10</a:t>
            </a:fld>
            <a:endParaRPr lang="en-US" altLang="zh-CN"/>
          </a:p>
        </p:txBody>
      </p:sp>
      <p:sp>
        <p:nvSpPr>
          <p:cNvPr id="498692" name="Text Box 4"/>
          <p:cNvSpPr txBox="1">
            <a:spLocks noChangeArrowheads="1"/>
          </p:cNvSpPr>
          <p:nvPr/>
        </p:nvSpPr>
        <p:spPr bwMode="auto">
          <a:xfrm>
            <a:off x="755650" y="260350"/>
            <a:ext cx="1087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498693" name="Object 5"/>
          <p:cNvGraphicFramePr>
            <a:graphicFrameLocks noChangeAspect="1"/>
          </p:cNvGraphicFramePr>
          <p:nvPr/>
        </p:nvGraphicFramePr>
        <p:xfrm>
          <a:off x="595313" y="5100638"/>
          <a:ext cx="6789737" cy="1136650"/>
        </p:xfrm>
        <a:graphic>
          <a:graphicData uri="http://schemas.openxmlformats.org/presentationml/2006/ole">
            <mc:AlternateContent xmlns:mc="http://schemas.openxmlformats.org/markup-compatibility/2006">
              <mc:Choice xmlns:v="urn:schemas-microsoft-com:vml" Requires="v">
                <p:oleObj spid="_x0000_s14383" name="公式" r:id="rId3" imgW="2590800" imgH="419100" progId="Equation.3">
                  <p:embed/>
                </p:oleObj>
              </mc:Choice>
              <mc:Fallback>
                <p:oleObj name="公式" r:id="rId3" imgW="25908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5100638"/>
                        <a:ext cx="6789737"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8694" name="Object 6"/>
          <p:cNvGraphicFramePr>
            <a:graphicFrameLocks noChangeAspect="1"/>
          </p:cNvGraphicFramePr>
          <p:nvPr/>
        </p:nvGraphicFramePr>
        <p:xfrm>
          <a:off x="611188" y="3770313"/>
          <a:ext cx="4137025" cy="1027112"/>
        </p:xfrm>
        <a:graphic>
          <a:graphicData uri="http://schemas.openxmlformats.org/presentationml/2006/ole">
            <mc:AlternateContent xmlns:mc="http://schemas.openxmlformats.org/markup-compatibility/2006">
              <mc:Choice xmlns:v="urn:schemas-microsoft-com:vml" Requires="v">
                <p:oleObj spid="_x0000_s14384" name="Equation" r:id="rId5" imgW="1473200" imgH="393700" progId="Equation.3">
                  <p:embed/>
                </p:oleObj>
              </mc:Choice>
              <mc:Fallback>
                <p:oleObj name="Equation" r:id="rId5" imgW="14732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3770313"/>
                        <a:ext cx="4137025"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Object 7"/>
          <p:cNvGraphicFramePr>
            <a:graphicFrameLocks noChangeAspect="1"/>
          </p:cNvGraphicFramePr>
          <p:nvPr/>
        </p:nvGraphicFramePr>
        <p:xfrm>
          <a:off x="2411413" y="333375"/>
          <a:ext cx="3168650" cy="727075"/>
        </p:xfrm>
        <a:graphic>
          <a:graphicData uri="http://schemas.openxmlformats.org/presentationml/2006/ole">
            <mc:AlternateContent xmlns:mc="http://schemas.openxmlformats.org/markup-compatibility/2006">
              <mc:Choice xmlns:v="urn:schemas-microsoft-com:vml" Requires="v">
                <p:oleObj spid="_x0000_s14385" name="公式" r:id="rId7" imgW="825500" imgH="203200" progId="Equation.3">
                  <p:embed/>
                </p:oleObj>
              </mc:Choice>
              <mc:Fallback>
                <p:oleObj name="公式" r:id="rId7" imgW="825500" imgH="203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333375"/>
                        <a:ext cx="316865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8697" name="Text Box 9"/>
          <p:cNvSpPr txBox="1">
            <a:spLocks noChangeArrowheads="1"/>
          </p:cNvSpPr>
          <p:nvPr/>
        </p:nvSpPr>
        <p:spPr bwMode="auto">
          <a:xfrm>
            <a:off x="468313" y="1628775"/>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0.1</a:t>
            </a:r>
          </a:p>
        </p:txBody>
      </p:sp>
      <p:graphicFrame>
        <p:nvGraphicFramePr>
          <p:cNvPr id="12296" name="Object 10"/>
          <p:cNvGraphicFramePr>
            <a:graphicFrameLocks noChangeAspect="1"/>
          </p:cNvGraphicFramePr>
          <p:nvPr/>
        </p:nvGraphicFramePr>
        <p:xfrm>
          <a:off x="2627313" y="1341438"/>
          <a:ext cx="3775075" cy="1109662"/>
        </p:xfrm>
        <a:graphic>
          <a:graphicData uri="http://schemas.openxmlformats.org/presentationml/2006/ole">
            <mc:AlternateContent xmlns:mc="http://schemas.openxmlformats.org/markup-compatibility/2006">
              <mc:Choice xmlns:v="urn:schemas-microsoft-com:vml" Requires="v">
                <p:oleObj spid="_x0000_s14386" name="公式" r:id="rId9" imgW="1384300" imgH="393700" progId="Equation.3">
                  <p:embed/>
                </p:oleObj>
              </mc:Choice>
              <mc:Fallback>
                <p:oleObj name="公式" r:id="rId9" imgW="13843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313" y="1341438"/>
                        <a:ext cx="3775075" cy="110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11"/>
          <p:cNvGraphicFramePr>
            <a:graphicFrameLocks noChangeAspect="1"/>
          </p:cNvGraphicFramePr>
          <p:nvPr/>
        </p:nvGraphicFramePr>
        <p:xfrm>
          <a:off x="3995738" y="2420938"/>
          <a:ext cx="3698875" cy="1087437"/>
        </p:xfrm>
        <a:graphic>
          <a:graphicData uri="http://schemas.openxmlformats.org/presentationml/2006/ole">
            <mc:AlternateContent xmlns:mc="http://schemas.openxmlformats.org/markup-compatibility/2006">
              <mc:Choice xmlns:v="urn:schemas-microsoft-com:vml" Requires="v">
                <p:oleObj spid="_x0000_s14387" name="公式" r:id="rId11" imgW="1384300" imgH="393700" progId="Equation.3">
                  <p:embed/>
                </p:oleObj>
              </mc:Choice>
              <mc:Fallback>
                <p:oleObj name="公式" r:id="rId11" imgW="1384300" imgH="3937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5738" y="2420938"/>
                        <a:ext cx="3698875"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5"/>
          <p:cNvSpPr txBox="1">
            <a:spLocks noChangeArrowheads="1"/>
          </p:cNvSpPr>
          <p:nvPr/>
        </p:nvSpPr>
        <p:spPr bwMode="auto">
          <a:xfrm>
            <a:off x="6265069" y="266329"/>
            <a:ext cx="2087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3200" i="1" dirty="0">
                <a:solidFill>
                  <a:schemeClr val="tx1"/>
                </a:solidFill>
                <a:effectLst>
                  <a:outerShdw blurRad="38100" dist="38100" dir="2700000" algn="tl">
                    <a:srgbClr val="C0C0C0"/>
                  </a:outerShdw>
                </a:effectLst>
              </a:rPr>
              <a:t>When x= 2</a:t>
            </a:r>
          </a:p>
        </p:txBody>
      </p:sp>
    </p:spTree>
    <p:extLst>
      <p:ext uri="{BB962C8B-B14F-4D97-AF65-F5344CB8AC3E}">
        <p14:creationId xmlns:p14="http://schemas.microsoft.com/office/powerpoint/2010/main" val="819651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98694"/>
                                        </p:tgtEl>
                                        <p:attrNameLst>
                                          <p:attrName>style.visibility</p:attrName>
                                        </p:attrNameLst>
                                      </p:cBhvr>
                                      <p:to>
                                        <p:strVal val="visible"/>
                                      </p:to>
                                    </p:set>
                                    <p:anim calcmode="lin" valueType="num">
                                      <p:cBhvr additive="base">
                                        <p:cTn id="7" dur="500" fill="hold"/>
                                        <p:tgtEl>
                                          <p:spTgt spid="498694"/>
                                        </p:tgtEl>
                                        <p:attrNameLst>
                                          <p:attrName>ppt_x</p:attrName>
                                        </p:attrNameLst>
                                      </p:cBhvr>
                                      <p:tavLst>
                                        <p:tav tm="0">
                                          <p:val>
                                            <p:strVal val="0-#ppt_w/2"/>
                                          </p:val>
                                        </p:tav>
                                        <p:tav tm="100000">
                                          <p:val>
                                            <p:strVal val="#ppt_x"/>
                                          </p:val>
                                        </p:tav>
                                      </p:tavLst>
                                    </p:anim>
                                    <p:anim calcmode="lin" valueType="num">
                                      <p:cBhvr additive="base">
                                        <p:cTn id="8" dur="500" fill="hold"/>
                                        <p:tgtEl>
                                          <p:spTgt spid="4986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98693"/>
                                        </p:tgtEl>
                                        <p:attrNameLst>
                                          <p:attrName>style.visibility</p:attrName>
                                        </p:attrNameLst>
                                      </p:cBhvr>
                                      <p:to>
                                        <p:strVal val="visible"/>
                                      </p:to>
                                    </p:set>
                                    <p:anim calcmode="lin" valueType="num">
                                      <p:cBhvr additive="base">
                                        <p:cTn id="13" dur="500" fill="hold"/>
                                        <p:tgtEl>
                                          <p:spTgt spid="498693"/>
                                        </p:tgtEl>
                                        <p:attrNameLst>
                                          <p:attrName>ppt_x</p:attrName>
                                        </p:attrNameLst>
                                      </p:cBhvr>
                                      <p:tavLst>
                                        <p:tav tm="0">
                                          <p:val>
                                            <p:strVal val="0-#ppt_w/2"/>
                                          </p:val>
                                        </p:tav>
                                        <p:tav tm="100000">
                                          <p:val>
                                            <p:strVal val="#ppt_x"/>
                                          </p:val>
                                        </p:tav>
                                      </p:tavLst>
                                    </p:anim>
                                    <p:anim calcmode="lin" valueType="num">
                                      <p:cBhvr additive="base">
                                        <p:cTn id="14" dur="500" fill="hold"/>
                                        <p:tgtEl>
                                          <p:spTgt spid="4986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11C0EF4-AEB9-446B-A5EE-CFA6B31C7EC0}" type="slidenum">
              <a:rPr lang="zh-CN" altLang="en-US"/>
              <a:pPr>
                <a:defRPr/>
              </a:pPr>
              <a:t>11</a:t>
            </a:fld>
            <a:endParaRPr lang="en-US" altLang="zh-CN"/>
          </a:p>
        </p:txBody>
      </p:sp>
      <p:graphicFrame>
        <p:nvGraphicFramePr>
          <p:cNvPr id="293894" name="Object 6"/>
          <p:cNvGraphicFramePr>
            <a:graphicFrameLocks noChangeAspect="1"/>
          </p:cNvGraphicFramePr>
          <p:nvPr>
            <p:extLst>
              <p:ext uri="{D42A27DB-BD31-4B8C-83A1-F6EECF244321}">
                <p14:modId xmlns:p14="http://schemas.microsoft.com/office/powerpoint/2010/main" val="1682630901"/>
              </p:ext>
            </p:extLst>
          </p:nvPr>
        </p:nvGraphicFramePr>
        <p:xfrm>
          <a:off x="611560" y="2276872"/>
          <a:ext cx="5849937" cy="1093788"/>
        </p:xfrm>
        <a:graphic>
          <a:graphicData uri="http://schemas.openxmlformats.org/presentationml/2006/ole">
            <mc:AlternateContent xmlns:mc="http://schemas.openxmlformats.org/markup-compatibility/2006">
              <mc:Choice xmlns:v="urn:schemas-microsoft-com:vml" Requires="v">
                <p:oleObj spid="_x0000_s15424" name="Equation" r:id="rId3" imgW="2082800" imgH="419100" progId="Equation.3">
                  <p:embed/>
                </p:oleObj>
              </mc:Choice>
              <mc:Fallback>
                <p:oleObj name="Equation" r:id="rId3" imgW="20828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2276872"/>
                        <a:ext cx="5849937" cy="109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5" name="Object 7"/>
          <p:cNvGraphicFramePr>
            <a:graphicFrameLocks noChangeAspect="1"/>
          </p:cNvGraphicFramePr>
          <p:nvPr>
            <p:extLst>
              <p:ext uri="{D42A27DB-BD31-4B8C-83A1-F6EECF244321}">
                <p14:modId xmlns:p14="http://schemas.microsoft.com/office/powerpoint/2010/main" val="1549278705"/>
              </p:ext>
            </p:extLst>
          </p:nvPr>
        </p:nvGraphicFramePr>
        <p:xfrm>
          <a:off x="971550" y="5719588"/>
          <a:ext cx="6135688" cy="1093788"/>
        </p:xfrm>
        <a:graphic>
          <a:graphicData uri="http://schemas.openxmlformats.org/presentationml/2006/ole">
            <mc:AlternateContent xmlns:mc="http://schemas.openxmlformats.org/markup-compatibility/2006">
              <mc:Choice xmlns:v="urn:schemas-microsoft-com:vml" Requires="v">
                <p:oleObj spid="_x0000_s15425" name="Equation" r:id="rId5" imgW="2184400" imgH="419100" progId="Equation.3">
                  <p:embed/>
                </p:oleObj>
              </mc:Choice>
              <mc:Fallback>
                <p:oleObj name="Equation" r:id="rId5" imgW="21844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5719588"/>
                        <a:ext cx="6135688" cy="109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8"/>
          <p:cNvGraphicFramePr>
            <a:graphicFrameLocks noChangeAspect="1"/>
          </p:cNvGraphicFramePr>
          <p:nvPr>
            <p:extLst>
              <p:ext uri="{D42A27DB-BD31-4B8C-83A1-F6EECF244321}">
                <p14:modId xmlns:p14="http://schemas.microsoft.com/office/powerpoint/2010/main" val="3105879637"/>
              </p:ext>
            </p:extLst>
          </p:nvPr>
        </p:nvGraphicFramePr>
        <p:xfrm>
          <a:off x="468313" y="188640"/>
          <a:ext cx="7273925" cy="1076325"/>
        </p:xfrm>
        <a:graphic>
          <a:graphicData uri="http://schemas.openxmlformats.org/presentationml/2006/ole">
            <mc:AlternateContent xmlns:mc="http://schemas.openxmlformats.org/markup-compatibility/2006">
              <mc:Choice xmlns:v="urn:schemas-microsoft-com:vml" Requires="v">
                <p:oleObj spid="_x0000_s15426" name="Equation" r:id="rId7" imgW="3213100" imgH="419100" progId="Equation.3">
                  <p:embed/>
                </p:oleObj>
              </mc:Choice>
              <mc:Fallback>
                <p:oleObj name="Equation" r:id="rId7" imgW="32131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188640"/>
                        <a:ext cx="7273925"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9"/>
          <p:cNvGraphicFramePr>
            <a:graphicFrameLocks noChangeAspect="1"/>
          </p:cNvGraphicFramePr>
          <p:nvPr>
            <p:extLst>
              <p:ext uri="{D42A27DB-BD31-4B8C-83A1-F6EECF244321}">
                <p14:modId xmlns:p14="http://schemas.microsoft.com/office/powerpoint/2010/main" val="4048265716"/>
              </p:ext>
            </p:extLst>
          </p:nvPr>
        </p:nvGraphicFramePr>
        <p:xfrm>
          <a:off x="395288" y="1269728"/>
          <a:ext cx="7489825" cy="963612"/>
        </p:xfrm>
        <a:graphic>
          <a:graphicData uri="http://schemas.openxmlformats.org/presentationml/2006/ole">
            <mc:AlternateContent xmlns:mc="http://schemas.openxmlformats.org/markup-compatibility/2006">
              <mc:Choice xmlns:v="urn:schemas-microsoft-com:vml" Requires="v">
                <p:oleObj spid="_x0000_s15427" name="Equation" r:id="rId9" imgW="3200400" imgH="419100" progId="Equation.3">
                  <p:embed/>
                </p:oleObj>
              </mc:Choice>
              <mc:Fallback>
                <p:oleObj name="Equation" r:id="rId9" imgW="32004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1269728"/>
                        <a:ext cx="7489825" cy="963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12062890"/>
              </p:ext>
            </p:extLst>
          </p:nvPr>
        </p:nvGraphicFramePr>
        <p:xfrm>
          <a:off x="304874" y="3645024"/>
          <a:ext cx="8083550" cy="1065213"/>
        </p:xfrm>
        <a:graphic>
          <a:graphicData uri="http://schemas.openxmlformats.org/presentationml/2006/ole">
            <mc:AlternateContent xmlns:mc="http://schemas.openxmlformats.org/markup-compatibility/2006">
              <mc:Choice xmlns:v="urn:schemas-microsoft-com:vml" Requires="v">
                <p:oleObj spid="_x0000_s15428" name="公式" r:id="rId11" imgW="3606800" imgH="419100" progId="Equation.3">
                  <p:embed/>
                </p:oleObj>
              </mc:Choice>
              <mc:Fallback>
                <p:oleObj name="公式" r:id="rId11" imgW="3606800" imgH="419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74" y="3645024"/>
                        <a:ext cx="808355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82520726"/>
              </p:ext>
            </p:extLst>
          </p:nvPr>
        </p:nvGraphicFramePr>
        <p:xfrm>
          <a:off x="251520" y="4797152"/>
          <a:ext cx="8823325" cy="1065212"/>
        </p:xfrm>
        <a:graphic>
          <a:graphicData uri="http://schemas.openxmlformats.org/presentationml/2006/ole">
            <mc:AlternateContent xmlns:mc="http://schemas.openxmlformats.org/markup-compatibility/2006">
              <mc:Choice xmlns:v="urn:schemas-microsoft-com:vml" Requires="v">
                <p:oleObj spid="_x0000_s15429" name="公式" r:id="rId13" imgW="3937000" imgH="419100" progId="Equation.3">
                  <p:embed/>
                </p:oleObj>
              </mc:Choice>
              <mc:Fallback>
                <p:oleObj name="公式" r:id="rId13" imgW="3937000" imgH="4191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520" y="4797152"/>
                        <a:ext cx="8823325"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5893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93895"/>
                                        </p:tgtEl>
                                        <p:attrNameLst>
                                          <p:attrName>style.visibility</p:attrName>
                                        </p:attrNameLst>
                                      </p:cBhvr>
                                      <p:to>
                                        <p:strVal val="visible"/>
                                      </p:to>
                                    </p:set>
                                    <p:anim calcmode="lin" valueType="num">
                                      <p:cBhvr additive="base">
                                        <p:cTn id="17" dur="500" fill="hold"/>
                                        <p:tgtEl>
                                          <p:spTgt spid="293895"/>
                                        </p:tgtEl>
                                        <p:attrNameLst>
                                          <p:attrName>ppt_x</p:attrName>
                                        </p:attrNameLst>
                                      </p:cBhvr>
                                      <p:tavLst>
                                        <p:tav tm="0">
                                          <p:val>
                                            <p:strVal val="0-#ppt_w/2"/>
                                          </p:val>
                                        </p:tav>
                                        <p:tav tm="100000">
                                          <p:val>
                                            <p:strVal val="#ppt_x"/>
                                          </p:val>
                                        </p:tav>
                                      </p:tavLst>
                                    </p:anim>
                                    <p:anim calcmode="lin" valueType="num">
                                      <p:cBhvr additive="base">
                                        <p:cTn id="18" dur="500" fill="hold"/>
                                        <p:tgtEl>
                                          <p:spTgt spid="293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82435B78-4A00-4840-9141-09D3413095DA}" type="slidenum">
              <a:rPr lang="zh-CN" altLang="en-US"/>
              <a:pPr>
                <a:defRPr/>
              </a:pPr>
              <a:t>12</a:t>
            </a:fld>
            <a:endParaRPr lang="en-US" altLang="zh-CN"/>
          </a:p>
        </p:txBody>
      </p:sp>
      <p:graphicFrame>
        <p:nvGraphicFramePr>
          <p:cNvPr id="294914" name="Object 2"/>
          <p:cNvGraphicFramePr>
            <a:graphicFrameLocks noChangeAspect="1"/>
          </p:cNvGraphicFramePr>
          <p:nvPr/>
        </p:nvGraphicFramePr>
        <p:xfrm>
          <a:off x="485775" y="3733800"/>
          <a:ext cx="7883525" cy="1027113"/>
        </p:xfrm>
        <a:graphic>
          <a:graphicData uri="http://schemas.openxmlformats.org/presentationml/2006/ole">
            <mc:AlternateContent xmlns:mc="http://schemas.openxmlformats.org/markup-compatibility/2006">
              <mc:Choice xmlns:v="urn:schemas-microsoft-com:vml" Requires="v">
                <p:oleObj spid="_x0000_s16410" name="公式" r:id="rId3" imgW="2806700" imgH="393700" progId="Equation.3">
                  <p:embed/>
                </p:oleObj>
              </mc:Choice>
              <mc:Fallback>
                <p:oleObj name="公式" r:id="rId3" imgW="28067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 y="3733800"/>
                        <a:ext cx="7883525"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3"/>
          <p:cNvGraphicFramePr>
            <a:graphicFrameLocks noChangeAspect="1"/>
          </p:cNvGraphicFramePr>
          <p:nvPr/>
        </p:nvGraphicFramePr>
        <p:xfrm>
          <a:off x="1133475" y="1143000"/>
          <a:ext cx="5849938" cy="1093788"/>
        </p:xfrm>
        <a:graphic>
          <a:graphicData uri="http://schemas.openxmlformats.org/presentationml/2006/ole">
            <mc:AlternateContent xmlns:mc="http://schemas.openxmlformats.org/markup-compatibility/2006">
              <mc:Choice xmlns:v="urn:schemas-microsoft-com:vml" Requires="v">
                <p:oleObj spid="_x0000_s16411" name="Equation" r:id="rId5" imgW="2082800" imgH="419100" progId="Equation.3">
                  <p:embed/>
                </p:oleObj>
              </mc:Choice>
              <mc:Fallback>
                <p:oleObj name="Equation" r:id="rId5" imgW="20828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3475" y="1143000"/>
                        <a:ext cx="5849938" cy="109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4"/>
          <p:cNvGraphicFramePr>
            <a:graphicFrameLocks noChangeAspect="1"/>
          </p:cNvGraphicFramePr>
          <p:nvPr/>
        </p:nvGraphicFramePr>
        <p:xfrm>
          <a:off x="1066800" y="2209800"/>
          <a:ext cx="6135688" cy="1093788"/>
        </p:xfrm>
        <a:graphic>
          <a:graphicData uri="http://schemas.openxmlformats.org/presentationml/2006/ole">
            <mc:AlternateContent xmlns:mc="http://schemas.openxmlformats.org/markup-compatibility/2006">
              <mc:Choice xmlns:v="urn:schemas-microsoft-com:vml" Requires="v">
                <p:oleObj spid="_x0000_s16412" name="Equation" r:id="rId7" imgW="2184400" imgH="419100" progId="Equation.3">
                  <p:embed/>
                </p:oleObj>
              </mc:Choice>
              <mc:Fallback>
                <p:oleObj name="Equation" r:id="rId7" imgW="21844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2209800"/>
                        <a:ext cx="6135688" cy="109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4917" name="Text Box 5"/>
          <p:cNvSpPr txBox="1">
            <a:spLocks noChangeArrowheads="1"/>
          </p:cNvSpPr>
          <p:nvPr/>
        </p:nvSpPr>
        <p:spPr bwMode="auto">
          <a:xfrm>
            <a:off x="179388" y="5300663"/>
            <a:ext cx="85550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3200" b="0">
                <a:solidFill>
                  <a:schemeClr val="tx1"/>
                </a:solidFill>
                <a:ea typeface="宋体" pitchFamily="2" charset="-122"/>
              </a:rPr>
              <a:t>The five-point formula for the first-order derivative</a:t>
            </a:r>
          </a:p>
        </p:txBody>
      </p:sp>
    </p:spTree>
    <p:extLst>
      <p:ext uri="{BB962C8B-B14F-4D97-AF65-F5344CB8AC3E}">
        <p14:creationId xmlns:p14="http://schemas.microsoft.com/office/powerpoint/2010/main" val="3735185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4914"/>
                                        </p:tgtEl>
                                        <p:attrNameLst>
                                          <p:attrName>style.visibility</p:attrName>
                                        </p:attrNameLst>
                                      </p:cBhvr>
                                      <p:to>
                                        <p:strVal val="visible"/>
                                      </p:to>
                                    </p:set>
                                    <p:anim calcmode="lin" valueType="num">
                                      <p:cBhvr additive="base">
                                        <p:cTn id="7" dur="500" fill="hold"/>
                                        <p:tgtEl>
                                          <p:spTgt spid="294914"/>
                                        </p:tgtEl>
                                        <p:attrNameLst>
                                          <p:attrName>ppt_x</p:attrName>
                                        </p:attrNameLst>
                                      </p:cBhvr>
                                      <p:tavLst>
                                        <p:tav tm="0">
                                          <p:val>
                                            <p:strVal val="0-#ppt_w/2"/>
                                          </p:val>
                                        </p:tav>
                                        <p:tav tm="100000">
                                          <p:val>
                                            <p:strVal val="#ppt_x"/>
                                          </p:val>
                                        </p:tav>
                                      </p:tavLst>
                                    </p:anim>
                                    <p:anim calcmode="lin" valueType="num">
                                      <p:cBhvr additive="base">
                                        <p:cTn id="8" dur="500" fill="hold"/>
                                        <p:tgtEl>
                                          <p:spTgt spid="2949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4917"/>
                                        </p:tgtEl>
                                        <p:attrNameLst>
                                          <p:attrName>style.visibility</p:attrName>
                                        </p:attrNameLst>
                                      </p:cBhvr>
                                      <p:to>
                                        <p:strVal val="visible"/>
                                      </p:to>
                                    </p:set>
                                    <p:anim calcmode="lin" valueType="num">
                                      <p:cBhvr additive="base">
                                        <p:cTn id="13" dur="500" fill="hold"/>
                                        <p:tgtEl>
                                          <p:spTgt spid="294917"/>
                                        </p:tgtEl>
                                        <p:attrNameLst>
                                          <p:attrName>ppt_x</p:attrName>
                                        </p:attrNameLst>
                                      </p:cBhvr>
                                      <p:tavLst>
                                        <p:tav tm="0">
                                          <p:val>
                                            <p:strVal val="0-#ppt_w/2"/>
                                          </p:val>
                                        </p:tav>
                                        <p:tav tm="100000">
                                          <p:val>
                                            <p:strVal val="#ppt_x"/>
                                          </p:val>
                                        </p:tav>
                                      </p:tavLst>
                                    </p:anim>
                                    <p:anim calcmode="lin" valueType="num">
                                      <p:cBhvr additive="base">
                                        <p:cTn id="14" dur="500" fill="hold"/>
                                        <p:tgtEl>
                                          <p:spTgt spid="2949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7"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8C3306B6-9898-4C19-9044-C7482D92D154}" type="slidenum">
              <a:rPr lang="zh-CN" altLang="en-US"/>
              <a:pPr>
                <a:defRPr/>
              </a:pPr>
              <a:t>13</a:t>
            </a:fld>
            <a:endParaRPr lang="en-US" altLang="zh-CN"/>
          </a:p>
        </p:txBody>
      </p:sp>
      <p:graphicFrame>
        <p:nvGraphicFramePr>
          <p:cNvPr id="294914" name="Object 2"/>
          <p:cNvGraphicFramePr>
            <a:graphicFrameLocks noChangeAspect="1"/>
          </p:cNvGraphicFramePr>
          <p:nvPr/>
        </p:nvGraphicFramePr>
        <p:xfrm>
          <a:off x="485775" y="4994275"/>
          <a:ext cx="7883525" cy="1027113"/>
        </p:xfrm>
        <a:graphic>
          <a:graphicData uri="http://schemas.openxmlformats.org/presentationml/2006/ole">
            <mc:AlternateContent xmlns:mc="http://schemas.openxmlformats.org/markup-compatibility/2006">
              <mc:Choice xmlns:v="urn:schemas-microsoft-com:vml" Requires="v">
                <p:oleObj spid="_x0000_s17442" name="公式" r:id="rId3" imgW="2806700" imgH="393700" progId="Equation.3">
                  <p:embed/>
                </p:oleObj>
              </mc:Choice>
              <mc:Fallback>
                <p:oleObj name="公式" r:id="rId3" imgW="28067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 y="4994275"/>
                        <a:ext cx="7883525"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4917" name="Text Box 5"/>
          <p:cNvSpPr txBox="1">
            <a:spLocks noChangeArrowheads="1"/>
          </p:cNvSpPr>
          <p:nvPr/>
        </p:nvSpPr>
        <p:spPr bwMode="auto">
          <a:xfrm>
            <a:off x="179388" y="6089650"/>
            <a:ext cx="8555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3200" b="0">
                <a:solidFill>
                  <a:schemeClr val="tx1"/>
                </a:solidFill>
                <a:ea typeface="宋体" pitchFamily="2" charset="-122"/>
              </a:rPr>
              <a:t>The five-point formula for the first-order derivative</a:t>
            </a:r>
          </a:p>
        </p:txBody>
      </p:sp>
      <p:graphicFrame>
        <p:nvGraphicFramePr>
          <p:cNvPr id="7" name="Object 4"/>
          <p:cNvGraphicFramePr>
            <a:graphicFrameLocks noChangeAspect="1"/>
          </p:cNvGraphicFramePr>
          <p:nvPr/>
        </p:nvGraphicFramePr>
        <p:xfrm>
          <a:off x="1547813" y="3265488"/>
          <a:ext cx="4137025" cy="1027112"/>
        </p:xfrm>
        <a:graphic>
          <a:graphicData uri="http://schemas.openxmlformats.org/presentationml/2006/ole">
            <mc:AlternateContent xmlns:mc="http://schemas.openxmlformats.org/markup-compatibility/2006">
              <mc:Choice xmlns:v="urn:schemas-microsoft-com:vml" Requires="v">
                <p:oleObj spid="_x0000_s17443" name="Equation" r:id="rId5" imgW="1473200" imgH="393700" progId="Equation.3">
                  <p:embed/>
                </p:oleObj>
              </mc:Choice>
              <mc:Fallback>
                <p:oleObj name="Equation" r:id="rId5" imgW="14732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3265488"/>
                        <a:ext cx="4137025"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5"/>
          <p:cNvSpPr txBox="1">
            <a:spLocks noChangeArrowheads="1"/>
          </p:cNvSpPr>
          <p:nvPr/>
        </p:nvSpPr>
        <p:spPr bwMode="auto">
          <a:xfrm>
            <a:off x="250825" y="4292600"/>
            <a:ext cx="8736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3200" b="0">
                <a:solidFill>
                  <a:schemeClr val="tx1"/>
                </a:solidFill>
                <a:ea typeface="宋体" pitchFamily="2" charset="-122"/>
              </a:rPr>
              <a:t>The three-point formula for the first-order derivative</a:t>
            </a:r>
          </a:p>
        </p:txBody>
      </p:sp>
      <p:graphicFrame>
        <p:nvGraphicFramePr>
          <p:cNvPr id="9" name="Object 4"/>
          <p:cNvGraphicFramePr>
            <a:graphicFrameLocks noChangeAspect="1"/>
          </p:cNvGraphicFramePr>
          <p:nvPr/>
        </p:nvGraphicFramePr>
        <p:xfrm>
          <a:off x="611188" y="1490663"/>
          <a:ext cx="3619500" cy="1116012"/>
        </p:xfrm>
        <a:graphic>
          <a:graphicData uri="http://schemas.openxmlformats.org/presentationml/2006/ole">
            <mc:AlternateContent xmlns:mc="http://schemas.openxmlformats.org/markup-compatibility/2006">
              <mc:Choice xmlns:v="urn:schemas-microsoft-com:vml" Requires="v">
                <p:oleObj spid="_x0000_s17444" name="Equation" r:id="rId7" imgW="1320227" imgH="393529" progId="Equation.3">
                  <p:embed/>
                </p:oleObj>
              </mc:Choice>
              <mc:Fallback>
                <p:oleObj name="Equation" r:id="rId7" imgW="1320227"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1490663"/>
                        <a:ext cx="3619500" cy="1116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7"/>
          <p:cNvSpPr txBox="1">
            <a:spLocks noChangeArrowheads="1"/>
          </p:cNvSpPr>
          <p:nvPr/>
        </p:nvSpPr>
        <p:spPr bwMode="auto">
          <a:xfrm>
            <a:off x="684213" y="2622550"/>
            <a:ext cx="7489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2800" b="0">
                <a:solidFill>
                  <a:schemeClr val="tx1"/>
                </a:solidFill>
                <a:ea typeface="宋体" pitchFamily="2" charset="-122"/>
              </a:rPr>
              <a:t>The two-point formula for the first-order derivative</a:t>
            </a:r>
          </a:p>
        </p:txBody>
      </p:sp>
      <p:graphicFrame>
        <p:nvGraphicFramePr>
          <p:cNvPr id="2" name="对象 1"/>
          <p:cNvGraphicFramePr>
            <a:graphicFrameLocks noChangeAspect="1"/>
          </p:cNvGraphicFramePr>
          <p:nvPr/>
        </p:nvGraphicFramePr>
        <p:xfrm>
          <a:off x="4645025" y="1482725"/>
          <a:ext cx="3529013" cy="1087438"/>
        </p:xfrm>
        <a:graphic>
          <a:graphicData uri="http://schemas.openxmlformats.org/presentationml/2006/ole">
            <mc:AlternateContent xmlns:mc="http://schemas.openxmlformats.org/markup-compatibility/2006">
              <mc:Choice xmlns:v="urn:schemas-microsoft-com:vml" Requires="v">
                <p:oleObj spid="_x0000_s17445" name="公式" r:id="rId9" imgW="1320227" imgH="393529" progId="Equation.3">
                  <p:embed/>
                </p:oleObj>
              </mc:Choice>
              <mc:Fallback>
                <p:oleObj name="公式" r:id="rId9" imgW="1320227"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5025" y="1482725"/>
                        <a:ext cx="3529013"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0" name="Rectangle 2"/>
          <p:cNvSpPr>
            <a:spLocks noChangeArrowheads="1"/>
          </p:cNvSpPr>
          <p:nvPr/>
        </p:nvSpPr>
        <p:spPr bwMode="auto">
          <a:xfrm>
            <a:off x="163513" y="188913"/>
            <a:ext cx="9096375"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nSpc>
                <a:spcPct val="130000"/>
              </a:lnSpc>
            </a:pPr>
            <a:r>
              <a:rPr lang="en-US" altLang="zh-CN" sz="3200">
                <a:solidFill>
                  <a:schemeClr val="tx1"/>
                </a:solidFill>
                <a:latin typeface="CMR10" charset="0"/>
              </a:rPr>
              <a:t>truncation errors:</a:t>
            </a:r>
            <a:r>
              <a:rPr lang="en-US" altLang="zh-CN" sz="2800" b="0">
                <a:solidFill>
                  <a:schemeClr val="tx1"/>
                </a:solidFill>
                <a:latin typeface="CMR10" charset="0"/>
              </a:rPr>
              <a:t> which result when approximations are used to represent exact mathematical procedures. </a:t>
            </a:r>
            <a:endParaRPr lang="zh-CN" altLang="en-US" sz="2800" b="0">
              <a:solidFill>
                <a:schemeClr val="tx1"/>
              </a:solidFill>
              <a:latin typeface="CMR10" charset="0"/>
            </a:endParaRPr>
          </a:p>
        </p:txBody>
      </p:sp>
    </p:spTree>
    <p:extLst>
      <p:ext uri="{BB962C8B-B14F-4D97-AF65-F5344CB8AC3E}">
        <p14:creationId xmlns:p14="http://schemas.microsoft.com/office/powerpoint/2010/main" val="2472158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94914"/>
                                        </p:tgtEl>
                                        <p:attrNameLst>
                                          <p:attrName>style.visibility</p:attrName>
                                        </p:attrNameLst>
                                      </p:cBhvr>
                                      <p:to>
                                        <p:strVal val="visible"/>
                                      </p:to>
                                    </p:set>
                                    <p:anim calcmode="lin" valueType="num">
                                      <p:cBhvr additive="base">
                                        <p:cTn id="31" dur="500" fill="hold"/>
                                        <p:tgtEl>
                                          <p:spTgt spid="294914"/>
                                        </p:tgtEl>
                                        <p:attrNameLst>
                                          <p:attrName>ppt_x</p:attrName>
                                        </p:attrNameLst>
                                      </p:cBhvr>
                                      <p:tavLst>
                                        <p:tav tm="0">
                                          <p:val>
                                            <p:strVal val="0-#ppt_w/2"/>
                                          </p:val>
                                        </p:tav>
                                        <p:tav tm="100000">
                                          <p:val>
                                            <p:strVal val="#ppt_x"/>
                                          </p:val>
                                        </p:tav>
                                      </p:tavLst>
                                    </p:anim>
                                    <p:anim calcmode="lin" valueType="num">
                                      <p:cBhvr additive="base">
                                        <p:cTn id="32" dur="500" fill="hold"/>
                                        <p:tgtEl>
                                          <p:spTgt spid="2949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94917"/>
                                        </p:tgtEl>
                                        <p:attrNameLst>
                                          <p:attrName>style.visibility</p:attrName>
                                        </p:attrNameLst>
                                      </p:cBhvr>
                                      <p:to>
                                        <p:strVal val="visible"/>
                                      </p:to>
                                    </p:set>
                                    <p:anim calcmode="lin" valueType="num">
                                      <p:cBhvr additive="base">
                                        <p:cTn id="35" dur="500" fill="hold"/>
                                        <p:tgtEl>
                                          <p:spTgt spid="294917"/>
                                        </p:tgtEl>
                                        <p:attrNameLst>
                                          <p:attrName>ppt_x</p:attrName>
                                        </p:attrNameLst>
                                      </p:cBhvr>
                                      <p:tavLst>
                                        <p:tav tm="0">
                                          <p:val>
                                            <p:strVal val="0-#ppt_w/2"/>
                                          </p:val>
                                        </p:tav>
                                        <p:tav tm="100000">
                                          <p:val>
                                            <p:strVal val="#ppt_x"/>
                                          </p:val>
                                        </p:tav>
                                      </p:tavLst>
                                    </p:anim>
                                    <p:anim calcmode="lin" valueType="num">
                                      <p:cBhvr additive="base">
                                        <p:cTn id="36" dur="500" fill="hold"/>
                                        <p:tgtEl>
                                          <p:spTgt spid="2949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7" grpId="0" autoUpdateAnimBg="0"/>
      <p:bldP spid="8" grpId="0" autoUpdateAnimBg="0"/>
      <p:bldP spid="10"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DCDCE60-4883-4F87-81CE-6631D20C510E}" type="slidenum">
              <a:rPr lang="zh-CN" altLang="en-US"/>
              <a:pPr>
                <a:defRPr/>
              </a:pPr>
              <a:t>14</a:t>
            </a:fld>
            <a:endParaRPr lang="en-US" altLang="zh-CN"/>
          </a:p>
        </p:txBody>
      </p:sp>
      <p:sp>
        <p:nvSpPr>
          <p:cNvPr id="608258" name="Text Box 2"/>
          <p:cNvSpPr txBox="1">
            <a:spLocks noChangeArrowheads="1"/>
          </p:cNvSpPr>
          <p:nvPr/>
        </p:nvSpPr>
        <p:spPr bwMode="auto">
          <a:xfrm>
            <a:off x="755650" y="260350"/>
            <a:ext cx="1087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608260" name="Object 4"/>
          <p:cNvGraphicFramePr>
            <a:graphicFrameLocks noChangeAspect="1"/>
          </p:cNvGraphicFramePr>
          <p:nvPr/>
        </p:nvGraphicFramePr>
        <p:xfrm>
          <a:off x="577850" y="3357563"/>
          <a:ext cx="4135438" cy="1027112"/>
        </p:xfrm>
        <a:graphic>
          <a:graphicData uri="http://schemas.openxmlformats.org/presentationml/2006/ole">
            <mc:AlternateContent xmlns:mc="http://schemas.openxmlformats.org/markup-compatibility/2006">
              <mc:Choice xmlns:v="urn:schemas-microsoft-com:vml" Requires="v">
                <p:oleObj spid="_x0000_s18482" name="公式" r:id="rId3" imgW="1473200" imgH="393700" progId="Equation.3">
                  <p:embed/>
                </p:oleObj>
              </mc:Choice>
              <mc:Fallback>
                <p:oleObj name="公式" r:id="rId3" imgW="14732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850" y="3357563"/>
                        <a:ext cx="4135438"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 name="Object 5"/>
          <p:cNvGraphicFramePr>
            <a:graphicFrameLocks noChangeAspect="1"/>
          </p:cNvGraphicFramePr>
          <p:nvPr/>
        </p:nvGraphicFramePr>
        <p:xfrm>
          <a:off x="2411413" y="333375"/>
          <a:ext cx="3168650" cy="727075"/>
        </p:xfrm>
        <a:graphic>
          <a:graphicData uri="http://schemas.openxmlformats.org/presentationml/2006/ole">
            <mc:AlternateContent xmlns:mc="http://schemas.openxmlformats.org/markup-compatibility/2006">
              <mc:Choice xmlns:v="urn:schemas-microsoft-com:vml" Requires="v">
                <p:oleObj spid="_x0000_s18483" name="公式" r:id="rId5" imgW="825500" imgH="203200" progId="Equation.3">
                  <p:embed/>
                </p:oleObj>
              </mc:Choice>
              <mc:Fallback>
                <p:oleObj name="公式" r:id="rId5" imgW="825500" imgH="203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33375"/>
                        <a:ext cx="316865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8262" name="Text Box 6"/>
          <p:cNvSpPr txBox="1">
            <a:spLocks noChangeArrowheads="1"/>
          </p:cNvSpPr>
          <p:nvPr/>
        </p:nvSpPr>
        <p:spPr bwMode="auto">
          <a:xfrm>
            <a:off x="468313" y="1628775"/>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h= 0.1</a:t>
            </a:r>
          </a:p>
        </p:txBody>
      </p:sp>
      <p:graphicFrame>
        <p:nvGraphicFramePr>
          <p:cNvPr id="16391" name="Object 7"/>
          <p:cNvGraphicFramePr>
            <a:graphicFrameLocks noChangeAspect="1"/>
          </p:cNvGraphicFramePr>
          <p:nvPr/>
        </p:nvGraphicFramePr>
        <p:xfrm>
          <a:off x="2627313" y="1341438"/>
          <a:ext cx="3775075" cy="1109662"/>
        </p:xfrm>
        <a:graphic>
          <a:graphicData uri="http://schemas.openxmlformats.org/presentationml/2006/ole">
            <mc:AlternateContent xmlns:mc="http://schemas.openxmlformats.org/markup-compatibility/2006">
              <mc:Choice xmlns:v="urn:schemas-microsoft-com:vml" Requires="v">
                <p:oleObj spid="_x0000_s18484" name="公式" r:id="rId7" imgW="1384300" imgH="393700" progId="Equation.3">
                  <p:embed/>
                </p:oleObj>
              </mc:Choice>
              <mc:Fallback>
                <p:oleObj name="公式" r:id="rId7" imgW="13843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1341438"/>
                        <a:ext cx="3775075" cy="110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8"/>
          <p:cNvGraphicFramePr>
            <a:graphicFrameLocks noChangeAspect="1"/>
          </p:cNvGraphicFramePr>
          <p:nvPr/>
        </p:nvGraphicFramePr>
        <p:xfrm>
          <a:off x="3995738" y="2349500"/>
          <a:ext cx="3698875" cy="1087438"/>
        </p:xfrm>
        <a:graphic>
          <a:graphicData uri="http://schemas.openxmlformats.org/presentationml/2006/ole">
            <mc:AlternateContent xmlns:mc="http://schemas.openxmlformats.org/markup-compatibility/2006">
              <mc:Choice xmlns:v="urn:schemas-microsoft-com:vml" Requires="v">
                <p:oleObj spid="_x0000_s18485" name="公式" r:id="rId9" imgW="1384300" imgH="393700" progId="Equation.3">
                  <p:embed/>
                </p:oleObj>
              </mc:Choice>
              <mc:Fallback>
                <p:oleObj name="公式" r:id="rId9" imgW="13843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5738" y="2349500"/>
                        <a:ext cx="3698875"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8265" name="Object 9"/>
          <p:cNvGraphicFramePr>
            <a:graphicFrameLocks noChangeAspect="1"/>
          </p:cNvGraphicFramePr>
          <p:nvPr/>
        </p:nvGraphicFramePr>
        <p:xfrm>
          <a:off x="468313" y="4508500"/>
          <a:ext cx="7883525" cy="1027113"/>
        </p:xfrm>
        <a:graphic>
          <a:graphicData uri="http://schemas.openxmlformats.org/presentationml/2006/ole">
            <mc:AlternateContent xmlns:mc="http://schemas.openxmlformats.org/markup-compatibility/2006">
              <mc:Choice xmlns:v="urn:schemas-microsoft-com:vml" Requires="v">
                <p:oleObj spid="_x0000_s18486" name="公式" r:id="rId11" imgW="2806700" imgH="393700" progId="Equation.3">
                  <p:embed/>
                </p:oleObj>
              </mc:Choice>
              <mc:Fallback>
                <p:oleObj name="公式" r:id="rId11" imgW="2806700" imgH="3937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313" y="4508500"/>
                        <a:ext cx="7883525"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8268" name="Object 12"/>
          <p:cNvGraphicFramePr>
            <a:graphicFrameLocks noChangeAspect="1"/>
          </p:cNvGraphicFramePr>
          <p:nvPr/>
        </p:nvGraphicFramePr>
        <p:xfrm>
          <a:off x="609600" y="5530850"/>
          <a:ext cx="7696200" cy="1138238"/>
        </p:xfrm>
        <a:graphic>
          <a:graphicData uri="http://schemas.openxmlformats.org/presentationml/2006/ole">
            <mc:AlternateContent xmlns:mc="http://schemas.openxmlformats.org/markup-compatibility/2006">
              <mc:Choice xmlns:v="urn:schemas-microsoft-com:vml" Requires="v">
                <p:oleObj spid="_x0000_s18487" name="Equation" r:id="rId13" imgW="3213100" imgH="419100" progId="Equation.3">
                  <p:embed/>
                </p:oleObj>
              </mc:Choice>
              <mc:Fallback>
                <p:oleObj name="Equation" r:id="rId13" imgW="3213100" imgH="4191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00" y="5530850"/>
                        <a:ext cx="76962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31281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08260"/>
                                        </p:tgtEl>
                                        <p:attrNameLst>
                                          <p:attrName>style.visibility</p:attrName>
                                        </p:attrNameLst>
                                      </p:cBhvr>
                                      <p:to>
                                        <p:strVal val="visible"/>
                                      </p:to>
                                    </p:set>
                                    <p:anim calcmode="lin" valueType="num">
                                      <p:cBhvr additive="base">
                                        <p:cTn id="7" dur="500" fill="hold"/>
                                        <p:tgtEl>
                                          <p:spTgt spid="608260"/>
                                        </p:tgtEl>
                                        <p:attrNameLst>
                                          <p:attrName>ppt_x</p:attrName>
                                        </p:attrNameLst>
                                      </p:cBhvr>
                                      <p:tavLst>
                                        <p:tav tm="0">
                                          <p:val>
                                            <p:strVal val="0-#ppt_w/2"/>
                                          </p:val>
                                        </p:tav>
                                        <p:tav tm="100000">
                                          <p:val>
                                            <p:strVal val="#ppt_x"/>
                                          </p:val>
                                        </p:tav>
                                      </p:tavLst>
                                    </p:anim>
                                    <p:anim calcmode="lin" valueType="num">
                                      <p:cBhvr additive="base">
                                        <p:cTn id="8" dur="500" fill="hold"/>
                                        <p:tgtEl>
                                          <p:spTgt spid="6082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08265"/>
                                        </p:tgtEl>
                                        <p:attrNameLst>
                                          <p:attrName>style.visibility</p:attrName>
                                        </p:attrNameLst>
                                      </p:cBhvr>
                                      <p:to>
                                        <p:strVal val="visible"/>
                                      </p:to>
                                    </p:set>
                                    <p:anim calcmode="lin" valueType="num">
                                      <p:cBhvr additive="base">
                                        <p:cTn id="13" dur="500" fill="hold"/>
                                        <p:tgtEl>
                                          <p:spTgt spid="608265"/>
                                        </p:tgtEl>
                                        <p:attrNameLst>
                                          <p:attrName>ppt_x</p:attrName>
                                        </p:attrNameLst>
                                      </p:cBhvr>
                                      <p:tavLst>
                                        <p:tav tm="0">
                                          <p:val>
                                            <p:strVal val="0-#ppt_w/2"/>
                                          </p:val>
                                        </p:tav>
                                        <p:tav tm="100000">
                                          <p:val>
                                            <p:strVal val="#ppt_x"/>
                                          </p:val>
                                        </p:tav>
                                      </p:tavLst>
                                    </p:anim>
                                    <p:anim calcmode="lin" valueType="num">
                                      <p:cBhvr additive="base">
                                        <p:cTn id="14" dur="500" fill="hold"/>
                                        <p:tgtEl>
                                          <p:spTgt spid="6082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08268"/>
                                        </p:tgtEl>
                                        <p:attrNameLst>
                                          <p:attrName>style.visibility</p:attrName>
                                        </p:attrNameLst>
                                      </p:cBhvr>
                                      <p:to>
                                        <p:strVal val="visible"/>
                                      </p:to>
                                    </p:set>
                                    <p:anim calcmode="lin" valueType="num">
                                      <p:cBhvr additive="base">
                                        <p:cTn id="19" dur="500" fill="hold"/>
                                        <p:tgtEl>
                                          <p:spTgt spid="608268"/>
                                        </p:tgtEl>
                                        <p:attrNameLst>
                                          <p:attrName>ppt_x</p:attrName>
                                        </p:attrNameLst>
                                      </p:cBhvr>
                                      <p:tavLst>
                                        <p:tav tm="0">
                                          <p:val>
                                            <p:strVal val="0-#ppt_w/2"/>
                                          </p:val>
                                        </p:tav>
                                        <p:tav tm="100000">
                                          <p:val>
                                            <p:strVal val="#ppt_x"/>
                                          </p:val>
                                        </p:tav>
                                      </p:tavLst>
                                    </p:anim>
                                    <p:anim calcmode="lin" valueType="num">
                                      <p:cBhvr additive="base">
                                        <p:cTn id="20" dur="500" fill="hold"/>
                                        <p:tgtEl>
                                          <p:spTgt spid="608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F01B7FA3-9946-4AE6-9C8B-A2F40CC02559}" type="slidenum">
              <a:rPr lang="zh-CN" altLang="en-US"/>
              <a:pPr>
                <a:defRPr/>
              </a:pPr>
              <a:t>15</a:t>
            </a:fld>
            <a:endParaRPr lang="en-US" altLang="zh-CN"/>
          </a:p>
        </p:txBody>
      </p:sp>
      <p:graphicFrame>
        <p:nvGraphicFramePr>
          <p:cNvPr id="295940" name="Object 4"/>
          <p:cNvGraphicFramePr>
            <a:graphicFrameLocks noChangeAspect="1"/>
          </p:cNvGraphicFramePr>
          <p:nvPr/>
        </p:nvGraphicFramePr>
        <p:xfrm>
          <a:off x="1320800" y="3448050"/>
          <a:ext cx="5492750" cy="628650"/>
        </p:xfrm>
        <a:graphic>
          <a:graphicData uri="http://schemas.openxmlformats.org/presentationml/2006/ole">
            <mc:AlternateContent xmlns:mc="http://schemas.openxmlformats.org/markup-compatibility/2006">
              <mc:Choice xmlns:v="urn:schemas-microsoft-com:vml" Requires="v">
                <p:oleObj spid="_x0000_s19490" name="Equation" r:id="rId3" imgW="1955800" imgH="241300" progId="Equation.3">
                  <p:embed/>
                </p:oleObj>
              </mc:Choice>
              <mc:Fallback>
                <p:oleObj name="Equation" r:id="rId3" imgW="19558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800" y="3448050"/>
                        <a:ext cx="549275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1" name="Object 5"/>
          <p:cNvGraphicFramePr>
            <a:graphicFrameLocks noChangeAspect="1"/>
          </p:cNvGraphicFramePr>
          <p:nvPr/>
        </p:nvGraphicFramePr>
        <p:xfrm>
          <a:off x="1182688" y="4572000"/>
          <a:ext cx="5276850" cy="1027113"/>
        </p:xfrm>
        <a:graphic>
          <a:graphicData uri="http://schemas.openxmlformats.org/presentationml/2006/ole">
            <mc:AlternateContent xmlns:mc="http://schemas.openxmlformats.org/markup-compatibility/2006">
              <mc:Choice xmlns:v="urn:schemas-microsoft-com:vml" Requires="v">
                <p:oleObj spid="_x0000_s19491" name="Equation" r:id="rId5" imgW="1879600" imgH="393700" progId="Equation.3">
                  <p:embed/>
                </p:oleObj>
              </mc:Choice>
              <mc:Fallback>
                <p:oleObj name="Equation" r:id="rId5" imgW="18796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2688" y="4572000"/>
                        <a:ext cx="5276850"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5942" name="Text Box 6"/>
          <p:cNvSpPr txBox="1">
            <a:spLocks noChangeArrowheads="1"/>
          </p:cNvSpPr>
          <p:nvPr/>
        </p:nvSpPr>
        <p:spPr bwMode="auto">
          <a:xfrm>
            <a:off x="250825" y="5862638"/>
            <a:ext cx="867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2800">
                <a:solidFill>
                  <a:schemeClr val="tx1"/>
                </a:solidFill>
                <a:ea typeface="宋体" pitchFamily="2" charset="-122"/>
              </a:rPr>
              <a:t>The three-point formula for the second-order derivative</a:t>
            </a:r>
          </a:p>
        </p:txBody>
      </p:sp>
      <p:sp>
        <p:nvSpPr>
          <p:cNvPr id="295943" name="Text Box 7"/>
          <p:cNvSpPr txBox="1">
            <a:spLocks noChangeArrowheads="1"/>
          </p:cNvSpPr>
          <p:nvPr/>
        </p:nvSpPr>
        <p:spPr bwMode="auto">
          <a:xfrm>
            <a:off x="250825" y="333375"/>
            <a:ext cx="5210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1" lang="en-US" altLang="zh-CN" sz="3200">
                <a:solidFill>
                  <a:schemeClr val="tx1"/>
                </a:solidFill>
                <a:ea typeface="宋体" pitchFamily="2" charset="-122"/>
              </a:rPr>
              <a:t>The second-order derivative</a:t>
            </a:r>
            <a:endParaRPr lang="zh-CN" altLang="en-US" sz="3200">
              <a:effectLst>
                <a:outerShdw blurRad="38100" dist="38100" dir="2700000" algn="tl">
                  <a:srgbClr val="C0C0C0"/>
                </a:outerShdw>
              </a:effectLst>
            </a:endParaRPr>
          </a:p>
        </p:txBody>
      </p:sp>
      <p:graphicFrame>
        <p:nvGraphicFramePr>
          <p:cNvPr id="17415" name="Object 8"/>
          <p:cNvGraphicFramePr>
            <a:graphicFrameLocks noChangeAspect="1"/>
          </p:cNvGraphicFramePr>
          <p:nvPr/>
        </p:nvGraphicFramePr>
        <p:xfrm>
          <a:off x="179388" y="850900"/>
          <a:ext cx="7696200" cy="1138238"/>
        </p:xfrm>
        <a:graphic>
          <a:graphicData uri="http://schemas.openxmlformats.org/presentationml/2006/ole">
            <mc:AlternateContent xmlns:mc="http://schemas.openxmlformats.org/markup-compatibility/2006">
              <mc:Choice xmlns:v="urn:schemas-microsoft-com:vml" Requires="v">
                <p:oleObj spid="_x0000_s19492" name="Equation" r:id="rId7" imgW="3213100" imgH="419100" progId="Equation.3">
                  <p:embed/>
                </p:oleObj>
              </mc:Choice>
              <mc:Fallback>
                <p:oleObj name="Equation" r:id="rId7" imgW="32131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850900"/>
                        <a:ext cx="76962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5" name="Object 9"/>
          <p:cNvGraphicFramePr>
            <a:graphicFrameLocks noChangeAspect="1"/>
          </p:cNvGraphicFramePr>
          <p:nvPr/>
        </p:nvGraphicFramePr>
        <p:xfrm>
          <a:off x="250825" y="2039938"/>
          <a:ext cx="8569325" cy="1101725"/>
        </p:xfrm>
        <a:graphic>
          <a:graphicData uri="http://schemas.openxmlformats.org/presentationml/2006/ole">
            <mc:AlternateContent xmlns:mc="http://schemas.openxmlformats.org/markup-compatibility/2006">
              <mc:Choice xmlns:v="urn:schemas-microsoft-com:vml" Requires="v">
                <p:oleObj spid="_x0000_s19493" name="Equation" r:id="rId9" imgW="3200400" imgH="419100" progId="Equation.3">
                  <p:embed/>
                </p:oleObj>
              </mc:Choice>
              <mc:Fallback>
                <p:oleObj name="Equation" r:id="rId9" imgW="32004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825" y="2039938"/>
                        <a:ext cx="8569325"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36538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5945"/>
                                        </p:tgtEl>
                                        <p:attrNameLst>
                                          <p:attrName>style.visibility</p:attrName>
                                        </p:attrNameLst>
                                      </p:cBhvr>
                                      <p:to>
                                        <p:strVal val="visible"/>
                                      </p:to>
                                    </p:set>
                                    <p:anim calcmode="lin" valueType="num">
                                      <p:cBhvr additive="base">
                                        <p:cTn id="7" dur="500" fill="hold"/>
                                        <p:tgtEl>
                                          <p:spTgt spid="295945"/>
                                        </p:tgtEl>
                                        <p:attrNameLst>
                                          <p:attrName>ppt_x</p:attrName>
                                        </p:attrNameLst>
                                      </p:cBhvr>
                                      <p:tavLst>
                                        <p:tav tm="0">
                                          <p:val>
                                            <p:strVal val="#ppt_x"/>
                                          </p:val>
                                        </p:tav>
                                        <p:tav tm="100000">
                                          <p:val>
                                            <p:strVal val="#ppt_x"/>
                                          </p:val>
                                        </p:tav>
                                      </p:tavLst>
                                    </p:anim>
                                    <p:anim calcmode="lin" valueType="num">
                                      <p:cBhvr additive="base">
                                        <p:cTn id="8" dur="500" fill="hold"/>
                                        <p:tgtEl>
                                          <p:spTgt spid="29594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5940"/>
                                        </p:tgtEl>
                                        <p:attrNameLst>
                                          <p:attrName>style.visibility</p:attrName>
                                        </p:attrNameLst>
                                      </p:cBhvr>
                                      <p:to>
                                        <p:strVal val="visible"/>
                                      </p:to>
                                    </p:set>
                                    <p:anim calcmode="lin" valueType="num">
                                      <p:cBhvr additive="base">
                                        <p:cTn id="13" dur="500" fill="hold"/>
                                        <p:tgtEl>
                                          <p:spTgt spid="295940"/>
                                        </p:tgtEl>
                                        <p:attrNameLst>
                                          <p:attrName>ppt_x</p:attrName>
                                        </p:attrNameLst>
                                      </p:cBhvr>
                                      <p:tavLst>
                                        <p:tav tm="0">
                                          <p:val>
                                            <p:strVal val="0-#ppt_w/2"/>
                                          </p:val>
                                        </p:tav>
                                        <p:tav tm="100000">
                                          <p:val>
                                            <p:strVal val="#ppt_x"/>
                                          </p:val>
                                        </p:tav>
                                      </p:tavLst>
                                    </p:anim>
                                    <p:anim calcmode="lin" valueType="num">
                                      <p:cBhvr additive="base">
                                        <p:cTn id="14" dur="500" fill="hold"/>
                                        <p:tgtEl>
                                          <p:spTgt spid="29594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5941"/>
                                        </p:tgtEl>
                                        <p:attrNameLst>
                                          <p:attrName>style.visibility</p:attrName>
                                        </p:attrNameLst>
                                      </p:cBhvr>
                                      <p:to>
                                        <p:strVal val="visible"/>
                                      </p:to>
                                    </p:set>
                                    <p:anim calcmode="lin" valueType="num">
                                      <p:cBhvr additive="base">
                                        <p:cTn id="19" dur="500" fill="hold"/>
                                        <p:tgtEl>
                                          <p:spTgt spid="295941"/>
                                        </p:tgtEl>
                                        <p:attrNameLst>
                                          <p:attrName>ppt_x</p:attrName>
                                        </p:attrNameLst>
                                      </p:cBhvr>
                                      <p:tavLst>
                                        <p:tav tm="0">
                                          <p:val>
                                            <p:strVal val="0-#ppt_w/2"/>
                                          </p:val>
                                        </p:tav>
                                        <p:tav tm="100000">
                                          <p:val>
                                            <p:strVal val="#ppt_x"/>
                                          </p:val>
                                        </p:tav>
                                      </p:tavLst>
                                    </p:anim>
                                    <p:anim calcmode="lin" valueType="num">
                                      <p:cBhvr additive="base">
                                        <p:cTn id="20" dur="500" fill="hold"/>
                                        <p:tgtEl>
                                          <p:spTgt spid="2959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5942"/>
                                        </p:tgtEl>
                                        <p:attrNameLst>
                                          <p:attrName>style.visibility</p:attrName>
                                        </p:attrNameLst>
                                      </p:cBhvr>
                                      <p:to>
                                        <p:strVal val="visible"/>
                                      </p:to>
                                    </p:set>
                                    <p:anim calcmode="lin" valueType="num">
                                      <p:cBhvr additive="base">
                                        <p:cTn id="25" dur="500" fill="hold"/>
                                        <p:tgtEl>
                                          <p:spTgt spid="295942"/>
                                        </p:tgtEl>
                                        <p:attrNameLst>
                                          <p:attrName>ppt_x</p:attrName>
                                        </p:attrNameLst>
                                      </p:cBhvr>
                                      <p:tavLst>
                                        <p:tav tm="0">
                                          <p:val>
                                            <p:strVal val="0-#ppt_w/2"/>
                                          </p:val>
                                        </p:tav>
                                        <p:tav tm="100000">
                                          <p:val>
                                            <p:strVal val="#ppt_x"/>
                                          </p:val>
                                        </p:tav>
                                      </p:tavLst>
                                    </p:anim>
                                    <p:anim calcmode="lin" valueType="num">
                                      <p:cBhvr additive="base">
                                        <p:cTn id="26" dur="500" fill="hold"/>
                                        <p:tgtEl>
                                          <p:spTgt spid="2959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1190C8EF-40FA-48DC-B084-476C9B473C73}" type="slidenum">
              <a:rPr lang="zh-CN" altLang="en-US"/>
              <a:pPr>
                <a:defRPr/>
              </a:pPr>
              <a:t>16</a:t>
            </a:fld>
            <a:endParaRPr lang="en-US" altLang="zh-CN"/>
          </a:p>
        </p:txBody>
      </p:sp>
      <p:graphicFrame>
        <p:nvGraphicFramePr>
          <p:cNvPr id="296964" name="Object 4"/>
          <p:cNvGraphicFramePr>
            <a:graphicFrameLocks noChangeAspect="1"/>
          </p:cNvGraphicFramePr>
          <p:nvPr>
            <p:extLst>
              <p:ext uri="{D42A27DB-BD31-4B8C-83A1-F6EECF244321}">
                <p14:modId xmlns:p14="http://schemas.microsoft.com/office/powerpoint/2010/main" val="3155073975"/>
              </p:ext>
            </p:extLst>
          </p:nvPr>
        </p:nvGraphicFramePr>
        <p:xfrm>
          <a:off x="219075" y="4424363"/>
          <a:ext cx="7953375" cy="1092200"/>
        </p:xfrm>
        <a:graphic>
          <a:graphicData uri="http://schemas.openxmlformats.org/presentationml/2006/ole">
            <mc:AlternateContent xmlns:mc="http://schemas.openxmlformats.org/markup-compatibility/2006">
              <mc:Choice xmlns:v="urn:schemas-microsoft-com:vml" Requires="v">
                <p:oleObj spid="_x0000_s20530" name="公式" r:id="rId3" imgW="2831760" imgH="419040" progId="Equation.3">
                  <p:embed/>
                </p:oleObj>
              </mc:Choice>
              <mc:Fallback>
                <p:oleObj name="公式" r:id="rId3" imgW="2831760" imgH="419040" progId="Equation.3">
                  <p:embed/>
                  <p:pic>
                    <p:nvPicPr>
                      <p:cNvPr id="0" name=""/>
                      <p:cNvPicPr>
                        <a:picLocks noChangeAspect="1" noChangeArrowheads="1"/>
                      </p:cNvPicPr>
                      <p:nvPr/>
                    </p:nvPicPr>
                    <p:blipFill>
                      <a:blip r:embed="rId4"/>
                      <a:srcRect/>
                      <a:stretch>
                        <a:fillRect/>
                      </a:stretch>
                    </p:blipFill>
                    <p:spPr bwMode="auto">
                      <a:xfrm>
                        <a:off x="219075" y="4424363"/>
                        <a:ext cx="7953375"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67" name="Object 7"/>
          <p:cNvGraphicFramePr>
            <a:graphicFrameLocks noChangeAspect="1"/>
          </p:cNvGraphicFramePr>
          <p:nvPr/>
        </p:nvGraphicFramePr>
        <p:xfrm>
          <a:off x="250825" y="5503863"/>
          <a:ext cx="7705725" cy="1093787"/>
        </p:xfrm>
        <a:graphic>
          <a:graphicData uri="http://schemas.openxmlformats.org/presentationml/2006/ole">
            <mc:AlternateContent xmlns:mc="http://schemas.openxmlformats.org/markup-compatibility/2006">
              <mc:Choice xmlns:v="urn:schemas-microsoft-com:vml" Requires="v">
                <p:oleObj spid="_x0000_s20531" name="公式" r:id="rId5" imgW="2743200" imgH="419100" progId="Equation.3">
                  <p:embed/>
                </p:oleObj>
              </mc:Choice>
              <mc:Fallback>
                <p:oleObj name="公式" r:id="rId5" imgW="27432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5503863"/>
                        <a:ext cx="7705725"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5" name="Object 8"/>
          <p:cNvGraphicFramePr>
            <a:graphicFrameLocks noChangeAspect="1"/>
          </p:cNvGraphicFramePr>
          <p:nvPr/>
        </p:nvGraphicFramePr>
        <p:xfrm>
          <a:off x="539750" y="333375"/>
          <a:ext cx="7200900" cy="1065213"/>
        </p:xfrm>
        <a:graphic>
          <a:graphicData uri="http://schemas.openxmlformats.org/presentationml/2006/ole">
            <mc:AlternateContent xmlns:mc="http://schemas.openxmlformats.org/markup-compatibility/2006">
              <mc:Choice xmlns:v="urn:schemas-microsoft-com:vml" Requires="v">
                <p:oleObj spid="_x0000_s20532" name="Equation" r:id="rId7" imgW="3213100" imgH="419100" progId="Equation.3">
                  <p:embed/>
                </p:oleObj>
              </mc:Choice>
              <mc:Fallback>
                <p:oleObj name="Equation" r:id="rId7" imgW="32131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33375"/>
                        <a:ext cx="72009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9"/>
          <p:cNvGraphicFramePr>
            <a:graphicFrameLocks noChangeAspect="1"/>
          </p:cNvGraphicFramePr>
          <p:nvPr/>
        </p:nvGraphicFramePr>
        <p:xfrm>
          <a:off x="250825" y="1268413"/>
          <a:ext cx="8208963" cy="1055687"/>
        </p:xfrm>
        <a:graphic>
          <a:graphicData uri="http://schemas.openxmlformats.org/presentationml/2006/ole">
            <mc:AlternateContent xmlns:mc="http://schemas.openxmlformats.org/markup-compatibility/2006">
              <mc:Choice xmlns:v="urn:schemas-microsoft-com:vml" Requires="v">
                <p:oleObj spid="_x0000_s20533" name="Equation" r:id="rId9" imgW="3200400" imgH="419100" progId="Equation.3">
                  <p:embed/>
                </p:oleObj>
              </mc:Choice>
              <mc:Fallback>
                <p:oleObj name="Equation" r:id="rId9" imgW="32004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825" y="1268413"/>
                        <a:ext cx="8208963" cy="1055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70" name="Object 10"/>
          <p:cNvGraphicFramePr>
            <a:graphicFrameLocks noChangeAspect="1"/>
          </p:cNvGraphicFramePr>
          <p:nvPr/>
        </p:nvGraphicFramePr>
        <p:xfrm>
          <a:off x="323850" y="2276475"/>
          <a:ext cx="8083550" cy="1065213"/>
        </p:xfrm>
        <a:graphic>
          <a:graphicData uri="http://schemas.openxmlformats.org/presentationml/2006/ole">
            <mc:AlternateContent xmlns:mc="http://schemas.openxmlformats.org/markup-compatibility/2006">
              <mc:Choice xmlns:v="urn:schemas-microsoft-com:vml" Requires="v">
                <p:oleObj spid="_x0000_s20534" name="公式" r:id="rId11" imgW="3606800" imgH="419100" progId="Equation.3">
                  <p:embed/>
                </p:oleObj>
              </mc:Choice>
              <mc:Fallback>
                <p:oleObj name="公式" r:id="rId11" imgW="3606800" imgH="419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3850" y="2276475"/>
                        <a:ext cx="808355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72" name="Object 12"/>
          <p:cNvGraphicFramePr>
            <a:graphicFrameLocks noChangeAspect="1"/>
          </p:cNvGraphicFramePr>
          <p:nvPr/>
        </p:nvGraphicFramePr>
        <p:xfrm>
          <a:off x="179388" y="3227388"/>
          <a:ext cx="8823325" cy="1065212"/>
        </p:xfrm>
        <a:graphic>
          <a:graphicData uri="http://schemas.openxmlformats.org/presentationml/2006/ole">
            <mc:AlternateContent xmlns:mc="http://schemas.openxmlformats.org/markup-compatibility/2006">
              <mc:Choice xmlns:v="urn:schemas-microsoft-com:vml" Requires="v">
                <p:oleObj spid="_x0000_s20535" name="公式" r:id="rId13" imgW="3937000" imgH="419100" progId="Equation.3">
                  <p:embed/>
                </p:oleObj>
              </mc:Choice>
              <mc:Fallback>
                <p:oleObj name="公式" r:id="rId13" imgW="3937000" imgH="4191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3227388"/>
                        <a:ext cx="8823325"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601660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70"/>
                                        </p:tgtEl>
                                        <p:attrNameLst>
                                          <p:attrName>style.visibility</p:attrName>
                                        </p:attrNameLst>
                                      </p:cBhvr>
                                      <p:to>
                                        <p:strVal val="visible"/>
                                      </p:to>
                                    </p:set>
                                    <p:anim calcmode="lin" valueType="num">
                                      <p:cBhvr additive="base">
                                        <p:cTn id="7" dur="500" fill="hold"/>
                                        <p:tgtEl>
                                          <p:spTgt spid="296970"/>
                                        </p:tgtEl>
                                        <p:attrNameLst>
                                          <p:attrName>ppt_x</p:attrName>
                                        </p:attrNameLst>
                                      </p:cBhvr>
                                      <p:tavLst>
                                        <p:tav tm="0">
                                          <p:val>
                                            <p:strVal val="#ppt_x"/>
                                          </p:val>
                                        </p:tav>
                                        <p:tav tm="100000">
                                          <p:val>
                                            <p:strVal val="#ppt_x"/>
                                          </p:val>
                                        </p:tav>
                                      </p:tavLst>
                                    </p:anim>
                                    <p:anim calcmode="lin" valueType="num">
                                      <p:cBhvr additive="base">
                                        <p:cTn id="8" dur="500" fill="hold"/>
                                        <p:tgtEl>
                                          <p:spTgt spid="29697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72"/>
                                        </p:tgtEl>
                                        <p:attrNameLst>
                                          <p:attrName>style.visibility</p:attrName>
                                        </p:attrNameLst>
                                      </p:cBhvr>
                                      <p:to>
                                        <p:strVal val="visible"/>
                                      </p:to>
                                    </p:set>
                                    <p:anim calcmode="lin" valueType="num">
                                      <p:cBhvr additive="base">
                                        <p:cTn id="11" dur="500" fill="hold"/>
                                        <p:tgtEl>
                                          <p:spTgt spid="296972"/>
                                        </p:tgtEl>
                                        <p:attrNameLst>
                                          <p:attrName>ppt_x</p:attrName>
                                        </p:attrNameLst>
                                      </p:cBhvr>
                                      <p:tavLst>
                                        <p:tav tm="0">
                                          <p:val>
                                            <p:strVal val="#ppt_x"/>
                                          </p:val>
                                        </p:tav>
                                        <p:tav tm="100000">
                                          <p:val>
                                            <p:strVal val="#ppt_x"/>
                                          </p:val>
                                        </p:tav>
                                      </p:tavLst>
                                    </p:anim>
                                    <p:anim calcmode="lin" valueType="num">
                                      <p:cBhvr additive="base">
                                        <p:cTn id="12" dur="500" fill="hold"/>
                                        <p:tgtEl>
                                          <p:spTgt spid="29697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96964"/>
                                        </p:tgtEl>
                                        <p:attrNameLst>
                                          <p:attrName>style.visibility</p:attrName>
                                        </p:attrNameLst>
                                      </p:cBhvr>
                                      <p:to>
                                        <p:strVal val="visible"/>
                                      </p:to>
                                    </p:set>
                                    <p:anim calcmode="lin" valueType="num">
                                      <p:cBhvr additive="base">
                                        <p:cTn id="17" dur="500" fill="hold"/>
                                        <p:tgtEl>
                                          <p:spTgt spid="296964"/>
                                        </p:tgtEl>
                                        <p:attrNameLst>
                                          <p:attrName>ppt_x</p:attrName>
                                        </p:attrNameLst>
                                      </p:cBhvr>
                                      <p:tavLst>
                                        <p:tav tm="0">
                                          <p:val>
                                            <p:strVal val="0-#ppt_w/2"/>
                                          </p:val>
                                        </p:tav>
                                        <p:tav tm="100000">
                                          <p:val>
                                            <p:strVal val="#ppt_x"/>
                                          </p:val>
                                        </p:tav>
                                      </p:tavLst>
                                    </p:anim>
                                    <p:anim calcmode="lin" valueType="num">
                                      <p:cBhvr additive="base">
                                        <p:cTn id="18" dur="500" fill="hold"/>
                                        <p:tgtEl>
                                          <p:spTgt spid="29696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96967"/>
                                        </p:tgtEl>
                                        <p:attrNameLst>
                                          <p:attrName>style.visibility</p:attrName>
                                        </p:attrNameLst>
                                      </p:cBhvr>
                                      <p:to>
                                        <p:strVal val="visible"/>
                                      </p:to>
                                    </p:set>
                                    <p:anim calcmode="lin" valueType="num">
                                      <p:cBhvr additive="base">
                                        <p:cTn id="23" dur="500" fill="hold"/>
                                        <p:tgtEl>
                                          <p:spTgt spid="296967"/>
                                        </p:tgtEl>
                                        <p:attrNameLst>
                                          <p:attrName>ppt_x</p:attrName>
                                        </p:attrNameLst>
                                      </p:cBhvr>
                                      <p:tavLst>
                                        <p:tav tm="0">
                                          <p:val>
                                            <p:strVal val="0-#ppt_w/2"/>
                                          </p:val>
                                        </p:tav>
                                        <p:tav tm="100000">
                                          <p:val>
                                            <p:strVal val="#ppt_x"/>
                                          </p:val>
                                        </p:tav>
                                      </p:tavLst>
                                    </p:anim>
                                    <p:anim calcmode="lin" valueType="num">
                                      <p:cBhvr additive="base">
                                        <p:cTn id="24" dur="500" fill="hold"/>
                                        <p:tgtEl>
                                          <p:spTgt spid="2969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73FF81EE-75FF-47F5-BCA2-8C9861DAEE0B}" type="slidenum">
              <a:rPr lang="zh-CN" altLang="en-US"/>
              <a:pPr>
                <a:defRPr/>
              </a:pPr>
              <a:t>17</a:t>
            </a:fld>
            <a:endParaRPr lang="en-US" altLang="zh-CN"/>
          </a:p>
        </p:txBody>
      </p:sp>
      <p:sp>
        <p:nvSpPr>
          <p:cNvPr id="297986" name="Text Box 2050"/>
          <p:cNvSpPr txBox="1">
            <a:spLocks noChangeArrowheads="1"/>
          </p:cNvSpPr>
          <p:nvPr/>
        </p:nvSpPr>
        <p:spPr bwMode="auto">
          <a:xfrm>
            <a:off x="611188" y="5734050"/>
            <a:ext cx="84407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eaLnBrk="1" hangingPunct="1"/>
            <a:r>
              <a:rPr kumimoji="1" lang="en-US" altLang="zh-CN" sz="2800">
                <a:solidFill>
                  <a:schemeClr val="tx1"/>
                </a:solidFill>
                <a:ea typeface="宋体" pitchFamily="2" charset="-122"/>
              </a:rPr>
              <a:t>The five-point formula for the second-order derivative</a:t>
            </a:r>
          </a:p>
        </p:txBody>
      </p:sp>
      <p:graphicFrame>
        <p:nvGraphicFramePr>
          <p:cNvPr id="297987" name="Object 2051"/>
          <p:cNvGraphicFramePr>
            <a:graphicFrameLocks noChangeAspect="1"/>
          </p:cNvGraphicFramePr>
          <p:nvPr/>
        </p:nvGraphicFramePr>
        <p:xfrm>
          <a:off x="144463" y="3860800"/>
          <a:ext cx="8942387" cy="1027113"/>
        </p:xfrm>
        <a:graphic>
          <a:graphicData uri="http://schemas.openxmlformats.org/presentationml/2006/ole">
            <mc:AlternateContent xmlns:mc="http://schemas.openxmlformats.org/markup-compatibility/2006">
              <mc:Choice xmlns:v="urn:schemas-microsoft-com:vml" Requires="v">
                <p:oleObj spid="_x0000_s21530" name="Equation" r:id="rId3" imgW="3479800" imgH="393700" progId="Equation.3">
                  <p:embed/>
                </p:oleObj>
              </mc:Choice>
              <mc:Fallback>
                <p:oleObj name="Equation" r:id="rId3" imgW="34798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463" y="3860800"/>
                        <a:ext cx="8942387"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9" name="Object 2052"/>
          <p:cNvGraphicFramePr>
            <a:graphicFrameLocks noChangeAspect="1"/>
          </p:cNvGraphicFramePr>
          <p:nvPr/>
        </p:nvGraphicFramePr>
        <p:xfrm>
          <a:off x="539750" y="981075"/>
          <a:ext cx="7169150" cy="1092200"/>
        </p:xfrm>
        <a:graphic>
          <a:graphicData uri="http://schemas.openxmlformats.org/presentationml/2006/ole">
            <mc:AlternateContent xmlns:mc="http://schemas.openxmlformats.org/markup-compatibility/2006">
              <mc:Choice xmlns:v="urn:schemas-microsoft-com:vml" Requires="v">
                <p:oleObj spid="_x0000_s21531" name="公式" r:id="rId5" imgW="2552700" imgH="419100" progId="Equation.3">
                  <p:embed/>
                </p:oleObj>
              </mc:Choice>
              <mc:Fallback>
                <p:oleObj name="公式" r:id="rId5" imgW="25527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981075"/>
                        <a:ext cx="7169150"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0" name="Object 2053"/>
          <p:cNvGraphicFramePr>
            <a:graphicFrameLocks noChangeAspect="1"/>
          </p:cNvGraphicFramePr>
          <p:nvPr/>
        </p:nvGraphicFramePr>
        <p:xfrm>
          <a:off x="446088" y="2132013"/>
          <a:ext cx="7705725" cy="1093787"/>
        </p:xfrm>
        <a:graphic>
          <a:graphicData uri="http://schemas.openxmlformats.org/presentationml/2006/ole">
            <mc:AlternateContent xmlns:mc="http://schemas.openxmlformats.org/markup-compatibility/2006">
              <mc:Choice xmlns:v="urn:schemas-microsoft-com:vml" Requires="v">
                <p:oleObj spid="_x0000_s21532" name="公式" r:id="rId7" imgW="2743200" imgH="419100" progId="Equation.3">
                  <p:embed/>
                </p:oleObj>
              </mc:Choice>
              <mc:Fallback>
                <p:oleObj name="公式" r:id="rId7" imgW="27432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088" y="2132013"/>
                        <a:ext cx="7705725"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42352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7987"/>
                                        </p:tgtEl>
                                        <p:attrNameLst>
                                          <p:attrName>style.visibility</p:attrName>
                                        </p:attrNameLst>
                                      </p:cBhvr>
                                      <p:to>
                                        <p:strVal val="visible"/>
                                      </p:to>
                                    </p:set>
                                    <p:anim calcmode="lin" valueType="num">
                                      <p:cBhvr additive="base">
                                        <p:cTn id="7" dur="500" fill="hold"/>
                                        <p:tgtEl>
                                          <p:spTgt spid="297987"/>
                                        </p:tgtEl>
                                        <p:attrNameLst>
                                          <p:attrName>ppt_x</p:attrName>
                                        </p:attrNameLst>
                                      </p:cBhvr>
                                      <p:tavLst>
                                        <p:tav tm="0">
                                          <p:val>
                                            <p:strVal val="0-#ppt_w/2"/>
                                          </p:val>
                                        </p:tav>
                                        <p:tav tm="100000">
                                          <p:val>
                                            <p:strVal val="#ppt_x"/>
                                          </p:val>
                                        </p:tav>
                                      </p:tavLst>
                                    </p:anim>
                                    <p:anim calcmode="lin" valueType="num">
                                      <p:cBhvr additive="base">
                                        <p:cTn id="8" dur="500" fill="hold"/>
                                        <p:tgtEl>
                                          <p:spTgt spid="2979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7986"/>
                                        </p:tgtEl>
                                        <p:attrNameLst>
                                          <p:attrName>style.visibility</p:attrName>
                                        </p:attrNameLst>
                                      </p:cBhvr>
                                      <p:to>
                                        <p:strVal val="visible"/>
                                      </p:to>
                                    </p:set>
                                    <p:anim calcmode="lin" valueType="num">
                                      <p:cBhvr additive="base">
                                        <p:cTn id="13" dur="500" fill="hold"/>
                                        <p:tgtEl>
                                          <p:spTgt spid="297986"/>
                                        </p:tgtEl>
                                        <p:attrNameLst>
                                          <p:attrName>ppt_x</p:attrName>
                                        </p:attrNameLst>
                                      </p:cBhvr>
                                      <p:tavLst>
                                        <p:tav tm="0">
                                          <p:val>
                                            <p:strVal val="0-#ppt_w/2"/>
                                          </p:val>
                                        </p:tav>
                                        <p:tav tm="100000">
                                          <p:val>
                                            <p:strVal val="#ppt_x"/>
                                          </p:val>
                                        </p:tav>
                                      </p:tavLst>
                                    </p:anim>
                                    <p:anim calcmode="lin" valueType="num">
                                      <p:cBhvr additive="base">
                                        <p:cTn id="14" dur="500" fill="hold"/>
                                        <p:tgtEl>
                                          <p:spTgt spid="2979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340690A6-35AE-4793-9F66-22B01FE9B6DE}" type="slidenum">
              <a:rPr lang="zh-CN" altLang="en-US"/>
              <a:pPr>
                <a:defRPr/>
              </a:pPr>
              <a:t>18</a:t>
            </a:fld>
            <a:endParaRPr lang="en-US" altLang="zh-CN"/>
          </a:p>
        </p:txBody>
      </p:sp>
      <p:sp>
        <p:nvSpPr>
          <p:cNvPr id="391170" name="Text Box 2"/>
          <p:cNvSpPr txBox="1">
            <a:spLocks noChangeArrowheads="1"/>
          </p:cNvSpPr>
          <p:nvPr/>
        </p:nvSpPr>
        <p:spPr bwMode="auto">
          <a:xfrm>
            <a:off x="179388" y="126841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Calculate the second derivative of</a:t>
            </a:r>
            <a:endParaRPr lang="zh-CN" altLang="en-US" sz="2800" b="0">
              <a:solidFill>
                <a:schemeClr val="tx1"/>
              </a:solidFill>
              <a:effectLst>
                <a:outerShdw blurRad="38100" dist="38100" dir="2700000" algn="tl">
                  <a:srgbClr val="C0C0C0"/>
                </a:outerShdw>
              </a:effectLst>
            </a:endParaRPr>
          </a:p>
        </p:txBody>
      </p:sp>
      <p:graphicFrame>
        <p:nvGraphicFramePr>
          <p:cNvPr id="18436" name="Object 3"/>
          <p:cNvGraphicFramePr>
            <a:graphicFrameLocks noChangeAspect="1"/>
          </p:cNvGraphicFramePr>
          <p:nvPr/>
        </p:nvGraphicFramePr>
        <p:xfrm>
          <a:off x="6659563" y="1125538"/>
          <a:ext cx="684212" cy="785812"/>
        </p:xfrm>
        <a:graphic>
          <a:graphicData uri="http://schemas.openxmlformats.org/presentationml/2006/ole">
            <mc:AlternateContent xmlns:mc="http://schemas.openxmlformats.org/markup-compatibility/2006">
              <mc:Choice xmlns:v="urn:schemas-microsoft-com:vml" Requires="v">
                <p:oleObj spid="_x0000_s22554" name="Equation" r:id="rId3" imgW="164957" imgH="203024" progId="Equation.3">
                  <p:embed/>
                </p:oleObj>
              </mc:Choice>
              <mc:Fallback>
                <p:oleObj name="Equation" r:id="rId3"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1125538"/>
                        <a:ext cx="684212"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1172" name="Object 4"/>
          <p:cNvGraphicFramePr>
            <a:graphicFrameLocks noChangeAspect="1"/>
          </p:cNvGraphicFramePr>
          <p:nvPr/>
        </p:nvGraphicFramePr>
        <p:xfrm>
          <a:off x="684213" y="4365625"/>
          <a:ext cx="5276850" cy="1027113"/>
        </p:xfrm>
        <a:graphic>
          <a:graphicData uri="http://schemas.openxmlformats.org/presentationml/2006/ole">
            <mc:AlternateContent xmlns:mc="http://schemas.openxmlformats.org/markup-compatibility/2006">
              <mc:Choice xmlns:v="urn:schemas-microsoft-com:vml" Requires="v">
                <p:oleObj spid="_x0000_s22555" name="Equation" r:id="rId5" imgW="1879600" imgH="393700" progId="Equation.3">
                  <p:embed/>
                </p:oleObj>
              </mc:Choice>
              <mc:Fallback>
                <p:oleObj name="Equation" r:id="rId5" imgW="18796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4365625"/>
                        <a:ext cx="5276850"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73" name="Text Box 5"/>
          <p:cNvSpPr txBox="1">
            <a:spLocks noChangeArrowheads="1"/>
          </p:cNvSpPr>
          <p:nvPr/>
        </p:nvSpPr>
        <p:spPr bwMode="auto">
          <a:xfrm>
            <a:off x="5651500" y="2349500"/>
            <a:ext cx="923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dirty="0">
                <a:solidFill>
                  <a:schemeClr val="tx1"/>
                </a:solidFill>
                <a:effectLst>
                  <a:outerShdw blurRad="38100" dist="38100" dir="2700000" algn="tl">
                    <a:srgbClr val="C0C0C0"/>
                  </a:outerShdw>
                </a:effectLst>
              </a:rPr>
              <a:t>x= 2</a:t>
            </a:r>
          </a:p>
        </p:txBody>
      </p:sp>
      <p:sp>
        <p:nvSpPr>
          <p:cNvPr id="391174" name="Text Box 6"/>
          <p:cNvSpPr txBox="1">
            <a:spLocks noChangeArrowheads="1"/>
          </p:cNvSpPr>
          <p:nvPr/>
        </p:nvSpPr>
        <p:spPr bwMode="auto">
          <a:xfrm>
            <a:off x="900113" y="2205038"/>
            <a:ext cx="10874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a:solidFill>
                  <a:schemeClr val="tx1"/>
                </a:solidFill>
                <a:effectLst>
                  <a:outerShdw blurRad="38100" dist="38100" dir="2700000" algn="tl">
                    <a:srgbClr val="C0C0C0"/>
                  </a:outerShdw>
                </a:effectLst>
              </a:rPr>
              <a:t>exact</a:t>
            </a:r>
          </a:p>
        </p:txBody>
      </p:sp>
      <p:sp>
        <p:nvSpPr>
          <p:cNvPr id="391175" name="Text Box 7"/>
          <p:cNvSpPr txBox="1">
            <a:spLocks noChangeArrowheads="1"/>
          </p:cNvSpPr>
          <p:nvPr/>
        </p:nvSpPr>
        <p:spPr bwMode="auto">
          <a:xfrm>
            <a:off x="228600" y="457200"/>
            <a:ext cx="556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Example</a:t>
            </a:r>
            <a:endParaRPr lang="zh-CN" altLang="en-US" sz="2800" b="0">
              <a:solidFill>
                <a:schemeClr val="tx1"/>
              </a:solidFill>
              <a:effectLst>
                <a:outerShdw blurRad="38100" dist="38100" dir="2700000" algn="tl">
                  <a:srgbClr val="C0C0C0"/>
                </a:outerShdw>
              </a:effectLst>
            </a:endParaRPr>
          </a:p>
        </p:txBody>
      </p:sp>
      <p:graphicFrame>
        <p:nvGraphicFramePr>
          <p:cNvPr id="391176" name="Object 8"/>
          <p:cNvGraphicFramePr>
            <a:graphicFrameLocks noChangeAspect="1"/>
          </p:cNvGraphicFramePr>
          <p:nvPr/>
        </p:nvGraphicFramePr>
        <p:xfrm>
          <a:off x="2843213" y="2133600"/>
          <a:ext cx="877887" cy="1008063"/>
        </p:xfrm>
        <a:graphic>
          <a:graphicData uri="http://schemas.openxmlformats.org/presentationml/2006/ole">
            <mc:AlternateContent xmlns:mc="http://schemas.openxmlformats.org/markup-compatibility/2006">
              <mc:Choice xmlns:v="urn:schemas-microsoft-com:vml" Requires="v">
                <p:oleObj spid="_x0000_s22556" name="Equation" r:id="rId7" imgW="164957" imgH="203024" progId="Equation.3">
                  <p:embed/>
                </p:oleObj>
              </mc:Choice>
              <mc:Fallback>
                <p:oleObj name="Equation" r:id="rId7"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133600"/>
                        <a:ext cx="877887"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78" name="Text Box 10"/>
          <p:cNvSpPr txBox="1">
            <a:spLocks noChangeArrowheads="1"/>
          </p:cNvSpPr>
          <p:nvPr/>
        </p:nvSpPr>
        <p:spPr bwMode="auto">
          <a:xfrm>
            <a:off x="7235825" y="2349500"/>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dirty="0">
                <a:solidFill>
                  <a:schemeClr val="tx1"/>
                </a:solidFill>
                <a:effectLst>
                  <a:outerShdw blurRad="38100" dist="38100" dir="2700000" algn="tl">
                    <a:srgbClr val="C0C0C0"/>
                  </a:outerShdw>
                </a:effectLst>
              </a:rPr>
              <a:t>h= 0.1</a:t>
            </a:r>
          </a:p>
        </p:txBody>
      </p:sp>
    </p:spTree>
    <p:extLst>
      <p:ext uri="{BB962C8B-B14F-4D97-AF65-F5344CB8AC3E}">
        <p14:creationId xmlns:p14="http://schemas.microsoft.com/office/powerpoint/2010/main" val="4095978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1174"/>
                                        </p:tgtEl>
                                        <p:attrNameLst>
                                          <p:attrName>style.visibility</p:attrName>
                                        </p:attrNameLst>
                                      </p:cBhvr>
                                      <p:to>
                                        <p:strVal val="visible"/>
                                      </p:to>
                                    </p:set>
                                    <p:anim calcmode="lin" valueType="num">
                                      <p:cBhvr additive="base">
                                        <p:cTn id="7" dur="500" fill="hold"/>
                                        <p:tgtEl>
                                          <p:spTgt spid="391174"/>
                                        </p:tgtEl>
                                        <p:attrNameLst>
                                          <p:attrName>ppt_x</p:attrName>
                                        </p:attrNameLst>
                                      </p:cBhvr>
                                      <p:tavLst>
                                        <p:tav tm="0">
                                          <p:val>
                                            <p:strVal val="#ppt_x"/>
                                          </p:val>
                                        </p:tav>
                                        <p:tav tm="100000">
                                          <p:val>
                                            <p:strVal val="#ppt_x"/>
                                          </p:val>
                                        </p:tav>
                                      </p:tavLst>
                                    </p:anim>
                                    <p:anim calcmode="lin" valueType="num">
                                      <p:cBhvr additive="base">
                                        <p:cTn id="8" dur="500" fill="hold"/>
                                        <p:tgtEl>
                                          <p:spTgt spid="3911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1176"/>
                                        </p:tgtEl>
                                        <p:attrNameLst>
                                          <p:attrName>style.visibility</p:attrName>
                                        </p:attrNameLst>
                                      </p:cBhvr>
                                      <p:to>
                                        <p:strVal val="visible"/>
                                      </p:to>
                                    </p:set>
                                    <p:anim calcmode="lin" valueType="num">
                                      <p:cBhvr additive="base">
                                        <p:cTn id="13" dur="500" fill="hold"/>
                                        <p:tgtEl>
                                          <p:spTgt spid="391176"/>
                                        </p:tgtEl>
                                        <p:attrNameLst>
                                          <p:attrName>ppt_x</p:attrName>
                                        </p:attrNameLst>
                                      </p:cBhvr>
                                      <p:tavLst>
                                        <p:tav tm="0">
                                          <p:val>
                                            <p:strVal val="#ppt_x"/>
                                          </p:val>
                                        </p:tav>
                                        <p:tav tm="100000">
                                          <p:val>
                                            <p:strVal val="#ppt_x"/>
                                          </p:val>
                                        </p:tav>
                                      </p:tavLst>
                                    </p:anim>
                                    <p:anim calcmode="lin" valueType="num">
                                      <p:cBhvr additive="base">
                                        <p:cTn id="14" dur="500" fill="hold"/>
                                        <p:tgtEl>
                                          <p:spTgt spid="3911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1173"/>
                                        </p:tgtEl>
                                        <p:attrNameLst>
                                          <p:attrName>style.visibility</p:attrName>
                                        </p:attrNameLst>
                                      </p:cBhvr>
                                      <p:to>
                                        <p:strVal val="visible"/>
                                      </p:to>
                                    </p:set>
                                    <p:anim calcmode="lin" valueType="num">
                                      <p:cBhvr additive="base">
                                        <p:cTn id="19" dur="500" fill="hold"/>
                                        <p:tgtEl>
                                          <p:spTgt spid="391173"/>
                                        </p:tgtEl>
                                        <p:attrNameLst>
                                          <p:attrName>ppt_x</p:attrName>
                                        </p:attrNameLst>
                                      </p:cBhvr>
                                      <p:tavLst>
                                        <p:tav tm="0">
                                          <p:val>
                                            <p:strVal val="#ppt_x"/>
                                          </p:val>
                                        </p:tav>
                                        <p:tav tm="100000">
                                          <p:val>
                                            <p:strVal val="#ppt_x"/>
                                          </p:val>
                                        </p:tav>
                                      </p:tavLst>
                                    </p:anim>
                                    <p:anim calcmode="lin" valueType="num">
                                      <p:cBhvr additive="base">
                                        <p:cTn id="20" dur="500" fill="hold"/>
                                        <p:tgtEl>
                                          <p:spTgt spid="39117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1178"/>
                                        </p:tgtEl>
                                        <p:attrNameLst>
                                          <p:attrName>style.visibility</p:attrName>
                                        </p:attrNameLst>
                                      </p:cBhvr>
                                      <p:to>
                                        <p:strVal val="visible"/>
                                      </p:to>
                                    </p:set>
                                    <p:anim calcmode="lin" valueType="num">
                                      <p:cBhvr additive="base">
                                        <p:cTn id="25" dur="500" fill="hold"/>
                                        <p:tgtEl>
                                          <p:spTgt spid="391178"/>
                                        </p:tgtEl>
                                        <p:attrNameLst>
                                          <p:attrName>ppt_x</p:attrName>
                                        </p:attrNameLst>
                                      </p:cBhvr>
                                      <p:tavLst>
                                        <p:tav tm="0">
                                          <p:val>
                                            <p:strVal val="#ppt_x"/>
                                          </p:val>
                                        </p:tav>
                                        <p:tav tm="100000">
                                          <p:val>
                                            <p:strVal val="#ppt_x"/>
                                          </p:val>
                                        </p:tav>
                                      </p:tavLst>
                                    </p:anim>
                                    <p:anim calcmode="lin" valueType="num">
                                      <p:cBhvr additive="base">
                                        <p:cTn id="26" dur="500" fill="hold"/>
                                        <p:tgtEl>
                                          <p:spTgt spid="39117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91172"/>
                                        </p:tgtEl>
                                        <p:attrNameLst>
                                          <p:attrName>style.visibility</p:attrName>
                                        </p:attrNameLst>
                                      </p:cBhvr>
                                      <p:to>
                                        <p:strVal val="visible"/>
                                      </p:to>
                                    </p:set>
                                    <p:anim calcmode="lin" valueType="num">
                                      <p:cBhvr additive="base">
                                        <p:cTn id="31" dur="500" fill="hold"/>
                                        <p:tgtEl>
                                          <p:spTgt spid="391172"/>
                                        </p:tgtEl>
                                        <p:attrNameLst>
                                          <p:attrName>ppt_x</p:attrName>
                                        </p:attrNameLst>
                                      </p:cBhvr>
                                      <p:tavLst>
                                        <p:tav tm="0">
                                          <p:val>
                                            <p:strVal val="0-#ppt_w/2"/>
                                          </p:val>
                                        </p:tav>
                                        <p:tav tm="100000">
                                          <p:val>
                                            <p:strVal val="#ppt_x"/>
                                          </p:val>
                                        </p:tav>
                                      </p:tavLst>
                                    </p:anim>
                                    <p:anim calcmode="lin" valueType="num">
                                      <p:cBhvr additive="base">
                                        <p:cTn id="32" dur="500" fill="hold"/>
                                        <p:tgtEl>
                                          <p:spTgt spid="391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3" grpId="0"/>
      <p:bldP spid="391174" grpId="0"/>
      <p:bldP spid="3911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8E9E86D-73CB-41EF-B496-494776F1735C}" type="slidenum">
              <a:rPr lang="zh-CN" altLang="en-US"/>
              <a:pPr>
                <a:defRPr/>
              </a:pPr>
              <a:t>19</a:t>
            </a:fld>
            <a:endParaRPr lang="en-US" altLang="zh-CN"/>
          </a:p>
        </p:txBody>
      </p:sp>
      <p:sp>
        <p:nvSpPr>
          <p:cNvPr id="491524" name="Text Box 4"/>
          <p:cNvSpPr txBox="1">
            <a:spLocks noChangeArrowheads="1"/>
          </p:cNvSpPr>
          <p:nvPr/>
        </p:nvSpPr>
        <p:spPr bwMode="auto">
          <a:xfrm>
            <a:off x="1258888" y="260350"/>
            <a:ext cx="10874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a:solidFill>
                  <a:schemeClr val="tx1"/>
                </a:solidFill>
                <a:effectLst>
                  <a:outerShdw blurRad="38100" dist="38100" dir="2700000" algn="tl">
                    <a:srgbClr val="C0C0C0"/>
                  </a:outerShdw>
                </a:effectLst>
              </a:rPr>
              <a:t>exact</a:t>
            </a:r>
          </a:p>
        </p:txBody>
      </p:sp>
      <p:graphicFrame>
        <p:nvGraphicFramePr>
          <p:cNvPr id="19460" name="Object 5"/>
          <p:cNvGraphicFramePr>
            <a:graphicFrameLocks noChangeAspect="1"/>
          </p:cNvGraphicFramePr>
          <p:nvPr/>
        </p:nvGraphicFramePr>
        <p:xfrm>
          <a:off x="3459163" y="188913"/>
          <a:ext cx="4137025" cy="949325"/>
        </p:xfrm>
        <a:graphic>
          <a:graphicData uri="http://schemas.openxmlformats.org/presentationml/2006/ole">
            <mc:AlternateContent xmlns:mc="http://schemas.openxmlformats.org/markup-compatibility/2006">
              <mc:Choice xmlns:v="urn:schemas-microsoft-com:vml" Requires="v">
                <p:oleObj spid="_x0000_s23586" name="公式" r:id="rId3" imgW="825500" imgH="203200" progId="Equation.3">
                  <p:embed/>
                </p:oleObj>
              </mc:Choice>
              <mc:Fallback>
                <p:oleObj name="公式" r:id="rId3" imgW="8255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9163" y="188913"/>
                        <a:ext cx="4137025"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26" name="Object 6"/>
          <p:cNvGraphicFramePr>
            <a:graphicFrameLocks noChangeAspect="1"/>
          </p:cNvGraphicFramePr>
          <p:nvPr/>
        </p:nvGraphicFramePr>
        <p:xfrm>
          <a:off x="611188" y="1773238"/>
          <a:ext cx="5276850" cy="1027112"/>
        </p:xfrm>
        <a:graphic>
          <a:graphicData uri="http://schemas.openxmlformats.org/presentationml/2006/ole">
            <mc:AlternateContent xmlns:mc="http://schemas.openxmlformats.org/markup-compatibility/2006">
              <mc:Choice xmlns:v="urn:schemas-microsoft-com:vml" Requires="v">
                <p:oleObj spid="_x0000_s23587" name="Equation" r:id="rId5" imgW="1879600" imgH="393700" progId="Equation.3">
                  <p:embed/>
                </p:oleObj>
              </mc:Choice>
              <mc:Fallback>
                <p:oleObj name="Equation" r:id="rId5" imgW="18796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1773238"/>
                        <a:ext cx="5276850"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27" name="Object 7"/>
          <p:cNvGraphicFramePr>
            <a:graphicFrameLocks noChangeAspect="1"/>
          </p:cNvGraphicFramePr>
          <p:nvPr/>
        </p:nvGraphicFramePr>
        <p:xfrm>
          <a:off x="1187450" y="3284538"/>
          <a:ext cx="4318000" cy="1249362"/>
        </p:xfrm>
        <a:graphic>
          <a:graphicData uri="http://schemas.openxmlformats.org/presentationml/2006/ole">
            <mc:AlternateContent xmlns:mc="http://schemas.openxmlformats.org/markup-compatibility/2006">
              <mc:Choice xmlns:v="urn:schemas-microsoft-com:vml" Requires="v">
                <p:oleObj spid="_x0000_s23588" name="公式" r:id="rId7" imgW="1498600" imgH="419100" progId="Equation.3">
                  <p:embed/>
                </p:oleObj>
              </mc:Choice>
              <mc:Fallback>
                <p:oleObj name="公式" r:id="rId7" imgW="14986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3284538"/>
                        <a:ext cx="4318000" cy="1249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29" name="Object 9"/>
          <p:cNvGraphicFramePr>
            <a:graphicFrameLocks noChangeAspect="1"/>
          </p:cNvGraphicFramePr>
          <p:nvPr/>
        </p:nvGraphicFramePr>
        <p:xfrm>
          <a:off x="865188" y="5229225"/>
          <a:ext cx="6257925" cy="1173163"/>
        </p:xfrm>
        <a:graphic>
          <a:graphicData uri="http://schemas.openxmlformats.org/presentationml/2006/ole">
            <mc:AlternateContent xmlns:mc="http://schemas.openxmlformats.org/markup-compatibility/2006">
              <mc:Choice xmlns:v="urn:schemas-microsoft-com:vml" Requires="v">
                <p:oleObj spid="_x0000_s23589" name="公式" r:id="rId9" imgW="2171700" imgH="393700" progId="Equation.3">
                  <p:embed/>
                </p:oleObj>
              </mc:Choice>
              <mc:Fallback>
                <p:oleObj name="公式" r:id="rId9" imgW="21717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5188" y="5229225"/>
                        <a:ext cx="6257925" cy="117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10"/>
          <p:cNvSpPr txBox="1">
            <a:spLocks noChangeArrowheads="1"/>
          </p:cNvSpPr>
          <p:nvPr/>
        </p:nvSpPr>
        <p:spPr bwMode="auto">
          <a:xfrm>
            <a:off x="7235825" y="1844675"/>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dirty="0">
                <a:solidFill>
                  <a:schemeClr val="tx1"/>
                </a:solidFill>
                <a:effectLst>
                  <a:outerShdw blurRad="38100" dist="38100" dir="2700000" algn="tl">
                    <a:srgbClr val="C0C0C0"/>
                  </a:outerShdw>
                </a:effectLst>
              </a:rPr>
              <a:t>h= 0.1</a:t>
            </a:r>
          </a:p>
        </p:txBody>
      </p:sp>
    </p:spTree>
    <p:extLst>
      <p:ext uri="{BB962C8B-B14F-4D97-AF65-F5344CB8AC3E}">
        <p14:creationId xmlns:p14="http://schemas.microsoft.com/office/powerpoint/2010/main" val="986157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91526"/>
                                        </p:tgtEl>
                                        <p:attrNameLst>
                                          <p:attrName>style.visibility</p:attrName>
                                        </p:attrNameLst>
                                      </p:cBhvr>
                                      <p:to>
                                        <p:strVal val="visible"/>
                                      </p:to>
                                    </p:set>
                                    <p:anim calcmode="lin" valueType="num">
                                      <p:cBhvr additive="base">
                                        <p:cTn id="7" dur="500" fill="hold"/>
                                        <p:tgtEl>
                                          <p:spTgt spid="491526"/>
                                        </p:tgtEl>
                                        <p:attrNameLst>
                                          <p:attrName>ppt_x</p:attrName>
                                        </p:attrNameLst>
                                      </p:cBhvr>
                                      <p:tavLst>
                                        <p:tav tm="0">
                                          <p:val>
                                            <p:strVal val="0-#ppt_w/2"/>
                                          </p:val>
                                        </p:tav>
                                        <p:tav tm="100000">
                                          <p:val>
                                            <p:strVal val="#ppt_x"/>
                                          </p:val>
                                        </p:tav>
                                      </p:tavLst>
                                    </p:anim>
                                    <p:anim calcmode="lin" valueType="num">
                                      <p:cBhvr additive="base">
                                        <p:cTn id="8" dur="500" fill="hold"/>
                                        <p:tgtEl>
                                          <p:spTgt spid="4915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91527"/>
                                        </p:tgtEl>
                                        <p:attrNameLst>
                                          <p:attrName>style.visibility</p:attrName>
                                        </p:attrNameLst>
                                      </p:cBhvr>
                                      <p:to>
                                        <p:strVal val="visible"/>
                                      </p:to>
                                    </p:set>
                                    <p:anim calcmode="lin" valueType="num">
                                      <p:cBhvr additive="base">
                                        <p:cTn id="13" dur="500" fill="hold"/>
                                        <p:tgtEl>
                                          <p:spTgt spid="491527"/>
                                        </p:tgtEl>
                                        <p:attrNameLst>
                                          <p:attrName>ppt_x</p:attrName>
                                        </p:attrNameLst>
                                      </p:cBhvr>
                                      <p:tavLst>
                                        <p:tav tm="0">
                                          <p:val>
                                            <p:strVal val="0-#ppt_w/2"/>
                                          </p:val>
                                        </p:tav>
                                        <p:tav tm="100000">
                                          <p:val>
                                            <p:strVal val="#ppt_x"/>
                                          </p:val>
                                        </p:tav>
                                      </p:tavLst>
                                    </p:anim>
                                    <p:anim calcmode="lin" valueType="num">
                                      <p:cBhvr additive="base">
                                        <p:cTn id="14" dur="500" fill="hold"/>
                                        <p:tgtEl>
                                          <p:spTgt spid="49152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91529"/>
                                        </p:tgtEl>
                                        <p:attrNameLst>
                                          <p:attrName>style.visibility</p:attrName>
                                        </p:attrNameLst>
                                      </p:cBhvr>
                                      <p:to>
                                        <p:strVal val="visible"/>
                                      </p:to>
                                    </p:set>
                                    <p:anim calcmode="lin" valueType="num">
                                      <p:cBhvr additive="base">
                                        <p:cTn id="19" dur="500" fill="hold"/>
                                        <p:tgtEl>
                                          <p:spTgt spid="491529"/>
                                        </p:tgtEl>
                                        <p:attrNameLst>
                                          <p:attrName>ppt_x</p:attrName>
                                        </p:attrNameLst>
                                      </p:cBhvr>
                                      <p:tavLst>
                                        <p:tav tm="0">
                                          <p:val>
                                            <p:strVal val="0-#ppt_w/2"/>
                                          </p:val>
                                        </p:tav>
                                        <p:tav tm="100000">
                                          <p:val>
                                            <p:strVal val="#ppt_x"/>
                                          </p:val>
                                        </p:tav>
                                      </p:tavLst>
                                    </p:anim>
                                    <p:anim calcmode="lin" valueType="num">
                                      <p:cBhvr additive="base">
                                        <p:cTn id="20" dur="500" fill="hold"/>
                                        <p:tgtEl>
                                          <p:spTgt spid="49152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D2A455C2-AF9B-4E39-A7B8-1A08CD6123D0}" type="slidenum">
              <a:rPr lang="zh-CN" altLang="en-US"/>
              <a:pPr>
                <a:defRPr/>
              </a:pPr>
              <a:t>20</a:t>
            </a:fld>
            <a:endParaRPr lang="en-US" altLang="zh-CN"/>
          </a:p>
        </p:txBody>
      </p:sp>
      <p:sp>
        <p:nvSpPr>
          <p:cNvPr id="299010" name="Text Box 2"/>
          <p:cNvSpPr txBox="1">
            <a:spLocks noChangeArrowheads="1"/>
          </p:cNvSpPr>
          <p:nvPr/>
        </p:nvSpPr>
        <p:spPr bwMode="auto">
          <a:xfrm>
            <a:off x="304800" y="1295400"/>
            <a:ext cx="6138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Calculate the second derivative of</a:t>
            </a:r>
            <a:endParaRPr lang="zh-CN" altLang="en-US" sz="2800" b="0">
              <a:solidFill>
                <a:schemeClr val="tx1"/>
              </a:solidFill>
              <a:effectLst>
                <a:outerShdw blurRad="38100" dist="38100" dir="2700000" algn="tl">
                  <a:srgbClr val="C0C0C0"/>
                </a:outerShdw>
              </a:effectLst>
            </a:endParaRPr>
          </a:p>
        </p:txBody>
      </p:sp>
      <p:graphicFrame>
        <p:nvGraphicFramePr>
          <p:cNvPr id="22532" name="Object 3"/>
          <p:cNvGraphicFramePr>
            <a:graphicFrameLocks noChangeAspect="1"/>
          </p:cNvGraphicFramePr>
          <p:nvPr/>
        </p:nvGraphicFramePr>
        <p:xfrm>
          <a:off x="6629400" y="1143000"/>
          <a:ext cx="684213" cy="785813"/>
        </p:xfrm>
        <a:graphic>
          <a:graphicData uri="http://schemas.openxmlformats.org/presentationml/2006/ole">
            <mc:AlternateContent xmlns:mc="http://schemas.openxmlformats.org/markup-compatibility/2006">
              <mc:Choice xmlns:v="urn:schemas-microsoft-com:vml" Requires="v">
                <p:oleObj spid="_x0000_s24602" name="Equation" r:id="rId3" imgW="164957" imgH="203024" progId="Equation.3">
                  <p:embed/>
                </p:oleObj>
              </mc:Choice>
              <mc:Fallback>
                <p:oleObj name="Equation" r:id="rId3"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143000"/>
                        <a:ext cx="684213"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012" name="Text Box 4"/>
          <p:cNvSpPr txBox="1">
            <a:spLocks noChangeArrowheads="1"/>
          </p:cNvSpPr>
          <p:nvPr/>
        </p:nvSpPr>
        <p:spPr bwMode="auto">
          <a:xfrm>
            <a:off x="1371600" y="4953000"/>
            <a:ext cx="5095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b="0">
                <a:solidFill>
                  <a:schemeClr val="tx1"/>
                </a:solidFill>
                <a:effectLst>
                  <a:outerShdw blurRad="38100" dist="38100" dir="2700000" algn="tl">
                    <a:srgbClr val="C0C0C0"/>
                  </a:outerShdw>
                </a:effectLst>
              </a:rPr>
              <a:t>h=0.5, 0.1, 0.01, 0.001, 0.0000001</a:t>
            </a:r>
          </a:p>
        </p:txBody>
      </p:sp>
      <p:graphicFrame>
        <p:nvGraphicFramePr>
          <p:cNvPr id="22534" name="Object 156"/>
          <p:cNvGraphicFramePr>
            <a:graphicFrameLocks noChangeAspect="1"/>
          </p:cNvGraphicFramePr>
          <p:nvPr/>
        </p:nvGraphicFramePr>
        <p:xfrm>
          <a:off x="1219200" y="3581400"/>
          <a:ext cx="5276850" cy="1027113"/>
        </p:xfrm>
        <a:graphic>
          <a:graphicData uri="http://schemas.openxmlformats.org/presentationml/2006/ole">
            <mc:AlternateContent xmlns:mc="http://schemas.openxmlformats.org/markup-compatibility/2006">
              <mc:Choice xmlns:v="urn:schemas-microsoft-com:vml" Requires="v">
                <p:oleObj spid="_x0000_s24603" name="Equation" r:id="rId5" imgW="1879600" imgH="393700" progId="Equation.3">
                  <p:embed/>
                </p:oleObj>
              </mc:Choice>
              <mc:Fallback>
                <p:oleObj name="Equation" r:id="rId5" imgW="18796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3581400"/>
                        <a:ext cx="5276850"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9317" name="Text Box 309"/>
          <p:cNvSpPr txBox="1">
            <a:spLocks noChangeArrowheads="1"/>
          </p:cNvSpPr>
          <p:nvPr/>
        </p:nvSpPr>
        <p:spPr bwMode="auto">
          <a:xfrm>
            <a:off x="1295400" y="2438400"/>
            <a:ext cx="1476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i="1">
                <a:solidFill>
                  <a:schemeClr val="tx1"/>
                </a:solidFill>
                <a:effectLst>
                  <a:outerShdw blurRad="38100" dist="38100" dir="2700000" algn="tl">
                    <a:srgbClr val="C0C0C0"/>
                  </a:outerShdw>
                </a:effectLst>
              </a:rPr>
              <a:t>x=0- 5</a:t>
            </a:r>
          </a:p>
        </p:txBody>
      </p:sp>
      <p:sp>
        <p:nvSpPr>
          <p:cNvPr id="299318" name="Text Box 310"/>
          <p:cNvSpPr txBox="1">
            <a:spLocks noChangeArrowheads="1"/>
          </p:cNvSpPr>
          <p:nvPr/>
        </p:nvSpPr>
        <p:spPr bwMode="auto">
          <a:xfrm>
            <a:off x="4800600" y="2286000"/>
            <a:ext cx="1042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b="0">
                <a:solidFill>
                  <a:schemeClr val="tx1"/>
                </a:solidFill>
                <a:effectLst>
                  <a:outerShdw blurRad="38100" dist="38100" dir="2700000" algn="tl">
                    <a:srgbClr val="C0C0C0"/>
                  </a:outerShdw>
                </a:effectLst>
              </a:rPr>
              <a:t>exact</a:t>
            </a:r>
          </a:p>
        </p:txBody>
      </p:sp>
      <p:graphicFrame>
        <p:nvGraphicFramePr>
          <p:cNvPr id="22537" name="Object 314"/>
          <p:cNvGraphicFramePr>
            <a:graphicFrameLocks noChangeAspect="1"/>
          </p:cNvGraphicFramePr>
          <p:nvPr/>
        </p:nvGraphicFramePr>
        <p:xfrm>
          <a:off x="6781800" y="2209800"/>
          <a:ext cx="684213" cy="785813"/>
        </p:xfrm>
        <a:graphic>
          <a:graphicData uri="http://schemas.openxmlformats.org/presentationml/2006/ole">
            <mc:AlternateContent xmlns:mc="http://schemas.openxmlformats.org/markup-compatibility/2006">
              <mc:Choice xmlns:v="urn:schemas-microsoft-com:vml" Requires="v">
                <p:oleObj spid="_x0000_s24604" name="Equation" r:id="rId7" imgW="164957" imgH="203024" progId="Equation.3">
                  <p:embed/>
                </p:oleObj>
              </mc:Choice>
              <mc:Fallback>
                <p:oleObj name="Equation" r:id="rId7" imgW="164957"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2209800"/>
                        <a:ext cx="684213"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6876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灯片编号占位符 3"/>
          <p:cNvSpPr>
            <a:spLocks noGrp="1"/>
          </p:cNvSpPr>
          <p:nvPr>
            <p:ph type="sldNum" sz="quarter" idx="12"/>
          </p:nvPr>
        </p:nvSpPr>
        <p:spPr/>
        <p:txBody>
          <a:bodyPr/>
          <a:lstStyle/>
          <a:p>
            <a:pPr>
              <a:defRPr/>
            </a:pPr>
            <a:fld id="{A8A39631-2E65-4327-B2E8-BFCEEE1312B0}" type="slidenum">
              <a:rPr lang="zh-CN" altLang="en-US"/>
              <a:pPr>
                <a:defRPr/>
              </a:pPr>
              <a:t>21</a:t>
            </a:fld>
            <a:endParaRPr lang="en-US" altLang="zh-CN"/>
          </a:p>
        </p:txBody>
      </p:sp>
      <p:grpSp>
        <p:nvGrpSpPr>
          <p:cNvPr id="23555" name="Group 451"/>
          <p:cNvGrpSpPr>
            <a:grpSpLocks/>
          </p:cNvGrpSpPr>
          <p:nvPr/>
        </p:nvGrpSpPr>
        <p:grpSpPr bwMode="auto">
          <a:xfrm>
            <a:off x="152400" y="2133600"/>
            <a:ext cx="8991600" cy="3995738"/>
            <a:chOff x="-3" y="-3"/>
            <a:chExt cx="3215" cy="3306"/>
          </a:xfrm>
        </p:grpSpPr>
        <p:grpSp>
          <p:nvGrpSpPr>
            <p:cNvPr id="23556" name="Group 449"/>
            <p:cNvGrpSpPr>
              <a:grpSpLocks/>
            </p:cNvGrpSpPr>
            <p:nvPr/>
          </p:nvGrpSpPr>
          <p:grpSpPr bwMode="auto">
            <a:xfrm>
              <a:off x="0" y="0"/>
              <a:ext cx="3209" cy="3300"/>
              <a:chOff x="0" y="0"/>
              <a:chExt cx="3209" cy="3300"/>
            </a:xfrm>
          </p:grpSpPr>
          <p:grpSp>
            <p:nvGrpSpPr>
              <p:cNvPr id="23558" name="Group 352"/>
              <p:cNvGrpSpPr>
                <a:grpSpLocks/>
              </p:cNvGrpSpPr>
              <p:nvPr/>
            </p:nvGrpSpPr>
            <p:grpSpPr bwMode="auto">
              <a:xfrm>
                <a:off x="0" y="0"/>
                <a:ext cx="275" cy="480"/>
                <a:chOff x="0" y="0"/>
                <a:chExt cx="275" cy="480"/>
              </a:xfrm>
            </p:grpSpPr>
            <p:sp>
              <p:nvSpPr>
                <p:cNvPr id="23703" name="Rectangle 302"/>
                <p:cNvSpPr>
                  <a:spLocks noChangeArrowheads="1"/>
                </p:cNvSpPr>
                <p:nvPr/>
              </p:nvSpPr>
              <p:spPr bwMode="auto">
                <a:xfrm>
                  <a:off x="43" y="0"/>
                  <a:ext cx="18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2400" i="1">
                      <a:solidFill>
                        <a:schemeClr val="tx1"/>
                      </a:solidFill>
                      <a:ea typeface="宋体" pitchFamily="2" charset="-122"/>
                    </a:rPr>
                    <a:t>x</a:t>
                  </a:r>
                </a:p>
                <a:p>
                  <a:pPr algn="ctr"/>
                  <a:endParaRPr lang="en-US" altLang="zh-CN" sz="1800" b="0">
                    <a:solidFill>
                      <a:schemeClr val="tx1"/>
                    </a:solidFill>
                    <a:ea typeface="宋体" pitchFamily="2" charset="-122"/>
                  </a:endParaRPr>
                </a:p>
              </p:txBody>
            </p:sp>
            <p:sp>
              <p:nvSpPr>
                <p:cNvPr id="306527" name="Rectangle 351"/>
                <p:cNvSpPr>
                  <a:spLocks noChangeArrowheads="1"/>
                </p:cNvSpPr>
                <p:nvPr/>
              </p:nvSpPr>
              <p:spPr bwMode="auto">
                <a:xfrm>
                  <a:off x="0" y="0"/>
                  <a:ext cx="275"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59" name="Group 354"/>
              <p:cNvGrpSpPr>
                <a:grpSpLocks/>
              </p:cNvGrpSpPr>
              <p:nvPr/>
            </p:nvGrpSpPr>
            <p:grpSpPr bwMode="auto">
              <a:xfrm>
                <a:off x="275" y="0"/>
                <a:ext cx="470" cy="480"/>
                <a:chOff x="275" y="0"/>
                <a:chExt cx="470" cy="480"/>
              </a:xfrm>
            </p:grpSpPr>
            <p:sp>
              <p:nvSpPr>
                <p:cNvPr id="23701" name="Rectangle 303"/>
                <p:cNvSpPr>
                  <a:spLocks noChangeArrowheads="1"/>
                </p:cNvSpPr>
                <p:nvPr/>
              </p:nvSpPr>
              <p:spPr bwMode="auto">
                <a:xfrm>
                  <a:off x="318" y="0"/>
                  <a:ext cx="38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2400" i="1">
                      <a:solidFill>
                        <a:schemeClr val="tx1"/>
                      </a:solidFill>
                      <a:ea typeface="宋体" pitchFamily="2" charset="-122"/>
                    </a:rPr>
                    <a:t>h=0.1</a:t>
                  </a:r>
                </a:p>
                <a:p>
                  <a:pPr algn="ctr"/>
                  <a:endParaRPr lang="en-US" altLang="zh-CN" sz="2400" i="1">
                    <a:solidFill>
                      <a:schemeClr val="tx1"/>
                    </a:solidFill>
                    <a:ea typeface="宋体" pitchFamily="2" charset="-122"/>
                  </a:endParaRPr>
                </a:p>
              </p:txBody>
            </p:sp>
            <p:sp>
              <p:nvSpPr>
                <p:cNvPr id="306529" name="Rectangle 353"/>
                <p:cNvSpPr>
                  <a:spLocks noChangeArrowheads="1"/>
                </p:cNvSpPr>
                <p:nvPr/>
              </p:nvSpPr>
              <p:spPr bwMode="auto">
                <a:xfrm>
                  <a:off x="275" y="0"/>
                  <a:ext cx="470"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0" name="Group 356"/>
              <p:cNvGrpSpPr>
                <a:grpSpLocks/>
              </p:cNvGrpSpPr>
              <p:nvPr/>
            </p:nvGrpSpPr>
            <p:grpSpPr bwMode="auto">
              <a:xfrm>
                <a:off x="745" y="0"/>
                <a:ext cx="457" cy="480"/>
                <a:chOff x="745" y="0"/>
                <a:chExt cx="457" cy="480"/>
              </a:xfrm>
            </p:grpSpPr>
            <p:sp>
              <p:nvSpPr>
                <p:cNvPr id="23699" name="Rectangle 304"/>
                <p:cNvSpPr>
                  <a:spLocks noChangeArrowheads="1"/>
                </p:cNvSpPr>
                <p:nvPr/>
              </p:nvSpPr>
              <p:spPr bwMode="auto">
                <a:xfrm>
                  <a:off x="788" y="0"/>
                  <a:ext cx="371"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2000" i="1">
                      <a:solidFill>
                        <a:schemeClr val="tx1"/>
                      </a:solidFill>
                      <a:ea typeface="宋体" pitchFamily="2" charset="-122"/>
                    </a:rPr>
                    <a:t>h=0.01</a:t>
                  </a:r>
                </a:p>
                <a:p>
                  <a:pPr algn="ctr"/>
                  <a:endParaRPr lang="en-US" altLang="zh-CN" sz="2000" i="1">
                    <a:solidFill>
                      <a:schemeClr val="tx1"/>
                    </a:solidFill>
                    <a:ea typeface="宋体" pitchFamily="2" charset="-122"/>
                  </a:endParaRPr>
                </a:p>
              </p:txBody>
            </p:sp>
            <p:sp>
              <p:nvSpPr>
                <p:cNvPr id="306531" name="Rectangle 355"/>
                <p:cNvSpPr>
                  <a:spLocks noChangeArrowheads="1"/>
                </p:cNvSpPr>
                <p:nvPr/>
              </p:nvSpPr>
              <p:spPr bwMode="auto">
                <a:xfrm>
                  <a:off x="745" y="0"/>
                  <a:ext cx="457"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1" name="Group 358"/>
              <p:cNvGrpSpPr>
                <a:grpSpLocks/>
              </p:cNvGrpSpPr>
              <p:nvPr/>
            </p:nvGrpSpPr>
            <p:grpSpPr bwMode="auto">
              <a:xfrm>
                <a:off x="1202" y="0"/>
                <a:ext cx="540" cy="480"/>
                <a:chOff x="1202" y="0"/>
                <a:chExt cx="540" cy="480"/>
              </a:xfrm>
            </p:grpSpPr>
            <p:sp>
              <p:nvSpPr>
                <p:cNvPr id="23697" name="Rectangle 305"/>
                <p:cNvSpPr>
                  <a:spLocks noChangeArrowheads="1"/>
                </p:cNvSpPr>
                <p:nvPr/>
              </p:nvSpPr>
              <p:spPr bwMode="auto">
                <a:xfrm>
                  <a:off x="1245" y="0"/>
                  <a:ext cx="45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1800" b="0">
                      <a:solidFill>
                        <a:schemeClr val="tx1"/>
                      </a:solidFill>
                      <a:ea typeface="宋体" pitchFamily="2" charset="-122"/>
                    </a:rPr>
                    <a:t>h=0.001</a:t>
                  </a:r>
                </a:p>
                <a:p>
                  <a:pPr algn="ctr"/>
                  <a:endParaRPr lang="en-US" altLang="zh-CN" sz="1800" b="0">
                    <a:solidFill>
                      <a:schemeClr val="tx1"/>
                    </a:solidFill>
                    <a:ea typeface="宋体" pitchFamily="2" charset="-122"/>
                  </a:endParaRPr>
                </a:p>
              </p:txBody>
            </p:sp>
            <p:sp>
              <p:nvSpPr>
                <p:cNvPr id="306533" name="Rectangle 357"/>
                <p:cNvSpPr>
                  <a:spLocks noChangeArrowheads="1"/>
                </p:cNvSpPr>
                <p:nvPr/>
              </p:nvSpPr>
              <p:spPr bwMode="auto">
                <a:xfrm>
                  <a:off x="1202" y="0"/>
                  <a:ext cx="540"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2" name="Group 360"/>
              <p:cNvGrpSpPr>
                <a:grpSpLocks/>
              </p:cNvGrpSpPr>
              <p:nvPr/>
            </p:nvGrpSpPr>
            <p:grpSpPr bwMode="auto">
              <a:xfrm>
                <a:off x="1742" y="0"/>
                <a:ext cx="470" cy="480"/>
                <a:chOff x="1742" y="0"/>
                <a:chExt cx="470" cy="480"/>
              </a:xfrm>
            </p:grpSpPr>
            <p:sp>
              <p:nvSpPr>
                <p:cNvPr id="23695" name="Rectangle 306"/>
                <p:cNvSpPr>
                  <a:spLocks noChangeArrowheads="1"/>
                </p:cNvSpPr>
                <p:nvPr/>
              </p:nvSpPr>
              <p:spPr bwMode="auto">
                <a:xfrm>
                  <a:off x="1785" y="0"/>
                  <a:ext cx="38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1800" b="0">
                      <a:solidFill>
                        <a:schemeClr val="tx1"/>
                      </a:solidFill>
                      <a:ea typeface="宋体" pitchFamily="2" charset="-122"/>
                    </a:rPr>
                    <a:t>h=0.0001</a:t>
                  </a:r>
                </a:p>
                <a:p>
                  <a:pPr algn="ctr"/>
                  <a:endParaRPr lang="en-US" altLang="zh-CN" sz="1800" b="0">
                    <a:solidFill>
                      <a:schemeClr val="tx1"/>
                    </a:solidFill>
                    <a:ea typeface="宋体" pitchFamily="2" charset="-122"/>
                  </a:endParaRPr>
                </a:p>
              </p:txBody>
            </p:sp>
            <p:sp>
              <p:nvSpPr>
                <p:cNvPr id="306535" name="Rectangle 359"/>
                <p:cNvSpPr>
                  <a:spLocks noChangeArrowheads="1"/>
                </p:cNvSpPr>
                <p:nvPr/>
              </p:nvSpPr>
              <p:spPr bwMode="auto">
                <a:xfrm>
                  <a:off x="1742" y="0"/>
                  <a:ext cx="470"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3" name="Group 362"/>
              <p:cNvGrpSpPr>
                <a:grpSpLocks/>
              </p:cNvGrpSpPr>
              <p:nvPr/>
            </p:nvGrpSpPr>
            <p:grpSpPr bwMode="auto">
              <a:xfrm>
                <a:off x="2212" y="0"/>
                <a:ext cx="527" cy="480"/>
                <a:chOff x="2212" y="0"/>
                <a:chExt cx="527" cy="480"/>
              </a:xfrm>
            </p:grpSpPr>
            <p:sp>
              <p:nvSpPr>
                <p:cNvPr id="23693" name="Rectangle 307"/>
                <p:cNvSpPr>
                  <a:spLocks noChangeArrowheads="1"/>
                </p:cNvSpPr>
                <p:nvPr/>
              </p:nvSpPr>
              <p:spPr bwMode="auto">
                <a:xfrm>
                  <a:off x="2255" y="0"/>
                  <a:ext cx="441"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1800" b="0">
                      <a:solidFill>
                        <a:schemeClr val="tx1"/>
                      </a:solidFill>
                      <a:ea typeface="宋体" pitchFamily="2" charset="-122"/>
                    </a:rPr>
                    <a:t>h=0.0000001</a:t>
                  </a:r>
                </a:p>
                <a:p>
                  <a:pPr algn="ctr"/>
                  <a:endParaRPr lang="en-US" altLang="zh-CN" sz="1800" b="0">
                    <a:solidFill>
                      <a:schemeClr val="tx1"/>
                    </a:solidFill>
                    <a:ea typeface="宋体" pitchFamily="2" charset="-122"/>
                  </a:endParaRPr>
                </a:p>
              </p:txBody>
            </p:sp>
            <p:sp>
              <p:nvSpPr>
                <p:cNvPr id="306537" name="Rectangle 361"/>
                <p:cNvSpPr>
                  <a:spLocks noChangeArrowheads="1"/>
                </p:cNvSpPr>
                <p:nvPr/>
              </p:nvSpPr>
              <p:spPr bwMode="auto">
                <a:xfrm>
                  <a:off x="2212" y="0"/>
                  <a:ext cx="527"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4" name="Group 364"/>
              <p:cNvGrpSpPr>
                <a:grpSpLocks/>
              </p:cNvGrpSpPr>
              <p:nvPr/>
            </p:nvGrpSpPr>
            <p:grpSpPr bwMode="auto">
              <a:xfrm>
                <a:off x="2739" y="0"/>
                <a:ext cx="470" cy="480"/>
                <a:chOff x="2739" y="0"/>
                <a:chExt cx="470" cy="480"/>
              </a:xfrm>
            </p:grpSpPr>
            <p:sp>
              <p:nvSpPr>
                <p:cNvPr id="23691" name="Rectangle 308"/>
                <p:cNvSpPr>
                  <a:spLocks noChangeArrowheads="1"/>
                </p:cNvSpPr>
                <p:nvPr/>
              </p:nvSpPr>
              <p:spPr bwMode="auto">
                <a:xfrm>
                  <a:off x="2782" y="0"/>
                  <a:ext cx="38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en-US" altLang="zh-CN" sz="1800" b="0">
                      <a:solidFill>
                        <a:schemeClr val="tx1"/>
                      </a:solidFill>
                      <a:ea typeface="宋体" pitchFamily="2" charset="-122"/>
                    </a:rPr>
                    <a:t>Exact</a:t>
                  </a:r>
                </a:p>
                <a:p>
                  <a:pPr algn="ctr"/>
                  <a:endParaRPr lang="en-US" altLang="zh-CN" sz="1800" b="0">
                    <a:solidFill>
                      <a:schemeClr val="tx1"/>
                    </a:solidFill>
                    <a:ea typeface="宋体" pitchFamily="2" charset="-122"/>
                  </a:endParaRPr>
                </a:p>
              </p:txBody>
            </p:sp>
            <p:sp>
              <p:nvSpPr>
                <p:cNvPr id="306539" name="Rectangle 363"/>
                <p:cNvSpPr>
                  <a:spLocks noChangeArrowheads="1"/>
                </p:cNvSpPr>
                <p:nvPr/>
              </p:nvSpPr>
              <p:spPr bwMode="auto">
                <a:xfrm>
                  <a:off x="2739" y="0"/>
                  <a:ext cx="470" cy="48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5" name="Group 366"/>
              <p:cNvGrpSpPr>
                <a:grpSpLocks/>
              </p:cNvGrpSpPr>
              <p:nvPr/>
            </p:nvGrpSpPr>
            <p:grpSpPr bwMode="auto">
              <a:xfrm>
                <a:off x="0" y="480"/>
                <a:ext cx="275" cy="470"/>
                <a:chOff x="0" y="480"/>
                <a:chExt cx="275" cy="470"/>
              </a:xfrm>
            </p:grpSpPr>
            <p:sp>
              <p:nvSpPr>
                <p:cNvPr id="23689" name="Rectangle 309"/>
                <p:cNvSpPr>
                  <a:spLocks noChangeArrowheads="1"/>
                </p:cNvSpPr>
                <p:nvPr/>
              </p:nvSpPr>
              <p:spPr bwMode="auto">
                <a:xfrm>
                  <a:off x="43" y="48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0.0</a:t>
                  </a:r>
                </a:p>
                <a:p>
                  <a:pPr algn="ctr"/>
                  <a:endParaRPr lang="zh-CN" altLang="en-US" sz="1800" b="0">
                    <a:solidFill>
                      <a:schemeClr val="tx1"/>
                    </a:solidFill>
                    <a:ea typeface="宋体" pitchFamily="2" charset="-122"/>
                  </a:endParaRPr>
                </a:p>
              </p:txBody>
            </p:sp>
            <p:sp>
              <p:nvSpPr>
                <p:cNvPr id="306541" name="Rectangle 365"/>
                <p:cNvSpPr>
                  <a:spLocks noChangeArrowheads="1"/>
                </p:cNvSpPr>
                <p:nvPr/>
              </p:nvSpPr>
              <p:spPr bwMode="auto">
                <a:xfrm>
                  <a:off x="0" y="480"/>
                  <a:ext cx="275"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6" name="Group 368"/>
              <p:cNvGrpSpPr>
                <a:grpSpLocks/>
              </p:cNvGrpSpPr>
              <p:nvPr/>
            </p:nvGrpSpPr>
            <p:grpSpPr bwMode="auto">
              <a:xfrm>
                <a:off x="275" y="480"/>
                <a:ext cx="470" cy="470"/>
                <a:chOff x="275" y="480"/>
                <a:chExt cx="470" cy="470"/>
              </a:xfrm>
            </p:grpSpPr>
            <p:sp>
              <p:nvSpPr>
                <p:cNvPr id="23687" name="Rectangle 310"/>
                <p:cNvSpPr>
                  <a:spLocks noChangeArrowheads="1"/>
                </p:cNvSpPr>
                <p:nvPr/>
              </p:nvSpPr>
              <p:spPr bwMode="auto">
                <a:xfrm>
                  <a:off x="318" y="48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1.000834</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543" name="Rectangle 367"/>
                <p:cNvSpPr>
                  <a:spLocks noChangeArrowheads="1"/>
                </p:cNvSpPr>
                <p:nvPr/>
              </p:nvSpPr>
              <p:spPr bwMode="auto">
                <a:xfrm>
                  <a:off x="275" y="480"/>
                  <a:ext cx="47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7" name="Group 370"/>
              <p:cNvGrpSpPr>
                <a:grpSpLocks/>
              </p:cNvGrpSpPr>
              <p:nvPr/>
            </p:nvGrpSpPr>
            <p:grpSpPr bwMode="auto">
              <a:xfrm>
                <a:off x="745" y="480"/>
                <a:ext cx="457" cy="470"/>
                <a:chOff x="745" y="480"/>
                <a:chExt cx="457" cy="470"/>
              </a:xfrm>
            </p:grpSpPr>
            <p:sp>
              <p:nvSpPr>
                <p:cNvPr id="23685" name="Rectangle 311"/>
                <p:cNvSpPr>
                  <a:spLocks noChangeArrowheads="1"/>
                </p:cNvSpPr>
                <p:nvPr/>
              </p:nvSpPr>
              <p:spPr bwMode="auto">
                <a:xfrm>
                  <a:off x="788" y="48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1.000008</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45" name="Rectangle 369"/>
                <p:cNvSpPr>
                  <a:spLocks noChangeArrowheads="1"/>
                </p:cNvSpPr>
                <p:nvPr/>
              </p:nvSpPr>
              <p:spPr bwMode="auto">
                <a:xfrm>
                  <a:off x="745" y="480"/>
                  <a:ext cx="457"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8" name="Group 372"/>
              <p:cNvGrpSpPr>
                <a:grpSpLocks/>
              </p:cNvGrpSpPr>
              <p:nvPr/>
            </p:nvGrpSpPr>
            <p:grpSpPr bwMode="auto">
              <a:xfrm>
                <a:off x="1202" y="480"/>
                <a:ext cx="540" cy="470"/>
                <a:chOff x="1202" y="480"/>
                <a:chExt cx="540" cy="470"/>
              </a:xfrm>
            </p:grpSpPr>
            <p:sp>
              <p:nvSpPr>
                <p:cNvPr id="23683" name="Rectangle 312"/>
                <p:cNvSpPr>
                  <a:spLocks noChangeArrowheads="1"/>
                </p:cNvSpPr>
                <p:nvPr/>
              </p:nvSpPr>
              <p:spPr bwMode="auto">
                <a:xfrm>
                  <a:off x="1245" y="48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1.000000</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47" name="Rectangle 371"/>
                <p:cNvSpPr>
                  <a:spLocks noChangeArrowheads="1"/>
                </p:cNvSpPr>
                <p:nvPr/>
              </p:nvSpPr>
              <p:spPr bwMode="auto">
                <a:xfrm>
                  <a:off x="1202" y="480"/>
                  <a:ext cx="54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69" name="Group 374"/>
              <p:cNvGrpSpPr>
                <a:grpSpLocks/>
              </p:cNvGrpSpPr>
              <p:nvPr/>
            </p:nvGrpSpPr>
            <p:grpSpPr bwMode="auto">
              <a:xfrm>
                <a:off x="1742" y="480"/>
                <a:ext cx="470" cy="470"/>
                <a:chOff x="1742" y="480"/>
                <a:chExt cx="470" cy="470"/>
              </a:xfrm>
            </p:grpSpPr>
            <p:sp>
              <p:nvSpPr>
                <p:cNvPr id="23681" name="Rectangle 313"/>
                <p:cNvSpPr>
                  <a:spLocks noChangeArrowheads="1"/>
                </p:cNvSpPr>
                <p:nvPr/>
              </p:nvSpPr>
              <p:spPr bwMode="auto">
                <a:xfrm>
                  <a:off x="1785" y="48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1.000000</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49" name="Rectangle 373"/>
                <p:cNvSpPr>
                  <a:spLocks noChangeArrowheads="1"/>
                </p:cNvSpPr>
                <p:nvPr/>
              </p:nvSpPr>
              <p:spPr bwMode="auto">
                <a:xfrm>
                  <a:off x="1742" y="480"/>
                  <a:ext cx="47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0" name="Group 376"/>
              <p:cNvGrpSpPr>
                <a:grpSpLocks/>
              </p:cNvGrpSpPr>
              <p:nvPr/>
            </p:nvGrpSpPr>
            <p:grpSpPr bwMode="auto">
              <a:xfrm>
                <a:off x="2212" y="480"/>
                <a:ext cx="527" cy="470"/>
                <a:chOff x="2212" y="480"/>
                <a:chExt cx="527" cy="470"/>
              </a:xfrm>
            </p:grpSpPr>
            <p:sp>
              <p:nvSpPr>
                <p:cNvPr id="23679" name="Rectangle 314"/>
                <p:cNvSpPr>
                  <a:spLocks noChangeArrowheads="1"/>
                </p:cNvSpPr>
                <p:nvPr/>
              </p:nvSpPr>
              <p:spPr bwMode="auto">
                <a:xfrm>
                  <a:off x="2255" y="48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1.010303</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51" name="Rectangle 375"/>
                <p:cNvSpPr>
                  <a:spLocks noChangeArrowheads="1"/>
                </p:cNvSpPr>
                <p:nvPr/>
              </p:nvSpPr>
              <p:spPr bwMode="auto">
                <a:xfrm>
                  <a:off x="2212" y="480"/>
                  <a:ext cx="527"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1" name="Group 378"/>
              <p:cNvGrpSpPr>
                <a:grpSpLocks/>
              </p:cNvGrpSpPr>
              <p:nvPr/>
            </p:nvGrpSpPr>
            <p:grpSpPr bwMode="auto">
              <a:xfrm>
                <a:off x="2739" y="480"/>
                <a:ext cx="470" cy="470"/>
                <a:chOff x="2739" y="480"/>
                <a:chExt cx="470" cy="470"/>
              </a:xfrm>
            </p:grpSpPr>
            <p:sp>
              <p:nvSpPr>
                <p:cNvPr id="23677" name="Rectangle 315"/>
                <p:cNvSpPr>
                  <a:spLocks noChangeArrowheads="1"/>
                </p:cNvSpPr>
                <p:nvPr/>
              </p:nvSpPr>
              <p:spPr bwMode="auto">
                <a:xfrm>
                  <a:off x="2782" y="48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1.000000</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53" name="Rectangle 377"/>
                <p:cNvSpPr>
                  <a:spLocks noChangeArrowheads="1"/>
                </p:cNvSpPr>
                <p:nvPr/>
              </p:nvSpPr>
              <p:spPr bwMode="auto">
                <a:xfrm>
                  <a:off x="2739" y="480"/>
                  <a:ext cx="470" cy="46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2" name="Group 380"/>
              <p:cNvGrpSpPr>
                <a:grpSpLocks/>
              </p:cNvGrpSpPr>
              <p:nvPr/>
            </p:nvGrpSpPr>
            <p:grpSpPr bwMode="auto">
              <a:xfrm>
                <a:off x="0" y="950"/>
                <a:ext cx="275" cy="470"/>
                <a:chOff x="0" y="950"/>
                <a:chExt cx="275" cy="470"/>
              </a:xfrm>
            </p:grpSpPr>
            <p:sp>
              <p:nvSpPr>
                <p:cNvPr id="23675" name="Rectangle 316"/>
                <p:cNvSpPr>
                  <a:spLocks noChangeArrowheads="1"/>
                </p:cNvSpPr>
                <p:nvPr/>
              </p:nvSpPr>
              <p:spPr bwMode="auto">
                <a:xfrm>
                  <a:off x="43" y="95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1.0</a:t>
                  </a:r>
                </a:p>
                <a:p>
                  <a:pPr algn="ctr"/>
                  <a:endParaRPr lang="zh-CN" altLang="en-US" sz="1800" b="0">
                    <a:solidFill>
                      <a:schemeClr val="tx1"/>
                    </a:solidFill>
                    <a:ea typeface="宋体" pitchFamily="2" charset="-122"/>
                  </a:endParaRPr>
                </a:p>
              </p:txBody>
            </p:sp>
            <p:sp>
              <p:nvSpPr>
                <p:cNvPr id="306555" name="Rectangle 379"/>
                <p:cNvSpPr>
                  <a:spLocks noChangeArrowheads="1"/>
                </p:cNvSpPr>
                <p:nvPr/>
              </p:nvSpPr>
              <p:spPr bwMode="auto">
                <a:xfrm>
                  <a:off x="0" y="947"/>
                  <a:ext cx="275"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3" name="Group 382"/>
              <p:cNvGrpSpPr>
                <a:grpSpLocks/>
              </p:cNvGrpSpPr>
              <p:nvPr/>
            </p:nvGrpSpPr>
            <p:grpSpPr bwMode="auto">
              <a:xfrm>
                <a:off x="275" y="950"/>
                <a:ext cx="470" cy="470"/>
                <a:chOff x="275" y="950"/>
                <a:chExt cx="470" cy="470"/>
              </a:xfrm>
            </p:grpSpPr>
            <p:sp>
              <p:nvSpPr>
                <p:cNvPr id="23673" name="Rectangle 317"/>
                <p:cNvSpPr>
                  <a:spLocks noChangeArrowheads="1"/>
                </p:cNvSpPr>
                <p:nvPr/>
              </p:nvSpPr>
              <p:spPr bwMode="auto">
                <a:xfrm>
                  <a:off x="318" y="95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2.720548</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557" name="Rectangle 381"/>
                <p:cNvSpPr>
                  <a:spLocks noChangeArrowheads="1"/>
                </p:cNvSpPr>
                <p:nvPr/>
              </p:nvSpPr>
              <p:spPr bwMode="auto">
                <a:xfrm>
                  <a:off x="275" y="94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4" name="Group 384"/>
              <p:cNvGrpSpPr>
                <a:grpSpLocks/>
              </p:cNvGrpSpPr>
              <p:nvPr/>
            </p:nvGrpSpPr>
            <p:grpSpPr bwMode="auto">
              <a:xfrm>
                <a:off x="745" y="950"/>
                <a:ext cx="457" cy="470"/>
                <a:chOff x="745" y="950"/>
                <a:chExt cx="457" cy="470"/>
              </a:xfrm>
            </p:grpSpPr>
            <p:sp>
              <p:nvSpPr>
                <p:cNvPr id="23671" name="Rectangle 318"/>
                <p:cNvSpPr>
                  <a:spLocks noChangeArrowheads="1"/>
                </p:cNvSpPr>
                <p:nvPr/>
              </p:nvSpPr>
              <p:spPr bwMode="auto">
                <a:xfrm>
                  <a:off x="788" y="95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2.718304</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59" name="Rectangle 383"/>
                <p:cNvSpPr>
                  <a:spLocks noChangeArrowheads="1"/>
                </p:cNvSpPr>
                <p:nvPr/>
              </p:nvSpPr>
              <p:spPr bwMode="auto">
                <a:xfrm>
                  <a:off x="745" y="947"/>
                  <a:ext cx="45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5" name="Group 386"/>
              <p:cNvGrpSpPr>
                <a:grpSpLocks/>
              </p:cNvGrpSpPr>
              <p:nvPr/>
            </p:nvGrpSpPr>
            <p:grpSpPr bwMode="auto">
              <a:xfrm>
                <a:off x="1202" y="950"/>
                <a:ext cx="540" cy="470"/>
                <a:chOff x="1202" y="950"/>
                <a:chExt cx="540" cy="470"/>
              </a:xfrm>
            </p:grpSpPr>
            <p:sp>
              <p:nvSpPr>
                <p:cNvPr id="23669" name="Rectangle 319"/>
                <p:cNvSpPr>
                  <a:spLocks noChangeArrowheads="1"/>
                </p:cNvSpPr>
                <p:nvPr/>
              </p:nvSpPr>
              <p:spPr bwMode="auto">
                <a:xfrm>
                  <a:off x="1245" y="95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2.718282</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61" name="Rectangle 385"/>
                <p:cNvSpPr>
                  <a:spLocks noChangeArrowheads="1"/>
                </p:cNvSpPr>
                <p:nvPr/>
              </p:nvSpPr>
              <p:spPr bwMode="auto">
                <a:xfrm>
                  <a:off x="1202" y="947"/>
                  <a:ext cx="54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6" name="Group 388"/>
              <p:cNvGrpSpPr>
                <a:grpSpLocks/>
              </p:cNvGrpSpPr>
              <p:nvPr/>
            </p:nvGrpSpPr>
            <p:grpSpPr bwMode="auto">
              <a:xfrm>
                <a:off x="1742" y="950"/>
                <a:ext cx="470" cy="470"/>
                <a:chOff x="1742" y="950"/>
                <a:chExt cx="470" cy="470"/>
              </a:xfrm>
            </p:grpSpPr>
            <p:sp>
              <p:nvSpPr>
                <p:cNvPr id="23667" name="Rectangle 320"/>
                <p:cNvSpPr>
                  <a:spLocks noChangeArrowheads="1"/>
                </p:cNvSpPr>
                <p:nvPr/>
              </p:nvSpPr>
              <p:spPr bwMode="auto">
                <a:xfrm>
                  <a:off x="1785" y="95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2.718282</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63" name="Rectangle 387"/>
                <p:cNvSpPr>
                  <a:spLocks noChangeArrowheads="1"/>
                </p:cNvSpPr>
                <p:nvPr/>
              </p:nvSpPr>
              <p:spPr bwMode="auto">
                <a:xfrm>
                  <a:off x="1742" y="94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7" name="Group 390"/>
              <p:cNvGrpSpPr>
                <a:grpSpLocks/>
              </p:cNvGrpSpPr>
              <p:nvPr/>
            </p:nvGrpSpPr>
            <p:grpSpPr bwMode="auto">
              <a:xfrm>
                <a:off x="2212" y="950"/>
                <a:ext cx="527" cy="470"/>
                <a:chOff x="2212" y="950"/>
                <a:chExt cx="527" cy="470"/>
              </a:xfrm>
            </p:grpSpPr>
            <p:sp>
              <p:nvSpPr>
                <p:cNvPr id="23665" name="Rectangle 321"/>
                <p:cNvSpPr>
                  <a:spLocks noChangeArrowheads="1"/>
                </p:cNvSpPr>
                <p:nvPr/>
              </p:nvSpPr>
              <p:spPr bwMode="auto">
                <a:xfrm>
                  <a:off x="2255" y="95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2.753353</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65" name="Rectangle 389"/>
                <p:cNvSpPr>
                  <a:spLocks noChangeArrowheads="1"/>
                </p:cNvSpPr>
                <p:nvPr/>
              </p:nvSpPr>
              <p:spPr bwMode="auto">
                <a:xfrm>
                  <a:off x="2212" y="947"/>
                  <a:ext cx="52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8" name="Group 392"/>
              <p:cNvGrpSpPr>
                <a:grpSpLocks/>
              </p:cNvGrpSpPr>
              <p:nvPr/>
            </p:nvGrpSpPr>
            <p:grpSpPr bwMode="auto">
              <a:xfrm>
                <a:off x="2739" y="950"/>
                <a:ext cx="470" cy="470"/>
                <a:chOff x="2739" y="950"/>
                <a:chExt cx="470" cy="470"/>
              </a:xfrm>
            </p:grpSpPr>
            <p:sp>
              <p:nvSpPr>
                <p:cNvPr id="23663" name="Rectangle 322"/>
                <p:cNvSpPr>
                  <a:spLocks noChangeArrowheads="1"/>
                </p:cNvSpPr>
                <p:nvPr/>
              </p:nvSpPr>
              <p:spPr bwMode="auto">
                <a:xfrm>
                  <a:off x="2782" y="95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2.718282</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67" name="Rectangle 391"/>
                <p:cNvSpPr>
                  <a:spLocks noChangeArrowheads="1"/>
                </p:cNvSpPr>
                <p:nvPr/>
              </p:nvSpPr>
              <p:spPr bwMode="auto">
                <a:xfrm>
                  <a:off x="2739" y="94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79" name="Group 394"/>
              <p:cNvGrpSpPr>
                <a:grpSpLocks/>
              </p:cNvGrpSpPr>
              <p:nvPr/>
            </p:nvGrpSpPr>
            <p:grpSpPr bwMode="auto">
              <a:xfrm>
                <a:off x="0" y="1420"/>
                <a:ext cx="275" cy="470"/>
                <a:chOff x="0" y="1420"/>
                <a:chExt cx="275" cy="470"/>
              </a:xfrm>
            </p:grpSpPr>
            <p:sp>
              <p:nvSpPr>
                <p:cNvPr id="23661" name="Rectangle 323"/>
                <p:cNvSpPr>
                  <a:spLocks noChangeArrowheads="1"/>
                </p:cNvSpPr>
                <p:nvPr/>
              </p:nvSpPr>
              <p:spPr bwMode="auto">
                <a:xfrm>
                  <a:off x="43" y="142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2.0</a:t>
                  </a:r>
                </a:p>
                <a:p>
                  <a:pPr algn="ctr"/>
                  <a:endParaRPr lang="zh-CN" altLang="en-US" sz="1800" b="0">
                    <a:solidFill>
                      <a:schemeClr val="tx1"/>
                    </a:solidFill>
                    <a:ea typeface="宋体" pitchFamily="2" charset="-122"/>
                  </a:endParaRPr>
                </a:p>
              </p:txBody>
            </p:sp>
            <p:sp>
              <p:nvSpPr>
                <p:cNvPr id="306569" name="Rectangle 393"/>
                <p:cNvSpPr>
                  <a:spLocks noChangeArrowheads="1"/>
                </p:cNvSpPr>
                <p:nvPr/>
              </p:nvSpPr>
              <p:spPr bwMode="auto">
                <a:xfrm>
                  <a:off x="0" y="1417"/>
                  <a:ext cx="275"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0" name="Group 396"/>
              <p:cNvGrpSpPr>
                <a:grpSpLocks/>
              </p:cNvGrpSpPr>
              <p:nvPr/>
            </p:nvGrpSpPr>
            <p:grpSpPr bwMode="auto">
              <a:xfrm>
                <a:off x="275" y="1420"/>
                <a:ext cx="470" cy="470"/>
                <a:chOff x="275" y="1420"/>
                <a:chExt cx="470" cy="470"/>
              </a:xfrm>
            </p:grpSpPr>
            <p:sp>
              <p:nvSpPr>
                <p:cNvPr id="23659" name="Rectangle 324"/>
                <p:cNvSpPr>
                  <a:spLocks noChangeArrowheads="1"/>
                </p:cNvSpPr>
                <p:nvPr/>
              </p:nvSpPr>
              <p:spPr bwMode="auto">
                <a:xfrm>
                  <a:off x="318" y="142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7.395216</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571" name="Rectangle 395"/>
                <p:cNvSpPr>
                  <a:spLocks noChangeArrowheads="1"/>
                </p:cNvSpPr>
                <p:nvPr/>
              </p:nvSpPr>
              <p:spPr bwMode="auto">
                <a:xfrm>
                  <a:off x="275" y="141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1" name="Group 398"/>
              <p:cNvGrpSpPr>
                <a:grpSpLocks/>
              </p:cNvGrpSpPr>
              <p:nvPr/>
            </p:nvGrpSpPr>
            <p:grpSpPr bwMode="auto">
              <a:xfrm>
                <a:off x="745" y="1420"/>
                <a:ext cx="457" cy="470"/>
                <a:chOff x="745" y="1420"/>
                <a:chExt cx="457" cy="470"/>
              </a:xfrm>
            </p:grpSpPr>
            <p:sp>
              <p:nvSpPr>
                <p:cNvPr id="23657" name="Rectangle 325"/>
                <p:cNvSpPr>
                  <a:spLocks noChangeArrowheads="1"/>
                </p:cNvSpPr>
                <p:nvPr/>
              </p:nvSpPr>
              <p:spPr bwMode="auto">
                <a:xfrm>
                  <a:off x="788" y="142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7.389118</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73" name="Rectangle 397"/>
                <p:cNvSpPr>
                  <a:spLocks noChangeArrowheads="1"/>
                </p:cNvSpPr>
                <p:nvPr/>
              </p:nvSpPr>
              <p:spPr bwMode="auto">
                <a:xfrm>
                  <a:off x="745" y="1417"/>
                  <a:ext cx="45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2" name="Group 400"/>
              <p:cNvGrpSpPr>
                <a:grpSpLocks/>
              </p:cNvGrpSpPr>
              <p:nvPr/>
            </p:nvGrpSpPr>
            <p:grpSpPr bwMode="auto">
              <a:xfrm>
                <a:off x="1202" y="1420"/>
                <a:ext cx="540" cy="470"/>
                <a:chOff x="1202" y="1420"/>
                <a:chExt cx="540" cy="470"/>
              </a:xfrm>
            </p:grpSpPr>
            <p:sp>
              <p:nvSpPr>
                <p:cNvPr id="23655" name="Rectangle 326"/>
                <p:cNvSpPr>
                  <a:spLocks noChangeArrowheads="1"/>
                </p:cNvSpPr>
                <p:nvPr/>
              </p:nvSpPr>
              <p:spPr bwMode="auto">
                <a:xfrm>
                  <a:off x="1245" y="142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7.389057</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75" name="Rectangle 399"/>
                <p:cNvSpPr>
                  <a:spLocks noChangeArrowheads="1"/>
                </p:cNvSpPr>
                <p:nvPr/>
              </p:nvSpPr>
              <p:spPr bwMode="auto">
                <a:xfrm>
                  <a:off x="1202" y="1417"/>
                  <a:ext cx="54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3" name="Group 402"/>
              <p:cNvGrpSpPr>
                <a:grpSpLocks/>
              </p:cNvGrpSpPr>
              <p:nvPr/>
            </p:nvGrpSpPr>
            <p:grpSpPr bwMode="auto">
              <a:xfrm>
                <a:off x="1742" y="1420"/>
                <a:ext cx="470" cy="470"/>
                <a:chOff x="1742" y="1420"/>
                <a:chExt cx="470" cy="470"/>
              </a:xfrm>
            </p:grpSpPr>
            <p:sp>
              <p:nvSpPr>
                <p:cNvPr id="23653" name="Rectangle 327"/>
                <p:cNvSpPr>
                  <a:spLocks noChangeArrowheads="1"/>
                </p:cNvSpPr>
                <p:nvPr/>
              </p:nvSpPr>
              <p:spPr bwMode="auto">
                <a:xfrm>
                  <a:off x="1785" y="142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7.389056</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77" name="Rectangle 401"/>
                <p:cNvSpPr>
                  <a:spLocks noChangeArrowheads="1"/>
                </p:cNvSpPr>
                <p:nvPr/>
              </p:nvSpPr>
              <p:spPr bwMode="auto">
                <a:xfrm>
                  <a:off x="1742" y="141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4" name="Group 404"/>
              <p:cNvGrpSpPr>
                <a:grpSpLocks/>
              </p:cNvGrpSpPr>
              <p:nvPr/>
            </p:nvGrpSpPr>
            <p:grpSpPr bwMode="auto">
              <a:xfrm>
                <a:off x="2212" y="1420"/>
                <a:ext cx="527" cy="470"/>
                <a:chOff x="2212" y="1420"/>
                <a:chExt cx="527" cy="470"/>
              </a:xfrm>
            </p:grpSpPr>
            <p:sp>
              <p:nvSpPr>
                <p:cNvPr id="23651" name="Rectangle 328"/>
                <p:cNvSpPr>
                  <a:spLocks noChangeArrowheads="1"/>
                </p:cNvSpPr>
                <p:nvPr/>
              </p:nvSpPr>
              <p:spPr bwMode="auto">
                <a:xfrm>
                  <a:off x="2255" y="142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7.283063</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79" name="Rectangle 403"/>
                <p:cNvSpPr>
                  <a:spLocks noChangeArrowheads="1"/>
                </p:cNvSpPr>
                <p:nvPr/>
              </p:nvSpPr>
              <p:spPr bwMode="auto">
                <a:xfrm>
                  <a:off x="2212" y="1417"/>
                  <a:ext cx="52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5" name="Group 406"/>
              <p:cNvGrpSpPr>
                <a:grpSpLocks/>
              </p:cNvGrpSpPr>
              <p:nvPr/>
            </p:nvGrpSpPr>
            <p:grpSpPr bwMode="auto">
              <a:xfrm>
                <a:off x="2739" y="1420"/>
                <a:ext cx="470" cy="470"/>
                <a:chOff x="2739" y="1420"/>
                <a:chExt cx="470" cy="470"/>
              </a:xfrm>
            </p:grpSpPr>
            <p:sp>
              <p:nvSpPr>
                <p:cNvPr id="23649" name="Rectangle 329"/>
                <p:cNvSpPr>
                  <a:spLocks noChangeArrowheads="1"/>
                </p:cNvSpPr>
                <p:nvPr/>
              </p:nvSpPr>
              <p:spPr bwMode="auto">
                <a:xfrm>
                  <a:off x="2782" y="142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7.389056</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81" name="Rectangle 405"/>
                <p:cNvSpPr>
                  <a:spLocks noChangeArrowheads="1"/>
                </p:cNvSpPr>
                <p:nvPr/>
              </p:nvSpPr>
              <p:spPr bwMode="auto">
                <a:xfrm>
                  <a:off x="2739" y="1417"/>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6" name="Group 408"/>
              <p:cNvGrpSpPr>
                <a:grpSpLocks/>
              </p:cNvGrpSpPr>
              <p:nvPr/>
            </p:nvGrpSpPr>
            <p:grpSpPr bwMode="auto">
              <a:xfrm>
                <a:off x="0" y="1890"/>
                <a:ext cx="275" cy="470"/>
                <a:chOff x="0" y="1890"/>
                <a:chExt cx="275" cy="470"/>
              </a:xfrm>
            </p:grpSpPr>
            <p:sp>
              <p:nvSpPr>
                <p:cNvPr id="23647" name="Rectangle 330"/>
                <p:cNvSpPr>
                  <a:spLocks noChangeArrowheads="1"/>
                </p:cNvSpPr>
                <p:nvPr/>
              </p:nvSpPr>
              <p:spPr bwMode="auto">
                <a:xfrm>
                  <a:off x="43" y="189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3.0</a:t>
                  </a:r>
                </a:p>
                <a:p>
                  <a:pPr algn="ctr"/>
                  <a:endParaRPr lang="zh-CN" altLang="en-US" sz="1800" b="0">
                    <a:solidFill>
                      <a:schemeClr val="tx1"/>
                    </a:solidFill>
                    <a:ea typeface="宋体" pitchFamily="2" charset="-122"/>
                  </a:endParaRPr>
                </a:p>
              </p:txBody>
            </p:sp>
            <p:sp>
              <p:nvSpPr>
                <p:cNvPr id="306583" name="Rectangle 407"/>
                <p:cNvSpPr>
                  <a:spLocks noChangeArrowheads="1"/>
                </p:cNvSpPr>
                <p:nvPr/>
              </p:nvSpPr>
              <p:spPr bwMode="auto">
                <a:xfrm>
                  <a:off x="0" y="1890"/>
                  <a:ext cx="275"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7" name="Group 410"/>
              <p:cNvGrpSpPr>
                <a:grpSpLocks/>
              </p:cNvGrpSpPr>
              <p:nvPr/>
            </p:nvGrpSpPr>
            <p:grpSpPr bwMode="auto">
              <a:xfrm>
                <a:off x="275" y="1890"/>
                <a:ext cx="470" cy="470"/>
                <a:chOff x="275" y="1890"/>
                <a:chExt cx="470" cy="470"/>
              </a:xfrm>
            </p:grpSpPr>
            <p:sp>
              <p:nvSpPr>
                <p:cNvPr id="23645" name="Rectangle 331"/>
                <p:cNvSpPr>
                  <a:spLocks noChangeArrowheads="1"/>
                </p:cNvSpPr>
                <p:nvPr/>
              </p:nvSpPr>
              <p:spPr bwMode="auto">
                <a:xfrm>
                  <a:off x="318" y="189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20.102280</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585" name="Rectangle 409"/>
                <p:cNvSpPr>
                  <a:spLocks noChangeArrowheads="1"/>
                </p:cNvSpPr>
                <p:nvPr/>
              </p:nvSpPr>
              <p:spPr bwMode="auto">
                <a:xfrm>
                  <a:off x="275" y="189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8" name="Group 412"/>
              <p:cNvGrpSpPr>
                <a:grpSpLocks/>
              </p:cNvGrpSpPr>
              <p:nvPr/>
            </p:nvGrpSpPr>
            <p:grpSpPr bwMode="auto">
              <a:xfrm>
                <a:off x="745" y="1890"/>
                <a:ext cx="457" cy="470"/>
                <a:chOff x="745" y="1890"/>
                <a:chExt cx="457" cy="470"/>
              </a:xfrm>
            </p:grpSpPr>
            <p:sp>
              <p:nvSpPr>
                <p:cNvPr id="23643" name="Rectangle 332"/>
                <p:cNvSpPr>
                  <a:spLocks noChangeArrowheads="1"/>
                </p:cNvSpPr>
                <p:nvPr/>
              </p:nvSpPr>
              <p:spPr bwMode="auto">
                <a:xfrm>
                  <a:off x="788" y="189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20.085704</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87" name="Rectangle 411"/>
                <p:cNvSpPr>
                  <a:spLocks noChangeArrowheads="1"/>
                </p:cNvSpPr>
                <p:nvPr/>
              </p:nvSpPr>
              <p:spPr bwMode="auto">
                <a:xfrm>
                  <a:off x="745" y="1890"/>
                  <a:ext cx="45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89" name="Group 414"/>
              <p:cNvGrpSpPr>
                <a:grpSpLocks/>
              </p:cNvGrpSpPr>
              <p:nvPr/>
            </p:nvGrpSpPr>
            <p:grpSpPr bwMode="auto">
              <a:xfrm>
                <a:off x="1202" y="1890"/>
                <a:ext cx="540" cy="470"/>
                <a:chOff x="1202" y="1890"/>
                <a:chExt cx="540" cy="470"/>
              </a:xfrm>
            </p:grpSpPr>
            <p:sp>
              <p:nvSpPr>
                <p:cNvPr id="23641" name="Rectangle 333"/>
                <p:cNvSpPr>
                  <a:spLocks noChangeArrowheads="1"/>
                </p:cNvSpPr>
                <p:nvPr/>
              </p:nvSpPr>
              <p:spPr bwMode="auto">
                <a:xfrm>
                  <a:off x="1245" y="189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20.085539</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89" name="Rectangle 413"/>
                <p:cNvSpPr>
                  <a:spLocks noChangeArrowheads="1"/>
                </p:cNvSpPr>
                <p:nvPr/>
              </p:nvSpPr>
              <p:spPr bwMode="auto">
                <a:xfrm>
                  <a:off x="1202" y="1890"/>
                  <a:ext cx="54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0" name="Group 416"/>
              <p:cNvGrpSpPr>
                <a:grpSpLocks/>
              </p:cNvGrpSpPr>
              <p:nvPr/>
            </p:nvGrpSpPr>
            <p:grpSpPr bwMode="auto">
              <a:xfrm>
                <a:off x="1742" y="1890"/>
                <a:ext cx="470" cy="470"/>
                <a:chOff x="1742" y="1890"/>
                <a:chExt cx="470" cy="470"/>
              </a:xfrm>
            </p:grpSpPr>
            <p:sp>
              <p:nvSpPr>
                <p:cNvPr id="23639" name="Rectangle 334"/>
                <p:cNvSpPr>
                  <a:spLocks noChangeArrowheads="1"/>
                </p:cNvSpPr>
                <p:nvPr/>
              </p:nvSpPr>
              <p:spPr bwMode="auto">
                <a:xfrm>
                  <a:off x="1785" y="189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20.085537</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91" name="Rectangle 415"/>
                <p:cNvSpPr>
                  <a:spLocks noChangeArrowheads="1"/>
                </p:cNvSpPr>
                <p:nvPr/>
              </p:nvSpPr>
              <p:spPr bwMode="auto">
                <a:xfrm>
                  <a:off x="1742" y="189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1" name="Group 418"/>
              <p:cNvGrpSpPr>
                <a:grpSpLocks/>
              </p:cNvGrpSpPr>
              <p:nvPr/>
            </p:nvGrpSpPr>
            <p:grpSpPr bwMode="auto">
              <a:xfrm>
                <a:off x="2212" y="1890"/>
                <a:ext cx="527" cy="470"/>
                <a:chOff x="2212" y="1890"/>
                <a:chExt cx="527" cy="470"/>
              </a:xfrm>
            </p:grpSpPr>
            <p:sp>
              <p:nvSpPr>
                <p:cNvPr id="23637" name="Rectangle 335"/>
                <p:cNvSpPr>
                  <a:spLocks noChangeArrowheads="1"/>
                </p:cNvSpPr>
                <p:nvPr/>
              </p:nvSpPr>
              <p:spPr bwMode="auto">
                <a:xfrm>
                  <a:off x="2255" y="189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20.250467</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93" name="Rectangle 417"/>
                <p:cNvSpPr>
                  <a:spLocks noChangeArrowheads="1"/>
                </p:cNvSpPr>
                <p:nvPr/>
              </p:nvSpPr>
              <p:spPr bwMode="auto">
                <a:xfrm>
                  <a:off x="2212" y="1890"/>
                  <a:ext cx="52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2" name="Group 420"/>
              <p:cNvGrpSpPr>
                <a:grpSpLocks/>
              </p:cNvGrpSpPr>
              <p:nvPr/>
            </p:nvGrpSpPr>
            <p:grpSpPr bwMode="auto">
              <a:xfrm>
                <a:off x="2739" y="1890"/>
                <a:ext cx="470" cy="470"/>
                <a:chOff x="2739" y="1890"/>
                <a:chExt cx="470" cy="470"/>
              </a:xfrm>
            </p:grpSpPr>
            <p:sp>
              <p:nvSpPr>
                <p:cNvPr id="23635" name="Rectangle 336"/>
                <p:cNvSpPr>
                  <a:spLocks noChangeArrowheads="1"/>
                </p:cNvSpPr>
                <p:nvPr/>
              </p:nvSpPr>
              <p:spPr bwMode="auto">
                <a:xfrm>
                  <a:off x="2782" y="189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20.085537</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595" name="Rectangle 419"/>
                <p:cNvSpPr>
                  <a:spLocks noChangeArrowheads="1"/>
                </p:cNvSpPr>
                <p:nvPr/>
              </p:nvSpPr>
              <p:spPr bwMode="auto">
                <a:xfrm>
                  <a:off x="2739" y="189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3" name="Group 422"/>
              <p:cNvGrpSpPr>
                <a:grpSpLocks/>
              </p:cNvGrpSpPr>
              <p:nvPr/>
            </p:nvGrpSpPr>
            <p:grpSpPr bwMode="auto">
              <a:xfrm>
                <a:off x="0" y="2360"/>
                <a:ext cx="275" cy="470"/>
                <a:chOff x="0" y="2360"/>
                <a:chExt cx="275" cy="470"/>
              </a:xfrm>
            </p:grpSpPr>
            <p:sp>
              <p:nvSpPr>
                <p:cNvPr id="23633" name="Rectangle 337"/>
                <p:cNvSpPr>
                  <a:spLocks noChangeArrowheads="1"/>
                </p:cNvSpPr>
                <p:nvPr/>
              </p:nvSpPr>
              <p:spPr bwMode="auto">
                <a:xfrm>
                  <a:off x="43" y="236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4.0</a:t>
                  </a:r>
                </a:p>
                <a:p>
                  <a:pPr algn="ctr"/>
                  <a:endParaRPr lang="zh-CN" altLang="en-US" sz="1800" b="0">
                    <a:solidFill>
                      <a:schemeClr val="tx1"/>
                    </a:solidFill>
                    <a:ea typeface="宋体" pitchFamily="2" charset="-122"/>
                  </a:endParaRPr>
                </a:p>
              </p:txBody>
            </p:sp>
            <p:sp>
              <p:nvSpPr>
                <p:cNvPr id="306597" name="Rectangle 421"/>
                <p:cNvSpPr>
                  <a:spLocks noChangeArrowheads="1"/>
                </p:cNvSpPr>
                <p:nvPr/>
              </p:nvSpPr>
              <p:spPr bwMode="auto">
                <a:xfrm>
                  <a:off x="0" y="2360"/>
                  <a:ext cx="275"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4" name="Group 424"/>
              <p:cNvGrpSpPr>
                <a:grpSpLocks/>
              </p:cNvGrpSpPr>
              <p:nvPr/>
            </p:nvGrpSpPr>
            <p:grpSpPr bwMode="auto">
              <a:xfrm>
                <a:off x="275" y="2360"/>
                <a:ext cx="470" cy="470"/>
                <a:chOff x="275" y="2360"/>
                <a:chExt cx="470" cy="470"/>
              </a:xfrm>
            </p:grpSpPr>
            <p:sp>
              <p:nvSpPr>
                <p:cNvPr id="23631" name="Rectangle 338"/>
                <p:cNvSpPr>
                  <a:spLocks noChangeArrowheads="1"/>
                </p:cNvSpPr>
                <p:nvPr/>
              </p:nvSpPr>
              <p:spPr bwMode="auto">
                <a:xfrm>
                  <a:off x="318" y="236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54.643664</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599" name="Rectangle 423"/>
                <p:cNvSpPr>
                  <a:spLocks noChangeArrowheads="1"/>
                </p:cNvSpPr>
                <p:nvPr/>
              </p:nvSpPr>
              <p:spPr bwMode="auto">
                <a:xfrm>
                  <a:off x="275" y="236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5" name="Group 426"/>
              <p:cNvGrpSpPr>
                <a:grpSpLocks/>
              </p:cNvGrpSpPr>
              <p:nvPr/>
            </p:nvGrpSpPr>
            <p:grpSpPr bwMode="auto">
              <a:xfrm>
                <a:off x="745" y="2360"/>
                <a:ext cx="457" cy="470"/>
                <a:chOff x="745" y="2360"/>
                <a:chExt cx="457" cy="470"/>
              </a:xfrm>
            </p:grpSpPr>
            <p:sp>
              <p:nvSpPr>
                <p:cNvPr id="23629" name="Rectangle 339"/>
                <p:cNvSpPr>
                  <a:spLocks noChangeArrowheads="1"/>
                </p:cNvSpPr>
                <p:nvPr/>
              </p:nvSpPr>
              <p:spPr bwMode="auto">
                <a:xfrm>
                  <a:off x="788" y="236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54.598605</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01" name="Rectangle 425"/>
                <p:cNvSpPr>
                  <a:spLocks noChangeArrowheads="1"/>
                </p:cNvSpPr>
                <p:nvPr/>
              </p:nvSpPr>
              <p:spPr bwMode="auto">
                <a:xfrm>
                  <a:off x="745" y="2360"/>
                  <a:ext cx="45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6" name="Group 428"/>
              <p:cNvGrpSpPr>
                <a:grpSpLocks/>
              </p:cNvGrpSpPr>
              <p:nvPr/>
            </p:nvGrpSpPr>
            <p:grpSpPr bwMode="auto">
              <a:xfrm>
                <a:off x="1202" y="2360"/>
                <a:ext cx="540" cy="470"/>
                <a:chOff x="1202" y="2360"/>
                <a:chExt cx="540" cy="470"/>
              </a:xfrm>
            </p:grpSpPr>
            <p:sp>
              <p:nvSpPr>
                <p:cNvPr id="23627" name="Rectangle 340"/>
                <p:cNvSpPr>
                  <a:spLocks noChangeArrowheads="1"/>
                </p:cNvSpPr>
                <p:nvPr/>
              </p:nvSpPr>
              <p:spPr bwMode="auto">
                <a:xfrm>
                  <a:off x="1245" y="236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54.598155</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03" name="Rectangle 427"/>
                <p:cNvSpPr>
                  <a:spLocks noChangeArrowheads="1"/>
                </p:cNvSpPr>
                <p:nvPr/>
              </p:nvSpPr>
              <p:spPr bwMode="auto">
                <a:xfrm>
                  <a:off x="1202" y="2360"/>
                  <a:ext cx="54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7" name="Group 430"/>
              <p:cNvGrpSpPr>
                <a:grpSpLocks/>
              </p:cNvGrpSpPr>
              <p:nvPr/>
            </p:nvGrpSpPr>
            <p:grpSpPr bwMode="auto">
              <a:xfrm>
                <a:off x="1742" y="2360"/>
                <a:ext cx="470" cy="470"/>
                <a:chOff x="1742" y="2360"/>
                <a:chExt cx="470" cy="470"/>
              </a:xfrm>
            </p:grpSpPr>
            <p:sp>
              <p:nvSpPr>
                <p:cNvPr id="23625" name="Rectangle 341"/>
                <p:cNvSpPr>
                  <a:spLocks noChangeArrowheads="1"/>
                </p:cNvSpPr>
                <p:nvPr/>
              </p:nvSpPr>
              <p:spPr bwMode="auto">
                <a:xfrm>
                  <a:off x="1785" y="236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54.598151</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05" name="Rectangle 429"/>
                <p:cNvSpPr>
                  <a:spLocks noChangeArrowheads="1"/>
                </p:cNvSpPr>
                <p:nvPr/>
              </p:nvSpPr>
              <p:spPr bwMode="auto">
                <a:xfrm>
                  <a:off x="1742" y="236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8" name="Group 432"/>
              <p:cNvGrpSpPr>
                <a:grpSpLocks/>
              </p:cNvGrpSpPr>
              <p:nvPr/>
            </p:nvGrpSpPr>
            <p:grpSpPr bwMode="auto">
              <a:xfrm>
                <a:off x="2212" y="2360"/>
                <a:ext cx="527" cy="470"/>
                <a:chOff x="2212" y="2360"/>
                <a:chExt cx="527" cy="470"/>
              </a:xfrm>
            </p:grpSpPr>
            <p:sp>
              <p:nvSpPr>
                <p:cNvPr id="23623" name="Rectangle 342"/>
                <p:cNvSpPr>
                  <a:spLocks noChangeArrowheads="1"/>
                </p:cNvSpPr>
                <p:nvPr/>
              </p:nvSpPr>
              <p:spPr bwMode="auto">
                <a:xfrm>
                  <a:off x="2255" y="236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54.711789</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07" name="Rectangle 431"/>
                <p:cNvSpPr>
                  <a:spLocks noChangeArrowheads="1"/>
                </p:cNvSpPr>
                <p:nvPr/>
              </p:nvSpPr>
              <p:spPr bwMode="auto">
                <a:xfrm>
                  <a:off x="2212" y="2360"/>
                  <a:ext cx="52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599" name="Group 434"/>
              <p:cNvGrpSpPr>
                <a:grpSpLocks/>
              </p:cNvGrpSpPr>
              <p:nvPr/>
            </p:nvGrpSpPr>
            <p:grpSpPr bwMode="auto">
              <a:xfrm>
                <a:off x="2739" y="2360"/>
                <a:ext cx="470" cy="470"/>
                <a:chOff x="2739" y="2360"/>
                <a:chExt cx="470" cy="470"/>
              </a:xfrm>
            </p:grpSpPr>
            <p:sp>
              <p:nvSpPr>
                <p:cNvPr id="23621" name="Rectangle 343"/>
                <p:cNvSpPr>
                  <a:spLocks noChangeArrowheads="1"/>
                </p:cNvSpPr>
                <p:nvPr/>
              </p:nvSpPr>
              <p:spPr bwMode="auto">
                <a:xfrm>
                  <a:off x="2782" y="236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54.598150</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09" name="Rectangle 433"/>
                <p:cNvSpPr>
                  <a:spLocks noChangeArrowheads="1"/>
                </p:cNvSpPr>
                <p:nvPr/>
              </p:nvSpPr>
              <p:spPr bwMode="auto">
                <a:xfrm>
                  <a:off x="2739" y="236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0" name="Group 436"/>
              <p:cNvGrpSpPr>
                <a:grpSpLocks/>
              </p:cNvGrpSpPr>
              <p:nvPr/>
            </p:nvGrpSpPr>
            <p:grpSpPr bwMode="auto">
              <a:xfrm>
                <a:off x="0" y="2830"/>
                <a:ext cx="275" cy="470"/>
                <a:chOff x="0" y="2830"/>
                <a:chExt cx="275" cy="470"/>
              </a:xfrm>
            </p:grpSpPr>
            <p:sp>
              <p:nvSpPr>
                <p:cNvPr id="23619" name="Rectangle 344"/>
                <p:cNvSpPr>
                  <a:spLocks noChangeArrowheads="1"/>
                </p:cNvSpPr>
                <p:nvPr/>
              </p:nvSpPr>
              <p:spPr bwMode="auto">
                <a:xfrm>
                  <a:off x="43" y="2830"/>
                  <a:ext cx="189"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chemeClr val="tx1"/>
                      </a:solidFill>
                      <a:ea typeface="宋体" pitchFamily="2" charset="-122"/>
                    </a:rPr>
                    <a:t>5.0</a:t>
                  </a:r>
                </a:p>
                <a:p>
                  <a:pPr algn="ctr"/>
                  <a:endParaRPr lang="zh-CN" altLang="en-US" sz="1800" b="0">
                    <a:solidFill>
                      <a:schemeClr val="tx1"/>
                    </a:solidFill>
                    <a:ea typeface="宋体" pitchFamily="2" charset="-122"/>
                  </a:endParaRPr>
                </a:p>
              </p:txBody>
            </p:sp>
            <p:sp>
              <p:nvSpPr>
                <p:cNvPr id="306611" name="Rectangle 435"/>
                <p:cNvSpPr>
                  <a:spLocks noChangeArrowheads="1"/>
                </p:cNvSpPr>
                <p:nvPr/>
              </p:nvSpPr>
              <p:spPr bwMode="auto">
                <a:xfrm>
                  <a:off x="0" y="2830"/>
                  <a:ext cx="275"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1" name="Group 438"/>
              <p:cNvGrpSpPr>
                <a:grpSpLocks/>
              </p:cNvGrpSpPr>
              <p:nvPr/>
            </p:nvGrpSpPr>
            <p:grpSpPr bwMode="auto">
              <a:xfrm>
                <a:off x="275" y="2830"/>
                <a:ext cx="470" cy="470"/>
                <a:chOff x="275" y="2830"/>
                <a:chExt cx="470" cy="470"/>
              </a:xfrm>
            </p:grpSpPr>
            <p:sp>
              <p:nvSpPr>
                <p:cNvPr id="23617" name="Rectangle 345"/>
                <p:cNvSpPr>
                  <a:spLocks noChangeArrowheads="1"/>
                </p:cNvSpPr>
                <p:nvPr/>
              </p:nvSpPr>
              <p:spPr bwMode="auto">
                <a:xfrm>
                  <a:off x="318" y="283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148.536878</a:t>
                  </a:r>
                  <a:endParaRPr lang="zh-CN" altLang="en-US" sz="1800" b="0">
                    <a:ea typeface="宋体" pitchFamily="2" charset="-122"/>
                  </a:endParaRPr>
                </a:p>
                <a:p>
                  <a:pPr algn="ctr"/>
                  <a:r>
                    <a:rPr lang="zh-CN" altLang="en-US" sz="1800" b="0">
                      <a:solidFill>
                        <a:schemeClr val="tx1"/>
                      </a:solidFill>
                      <a:ea typeface="宋体" pitchFamily="2" charset="-122"/>
                    </a:rPr>
                    <a:t> </a:t>
                  </a:r>
                </a:p>
                <a:p>
                  <a:pPr algn="ctr"/>
                  <a:endParaRPr lang="zh-CN" altLang="en-US" sz="1800" b="0">
                    <a:solidFill>
                      <a:schemeClr val="tx1"/>
                    </a:solidFill>
                    <a:ea typeface="宋体" pitchFamily="2" charset="-122"/>
                  </a:endParaRPr>
                </a:p>
              </p:txBody>
            </p:sp>
            <p:sp>
              <p:nvSpPr>
                <p:cNvPr id="306613" name="Rectangle 437"/>
                <p:cNvSpPr>
                  <a:spLocks noChangeArrowheads="1"/>
                </p:cNvSpPr>
                <p:nvPr/>
              </p:nvSpPr>
              <p:spPr bwMode="auto">
                <a:xfrm>
                  <a:off x="275" y="283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2" name="Group 440"/>
              <p:cNvGrpSpPr>
                <a:grpSpLocks/>
              </p:cNvGrpSpPr>
              <p:nvPr/>
            </p:nvGrpSpPr>
            <p:grpSpPr bwMode="auto">
              <a:xfrm>
                <a:off x="745" y="2830"/>
                <a:ext cx="457" cy="470"/>
                <a:chOff x="745" y="2830"/>
                <a:chExt cx="457" cy="470"/>
              </a:xfrm>
            </p:grpSpPr>
            <p:sp>
              <p:nvSpPr>
                <p:cNvPr id="23615" name="Rectangle 346"/>
                <p:cNvSpPr>
                  <a:spLocks noChangeArrowheads="1"/>
                </p:cNvSpPr>
                <p:nvPr/>
              </p:nvSpPr>
              <p:spPr bwMode="auto">
                <a:xfrm>
                  <a:off x="788" y="2830"/>
                  <a:ext cx="37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148.414396</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15" name="Rectangle 439"/>
                <p:cNvSpPr>
                  <a:spLocks noChangeArrowheads="1"/>
                </p:cNvSpPr>
                <p:nvPr/>
              </p:nvSpPr>
              <p:spPr bwMode="auto">
                <a:xfrm>
                  <a:off x="745" y="2830"/>
                  <a:ext cx="45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3" name="Group 442"/>
              <p:cNvGrpSpPr>
                <a:grpSpLocks/>
              </p:cNvGrpSpPr>
              <p:nvPr/>
            </p:nvGrpSpPr>
            <p:grpSpPr bwMode="auto">
              <a:xfrm>
                <a:off x="1202" y="2830"/>
                <a:ext cx="540" cy="470"/>
                <a:chOff x="1202" y="2830"/>
                <a:chExt cx="540" cy="470"/>
              </a:xfrm>
            </p:grpSpPr>
            <p:sp>
              <p:nvSpPr>
                <p:cNvPr id="23613" name="Rectangle 347"/>
                <p:cNvSpPr>
                  <a:spLocks noChangeArrowheads="1"/>
                </p:cNvSpPr>
                <p:nvPr/>
              </p:nvSpPr>
              <p:spPr bwMode="auto">
                <a:xfrm>
                  <a:off x="1245" y="2830"/>
                  <a:ext cx="45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148.413172</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17" name="Rectangle 441"/>
                <p:cNvSpPr>
                  <a:spLocks noChangeArrowheads="1"/>
                </p:cNvSpPr>
                <p:nvPr/>
              </p:nvSpPr>
              <p:spPr bwMode="auto">
                <a:xfrm>
                  <a:off x="1202" y="2830"/>
                  <a:ext cx="54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4" name="Group 444"/>
              <p:cNvGrpSpPr>
                <a:grpSpLocks/>
              </p:cNvGrpSpPr>
              <p:nvPr/>
            </p:nvGrpSpPr>
            <p:grpSpPr bwMode="auto">
              <a:xfrm>
                <a:off x="1742" y="2830"/>
                <a:ext cx="470" cy="470"/>
                <a:chOff x="1742" y="2830"/>
                <a:chExt cx="470" cy="470"/>
              </a:xfrm>
            </p:grpSpPr>
            <p:sp>
              <p:nvSpPr>
                <p:cNvPr id="23611" name="Rectangle 348"/>
                <p:cNvSpPr>
                  <a:spLocks noChangeArrowheads="1"/>
                </p:cNvSpPr>
                <p:nvPr/>
              </p:nvSpPr>
              <p:spPr bwMode="auto">
                <a:xfrm>
                  <a:off x="1785" y="283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148.413161</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19" name="Rectangle 443"/>
                <p:cNvSpPr>
                  <a:spLocks noChangeArrowheads="1"/>
                </p:cNvSpPr>
                <p:nvPr/>
              </p:nvSpPr>
              <p:spPr bwMode="auto">
                <a:xfrm>
                  <a:off x="1742" y="283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5" name="Group 446"/>
              <p:cNvGrpSpPr>
                <a:grpSpLocks/>
              </p:cNvGrpSpPr>
              <p:nvPr/>
            </p:nvGrpSpPr>
            <p:grpSpPr bwMode="auto">
              <a:xfrm>
                <a:off x="2212" y="2830"/>
                <a:ext cx="527" cy="470"/>
                <a:chOff x="2212" y="2830"/>
                <a:chExt cx="527" cy="470"/>
              </a:xfrm>
            </p:grpSpPr>
            <p:sp>
              <p:nvSpPr>
                <p:cNvPr id="23609" name="Rectangle 349"/>
                <p:cNvSpPr>
                  <a:spLocks noChangeArrowheads="1"/>
                </p:cNvSpPr>
                <p:nvPr/>
              </p:nvSpPr>
              <p:spPr bwMode="auto">
                <a:xfrm>
                  <a:off x="2255" y="2830"/>
                  <a:ext cx="44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150.635056</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21" name="Rectangle 445"/>
                <p:cNvSpPr>
                  <a:spLocks noChangeArrowheads="1"/>
                </p:cNvSpPr>
                <p:nvPr/>
              </p:nvSpPr>
              <p:spPr bwMode="auto">
                <a:xfrm>
                  <a:off x="2212" y="2830"/>
                  <a:ext cx="527"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23606" name="Group 448"/>
              <p:cNvGrpSpPr>
                <a:grpSpLocks/>
              </p:cNvGrpSpPr>
              <p:nvPr/>
            </p:nvGrpSpPr>
            <p:grpSpPr bwMode="auto">
              <a:xfrm>
                <a:off x="2739" y="2830"/>
                <a:ext cx="470" cy="470"/>
                <a:chOff x="2739" y="2830"/>
                <a:chExt cx="470" cy="470"/>
              </a:xfrm>
            </p:grpSpPr>
            <p:sp>
              <p:nvSpPr>
                <p:cNvPr id="23607" name="Rectangle 350"/>
                <p:cNvSpPr>
                  <a:spLocks noChangeArrowheads="1"/>
                </p:cNvSpPr>
                <p:nvPr/>
              </p:nvSpPr>
              <p:spPr bwMode="auto">
                <a:xfrm>
                  <a:off x="2782" y="2830"/>
                  <a:ext cx="384"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ctr"/>
                  <a:r>
                    <a:rPr lang="zh-CN" altLang="en-US" sz="1800" b="0">
                      <a:solidFill>
                        <a:srgbClr val="333333"/>
                      </a:solidFill>
                      <a:latin typeface="Times-Roman" charset="0"/>
                      <a:ea typeface="宋体" pitchFamily="2" charset="-122"/>
                    </a:rPr>
                    <a:t>148.413159</a:t>
                  </a:r>
                  <a:endParaRPr lang="zh-CN" altLang="en-US" sz="1800" b="0">
                    <a:ea typeface="宋体" pitchFamily="2" charset="-122"/>
                  </a:endParaRPr>
                </a:p>
                <a:p>
                  <a:pPr algn="ctr"/>
                  <a:endParaRPr lang="zh-CN" altLang="en-US" sz="1800" b="0">
                    <a:solidFill>
                      <a:schemeClr val="tx1"/>
                    </a:solidFill>
                    <a:ea typeface="宋体" pitchFamily="2" charset="-122"/>
                  </a:endParaRPr>
                </a:p>
              </p:txBody>
            </p:sp>
            <p:sp>
              <p:nvSpPr>
                <p:cNvPr id="306623" name="Rectangle 447"/>
                <p:cNvSpPr>
                  <a:spLocks noChangeArrowheads="1"/>
                </p:cNvSpPr>
                <p:nvPr/>
              </p:nvSpPr>
              <p:spPr bwMode="auto">
                <a:xfrm>
                  <a:off x="2739" y="2830"/>
                  <a:ext cx="470" cy="47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grpSp>
        <p:sp>
          <p:nvSpPr>
            <p:cNvPr id="306626" name="Rectangle 450"/>
            <p:cNvSpPr>
              <a:spLocks noChangeArrowheads="1"/>
            </p:cNvSpPr>
            <p:nvPr/>
          </p:nvSpPr>
          <p:spPr bwMode="auto">
            <a:xfrm>
              <a:off x="-3" y="-3"/>
              <a:ext cx="3215" cy="3306"/>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370227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6214E5-7AD0-4EE1-B4D8-F1C2F8E11509}" type="slidenum">
              <a:rPr lang="zh-CN" altLang="en-US"/>
              <a:pPr>
                <a:defRPr/>
              </a:pPr>
              <a:t>22</a:t>
            </a:fld>
            <a:endParaRPr lang="en-US" altLang="zh-CN"/>
          </a:p>
        </p:txBody>
      </p:sp>
      <p:graphicFrame>
        <p:nvGraphicFramePr>
          <p:cNvPr id="24579" name="Object 2"/>
          <p:cNvGraphicFramePr>
            <a:graphicFrameLocks noChangeAspect="1"/>
          </p:cNvGraphicFramePr>
          <p:nvPr/>
        </p:nvGraphicFramePr>
        <p:xfrm>
          <a:off x="611188" y="476250"/>
          <a:ext cx="7921625" cy="5313363"/>
        </p:xfrm>
        <a:graphic>
          <a:graphicData uri="http://schemas.openxmlformats.org/presentationml/2006/ole">
            <mc:AlternateContent xmlns:mc="http://schemas.openxmlformats.org/markup-compatibility/2006">
              <mc:Choice xmlns:v="urn:schemas-microsoft-com:vml" Requires="v">
                <p:oleObj spid="_x0000_s25610" name="Chart" r:id="rId3" imgW="6829687" imgH="4581910" progId="Excel.Chart.8">
                  <p:embed/>
                </p:oleObj>
              </mc:Choice>
              <mc:Fallback>
                <p:oleObj name="Chart" r:id="rId3" imgW="6829687" imgH="4581910"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76250"/>
                        <a:ext cx="7921625"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0" name="Text Box 3"/>
          <p:cNvSpPr txBox="1">
            <a:spLocks noChangeArrowheads="1"/>
          </p:cNvSpPr>
          <p:nvPr/>
        </p:nvSpPr>
        <p:spPr bwMode="auto">
          <a:xfrm>
            <a:off x="250825" y="5949950"/>
            <a:ext cx="89296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r>
              <a:rPr lang="en-US" altLang="zh-CN" sz="2800">
                <a:solidFill>
                  <a:schemeClr val="tx1"/>
                </a:solidFill>
              </a:rPr>
              <a:t>error of the second derivative of  exp(x) as a function of </a:t>
            </a:r>
            <a:r>
              <a:rPr lang="en-US" altLang="zh-CN" sz="2800" i="1">
                <a:solidFill>
                  <a:schemeClr val="tx1"/>
                </a:solidFill>
              </a:rPr>
              <a:t>x</a:t>
            </a:r>
            <a:endParaRPr lang="zh-CN" altLang="en-US" sz="2800" i="1">
              <a:solidFill>
                <a:schemeClr val="tx1"/>
              </a:solidFill>
            </a:endParaRPr>
          </a:p>
        </p:txBody>
      </p:sp>
      <p:sp>
        <p:nvSpPr>
          <p:cNvPr id="606212" name="Text Box 4"/>
          <p:cNvSpPr txBox="1">
            <a:spLocks noChangeArrowheads="1"/>
          </p:cNvSpPr>
          <p:nvPr/>
        </p:nvSpPr>
        <p:spPr bwMode="auto">
          <a:xfrm>
            <a:off x="7143750" y="855663"/>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4000" b="0">
                <a:solidFill>
                  <a:srgbClr val="FF0000"/>
                </a:solidFill>
                <a:effectLst>
                  <a:outerShdw blurRad="38100" dist="38100" dir="2700000" algn="tl">
                    <a:srgbClr val="C0C0C0"/>
                  </a:outerShdw>
                </a:effectLst>
              </a:rPr>
              <a:t>h</a:t>
            </a:r>
          </a:p>
        </p:txBody>
      </p:sp>
    </p:spTree>
    <p:extLst>
      <p:ext uri="{BB962C8B-B14F-4D97-AF65-F5344CB8AC3E}">
        <p14:creationId xmlns:p14="http://schemas.microsoft.com/office/powerpoint/2010/main" val="2256904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317747B9-CE8D-4B2D-B32B-88875491A1F4}" type="slidenum">
              <a:rPr lang="zh-CN" altLang="en-US"/>
              <a:pPr>
                <a:defRPr/>
              </a:pPr>
              <a:t>23</a:t>
            </a:fld>
            <a:endParaRPr lang="en-US" altLang="zh-CN"/>
          </a:p>
        </p:txBody>
      </p:sp>
      <p:sp>
        <p:nvSpPr>
          <p:cNvPr id="25603" name="Rectangle 2"/>
          <p:cNvSpPr>
            <a:spLocks noChangeArrowheads="1"/>
          </p:cNvSpPr>
          <p:nvPr/>
        </p:nvSpPr>
        <p:spPr bwMode="auto">
          <a:xfrm>
            <a:off x="304800" y="303213"/>
            <a:ext cx="8610600" cy="649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nSpc>
                <a:spcPct val="130000"/>
              </a:lnSpc>
            </a:pPr>
            <a:r>
              <a:rPr lang="en-US" altLang="zh-CN" sz="3200" b="0">
                <a:solidFill>
                  <a:schemeClr val="tx1"/>
                </a:solidFill>
                <a:latin typeface="CMR10" charset="0"/>
              </a:rPr>
              <a:t>The total numerical error is the </a:t>
            </a:r>
            <a:r>
              <a:rPr lang="en-US" altLang="zh-CN" sz="3200" b="0">
                <a:solidFill>
                  <a:srgbClr val="0000FF"/>
                </a:solidFill>
                <a:latin typeface="CMR10" charset="0"/>
              </a:rPr>
              <a:t>summation</a:t>
            </a:r>
            <a:r>
              <a:rPr lang="en-US" altLang="zh-CN" sz="3200" b="0">
                <a:solidFill>
                  <a:schemeClr val="tx1"/>
                </a:solidFill>
                <a:latin typeface="CMR10" charset="0"/>
              </a:rPr>
              <a:t> of the </a:t>
            </a:r>
            <a:r>
              <a:rPr lang="en-US" altLang="zh-CN" sz="3200" b="0">
                <a:solidFill>
                  <a:srgbClr val="0000FF"/>
                </a:solidFill>
                <a:latin typeface="CMR10" charset="0"/>
              </a:rPr>
              <a:t>truncation and round-off errors</a:t>
            </a:r>
            <a:r>
              <a:rPr lang="en-US" altLang="zh-CN" sz="3200" b="0">
                <a:solidFill>
                  <a:schemeClr val="tx1"/>
                </a:solidFill>
                <a:latin typeface="CMR10" charset="0"/>
              </a:rPr>
              <a:t>. In general, the only way to minimize round-off errors is to increase the number of significant figures of the computer. Furthermore, we have noted that round-off errors will increase due to subtractive cancellation or due to an increase in the number of computations in an analysis. In contrast, the truncation error can be reduced by decreasing the step size. </a:t>
            </a:r>
            <a:endParaRPr lang="zh-CN" altLang="en-US" sz="3200" b="0">
              <a:solidFill>
                <a:schemeClr val="tx1"/>
              </a:solidFill>
              <a:latin typeface="CMR10" charset="0"/>
            </a:endParaRPr>
          </a:p>
        </p:txBody>
      </p:sp>
    </p:spTree>
    <p:extLst>
      <p:ext uri="{BB962C8B-B14F-4D97-AF65-F5344CB8AC3E}">
        <p14:creationId xmlns:p14="http://schemas.microsoft.com/office/powerpoint/2010/main" val="1994466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227D52E3-F9A3-41CB-9466-ADA712415E4B}" type="slidenum">
              <a:rPr lang="zh-CN" altLang="en-US"/>
              <a:pPr>
                <a:defRPr/>
              </a:pPr>
              <a:t>24</a:t>
            </a:fld>
            <a:endParaRPr lang="en-US" altLang="zh-CN"/>
          </a:p>
        </p:txBody>
      </p:sp>
      <p:pic>
        <p:nvPicPr>
          <p:cNvPr id="266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49275"/>
            <a:ext cx="6391275"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4371" name="Text Box 3"/>
          <p:cNvSpPr txBox="1">
            <a:spLocks noChangeArrowheads="1"/>
          </p:cNvSpPr>
          <p:nvPr/>
        </p:nvSpPr>
        <p:spPr bwMode="auto">
          <a:xfrm>
            <a:off x="228600" y="4797425"/>
            <a:ext cx="8736013"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defRPr/>
            </a:pPr>
            <a:r>
              <a:rPr lang="en-US" altLang="zh-CN" sz="2800" b="0" dirty="0">
                <a:solidFill>
                  <a:schemeClr val="tx1"/>
                </a:solidFill>
              </a:rPr>
              <a:t>Figure: Log-log plot of the relative error of the second derivative of  </a:t>
            </a:r>
            <a:r>
              <a:rPr lang="en-US" altLang="zh-CN" sz="2800" b="0" dirty="0" err="1">
                <a:solidFill>
                  <a:schemeClr val="tx1"/>
                </a:solidFill>
              </a:rPr>
              <a:t>exp</a:t>
            </a:r>
            <a:r>
              <a:rPr lang="en-US" altLang="zh-CN" sz="2800" b="0" dirty="0">
                <a:solidFill>
                  <a:schemeClr val="tx1"/>
                </a:solidFill>
              </a:rPr>
              <a:t>(x) as function of decreasing step lengths h . The second derivative was computed for </a:t>
            </a:r>
            <a:r>
              <a:rPr lang="en-US" altLang="zh-CN" sz="4400" b="0" i="1" dirty="0">
                <a:solidFill>
                  <a:srgbClr val="FF0000"/>
                </a:solidFill>
              </a:rPr>
              <a:t>x=10</a:t>
            </a:r>
            <a:r>
              <a:rPr lang="en-US" altLang="zh-CN" sz="2800" b="0" dirty="0">
                <a:solidFill>
                  <a:schemeClr val="tx1"/>
                </a:solidFill>
              </a:rPr>
              <a:t>.</a:t>
            </a:r>
            <a:endParaRPr lang="zh-CN" altLang="en-US" sz="2800" b="0" dirty="0">
              <a:solidFill>
                <a:schemeClr val="tx1"/>
              </a:solidFill>
              <a:effectLst>
                <a:outerShdw blurRad="38100" dist="38100" dir="2700000" algn="tl">
                  <a:srgbClr val="C0C0C0"/>
                </a:outerShdw>
              </a:effectLst>
            </a:endParaRPr>
          </a:p>
        </p:txBody>
      </p:sp>
    </p:spTree>
    <p:extLst>
      <p:ext uri="{BB962C8B-B14F-4D97-AF65-F5344CB8AC3E}">
        <p14:creationId xmlns:p14="http://schemas.microsoft.com/office/powerpoint/2010/main" val="3649098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E8C1E491-5C1D-43D6-B26E-B87399475B81}" type="slidenum">
              <a:rPr lang="zh-CN" altLang="en-US"/>
              <a:pPr>
                <a:defRPr/>
              </a:pPr>
              <a:t>25</a:t>
            </a:fld>
            <a:endParaRPr lang="en-US" altLang="zh-CN"/>
          </a:p>
        </p:txBody>
      </p:sp>
      <p:sp>
        <p:nvSpPr>
          <p:cNvPr id="27651" name="Rectangle 2"/>
          <p:cNvSpPr>
            <a:spLocks noChangeArrowheads="1"/>
          </p:cNvSpPr>
          <p:nvPr/>
        </p:nvSpPr>
        <p:spPr bwMode="auto">
          <a:xfrm>
            <a:off x="304800" y="304800"/>
            <a:ext cx="8610600" cy="620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nSpc>
                <a:spcPct val="130000"/>
              </a:lnSpc>
            </a:pPr>
            <a:r>
              <a:rPr lang="en-US" altLang="zh-CN" sz="2800" dirty="0">
                <a:solidFill>
                  <a:schemeClr val="tx1"/>
                </a:solidFill>
                <a:latin typeface="CMR10" charset="0"/>
              </a:rPr>
              <a:t>Because a decrease in step size can lead to subtractive cancellation or an increase in computations, the truncation errors are decreased as the round-off errors are increased. Therefore, we are faced by the following dilemma: The strategy for decreasing one component of the total error leads to an increase of the other component!</a:t>
            </a:r>
          </a:p>
          <a:p>
            <a:pPr>
              <a:lnSpc>
                <a:spcPct val="130000"/>
              </a:lnSpc>
            </a:pPr>
            <a:r>
              <a:rPr lang="en-US" altLang="zh-CN" sz="2800" dirty="0">
                <a:solidFill>
                  <a:schemeClr val="tx1"/>
                </a:solidFill>
                <a:latin typeface="CMR10" charset="0"/>
              </a:rPr>
              <a:t> One challenge in calculations that we face is</a:t>
            </a:r>
          </a:p>
          <a:p>
            <a:pPr>
              <a:lnSpc>
                <a:spcPct val="130000"/>
              </a:lnSpc>
            </a:pPr>
            <a:r>
              <a:rPr lang="en-US" altLang="zh-CN" sz="2800" dirty="0">
                <a:solidFill>
                  <a:schemeClr val="tx1"/>
                </a:solidFill>
                <a:latin typeface="CMR10" charset="0"/>
              </a:rPr>
              <a:t>to determine an appropriate step size for a particular computation. </a:t>
            </a:r>
            <a:endParaRPr lang="zh-CN" altLang="en-US" sz="2800" dirty="0">
              <a:solidFill>
                <a:schemeClr val="tx1"/>
              </a:solidFill>
              <a:latin typeface="CMR10" charset="0"/>
            </a:endParaRPr>
          </a:p>
        </p:txBody>
      </p:sp>
    </p:spTree>
    <p:extLst>
      <p:ext uri="{BB962C8B-B14F-4D97-AF65-F5344CB8AC3E}">
        <p14:creationId xmlns:p14="http://schemas.microsoft.com/office/powerpoint/2010/main" val="1576509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04EE7112-93B4-43EE-A3A7-1B0136B18454}" type="slidenum">
              <a:rPr lang="zh-CN" altLang="en-US"/>
              <a:pPr>
                <a:defRPr/>
              </a:pPr>
              <a:t>26</a:t>
            </a:fld>
            <a:endParaRPr lang="en-US" altLang="zh-CN"/>
          </a:p>
        </p:txBody>
      </p:sp>
      <p:sp>
        <p:nvSpPr>
          <p:cNvPr id="28675" name="Rectangle 2"/>
          <p:cNvSpPr>
            <a:spLocks noChangeArrowheads="1"/>
          </p:cNvSpPr>
          <p:nvPr/>
        </p:nvSpPr>
        <p:spPr bwMode="auto">
          <a:xfrm>
            <a:off x="304800" y="990600"/>
            <a:ext cx="8610600"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nSpc>
                <a:spcPct val="130000"/>
              </a:lnSpc>
            </a:pPr>
            <a:r>
              <a:rPr lang="en-US" altLang="zh-CN" sz="3200" b="0">
                <a:solidFill>
                  <a:schemeClr val="tx1"/>
                </a:solidFill>
                <a:latin typeface="CMR10" charset="0"/>
              </a:rPr>
              <a:t>We would like to choose a large (</a:t>
            </a:r>
            <a:r>
              <a:rPr lang="en-US" altLang="zh-CN" sz="3200" b="0">
                <a:solidFill>
                  <a:schemeClr val="tx1"/>
                </a:solidFill>
                <a:latin typeface="CMTI10" charset="0"/>
              </a:rPr>
              <a:t>an adequately large</a:t>
            </a:r>
            <a:r>
              <a:rPr lang="en-US" altLang="zh-CN" sz="3200" b="0">
                <a:solidFill>
                  <a:schemeClr val="tx1"/>
                </a:solidFill>
                <a:latin typeface="CMR10" charset="0"/>
              </a:rPr>
              <a:t>) step size in order to decrease the amount of calculations and round-off errors without incurring the penalty of a large truncation error.</a:t>
            </a:r>
            <a:endParaRPr lang="zh-CN" altLang="en-US" sz="3200" b="0">
              <a:solidFill>
                <a:schemeClr val="tx1"/>
              </a:solidFill>
              <a:latin typeface="CMR10" charset="0"/>
            </a:endParaRPr>
          </a:p>
        </p:txBody>
      </p:sp>
    </p:spTree>
    <p:extLst>
      <p:ext uri="{BB962C8B-B14F-4D97-AF65-F5344CB8AC3E}">
        <p14:creationId xmlns:p14="http://schemas.microsoft.com/office/powerpoint/2010/main" val="305006299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617</Words>
  <Application>Microsoft Office PowerPoint</Application>
  <PresentationFormat>全屏显示(4:3)</PresentationFormat>
  <Paragraphs>138</Paragraphs>
  <Slides>26</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26</vt:i4>
      </vt:variant>
    </vt:vector>
  </HeadingPairs>
  <TitlesOfParts>
    <vt:vector size="39" baseType="lpstr">
      <vt:lpstr>CMR10</vt:lpstr>
      <vt:lpstr>CMTI10</vt:lpstr>
      <vt:lpstr>Times-Bold~110</vt:lpstr>
      <vt:lpstr>Times-Roman</vt:lpstr>
      <vt:lpstr>楷体_GB2312</vt:lpstr>
      <vt:lpstr>宋体</vt:lpstr>
      <vt:lpstr>Arial</vt:lpstr>
      <vt:lpstr>Calibri</vt:lpstr>
      <vt:lpstr>Times New Roman</vt:lpstr>
      <vt:lpstr>Office 主题​​</vt:lpstr>
      <vt:lpstr>Equation</vt:lpstr>
      <vt:lpstr>公式</vt:lpstr>
      <vt:lpstr>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apple</dc:creator>
  <cp:lastModifiedBy>apple</cp:lastModifiedBy>
  <cp:revision>10</cp:revision>
  <dcterms:created xsi:type="dcterms:W3CDTF">2020-02-24T02:21:29Z</dcterms:created>
  <dcterms:modified xsi:type="dcterms:W3CDTF">2022-02-15T04:15:58Z</dcterms:modified>
</cp:coreProperties>
</file>