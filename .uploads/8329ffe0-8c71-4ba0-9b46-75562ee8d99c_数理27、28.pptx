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20"/>
  </p:normalViewPr>
  <p:slideViewPr>
    <p:cSldViewPr snapToGrid="0" snapToObjects="1">
      <p:cViewPr>
        <p:scale>
          <a:sx n="67" d="100"/>
          <a:sy n="67" d="100"/>
        </p:scale>
        <p:origin x="15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6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0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0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2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4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1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2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6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21769-B65E-2C4B-9F74-0696CE352D0E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9DA98-DC36-A34B-9485-76B3BFE2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7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83754" y="855858"/>
            <a:ext cx="6838848" cy="512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8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9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4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5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72306" y="858257"/>
            <a:ext cx="6858000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1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6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6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0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2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5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Huanan Li</dc:creator>
  <cp:lastModifiedBy>Huanan Li</cp:lastModifiedBy>
  <cp:revision>1</cp:revision>
  <dcterms:created xsi:type="dcterms:W3CDTF">2023-06-01T03:29:06Z</dcterms:created>
  <dcterms:modified xsi:type="dcterms:W3CDTF">2023-06-01T03:35:34Z</dcterms:modified>
</cp:coreProperties>
</file>